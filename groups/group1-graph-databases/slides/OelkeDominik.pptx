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72"/>
  </p:notesMasterIdLst>
  <p:sldIdLst>
    <p:sldId id="256" r:id="rId2"/>
    <p:sldId id="258" r:id="rId3"/>
    <p:sldId id="312" r:id="rId4"/>
    <p:sldId id="340" r:id="rId5"/>
    <p:sldId id="335" r:id="rId6"/>
    <p:sldId id="336" r:id="rId7"/>
    <p:sldId id="337" r:id="rId8"/>
    <p:sldId id="338" r:id="rId9"/>
    <p:sldId id="339" r:id="rId10"/>
    <p:sldId id="313" r:id="rId11"/>
    <p:sldId id="341" r:id="rId12"/>
    <p:sldId id="342" r:id="rId13"/>
    <p:sldId id="343" r:id="rId14"/>
    <p:sldId id="344" r:id="rId15"/>
    <p:sldId id="345" r:id="rId16"/>
    <p:sldId id="346" r:id="rId17"/>
    <p:sldId id="348" r:id="rId18"/>
    <p:sldId id="347" r:id="rId19"/>
    <p:sldId id="349" r:id="rId20"/>
    <p:sldId id="318" r:id="rId21"/>
    <p:sldId id="350" r:id="rId22"/>
    <p:sldId id="351" r:id="rId23"/>
    <p:sldId id="352" r:id="rId24"/>
    <p:sldId id="353" r:id="rId25"/>
    <p:sldId id="354" r:id="rId26"/>
    <p:sldId id="355" r:id="rId27"/>
    <p:sldId id="356" r:id="rId28"/>
    <p:sldId id="357" r:id="rId29"/>
    <p:sldId id="358" r:id="rId30"/>
    <p:sldId id="319" r:id="rId31"/>
    <p:sldId id="359" r:id="rId32"/>
    <p:sldId id="360" r:id="rId33"/>
    <p:sldId id="361" r:id="rId34"/>
    <p:sldId id="362" r:id="rId35"/>
    <p:sldId id="363" r:id="rId36"/>
    <p:sldId id="364" r:id="rId37"/>
    <p:sldId id="365" r:id="rId38"/>
    <p:sldId id="366" r:id="rId39"/>
    <p:sldId id="367" r:id="rId40"/>
    <p:sldId id="316" r:id="rId41"/>
    <p:sldId id="368" r:id="rId42"/>
    <p:sldId id="369" r:id="rId43"/>
    <p:sldId id="370" r:id="rId44"/>
    <p:sldId id="371" r:id="rId45"/>
    <p:sldId id="372" r:id="rId46"/>
    <p:sldId id="373" r:id="rId47"/>
    <p:sldId id="374" r:id="rId48"/>
    <p:sldId id="375" r:id="rId49"/>
    <p:sldId id="376" r:id="rId50"/>
    <p:sldId id="377" r:id="rId51"/>
    <p:sldId id="317" r:id="rId52"/>
    <p:sldId id="378" r:id="rId53"/>
    <p:sldId id="379" r:id="rId54"/>
    <p:sldId id="380" r:id="rId55"/>
    <p:sldId id="381" r:id="rId56"/>
    <p:sldId id="382" r:id="rId57"/>
    <p:sldId id="383" r:id="rId58"/>
    <p:sldId id="384" r:id="rId59"/>
    <p:sldId id="385" r:id="rId60"/>
    <p:sldId id="386" r:id="rId61"/>
    <p:sldId id="387" r:id="rId62"/>
    <p:sldId id="390" r:id="rId63"/>
    <p:sldId id="391" r:id="rId64"/>
    <p:sldId id="392" r:id="rId65"/>
    <p:sldId id="393" r:id="rId66"/>
    <p:sldId id="394" r:id="rId67"/>
    <p:sldId id="388" r:id="rId68"/>
    <p:sldId id="396" r:id="rId69"/>
    <p:sldId id="389" r:id="rId70"/>
    <p:sldId id="333" r:id="rId71"/>
  </p:sldIdLst>
  <p:sldSz cx="9144000" cy="5143500" type="screen16x9"/>
  <p:notesSz cx="6858000" cy="9144000"/>
  <p:embeddedFontLst>
    <p:embeddedFont>
      <p:font typeface="Anaheim" panose="020B0604020202020204" charset="0"/>
      <p:regular r:id="rId73"/>
      <p:bold r:id="rId74"/>
    </p:embeddedFont>
    <p:embeddedFont>
      <p:font typeface="Bebas Neue" panose="020B0606020202050201" pitchFamily="34" charset="0"/>
      <p:regular r:id="rId75"/>
    </p:embeddedFont>
    <p:embeddedFont>
      <p:font typeface="DM Sans" pitchFamily="2" charset="0"/>
      <p:regular r:id="rId76"/>
      <p:bold r:id="rId77"/>
      <p:italic r:id="rId78"/>
      <p:boldItalic r:id="rId79"/>
    </p:embeddedFont>
    <p:embeddedFont>
      <p:font typeface="Lexend Deca" panose="020B0604020202020204" charset="0"/>
      <p:regular r:id="rId80"/>
      <p:bold r:id="rId81"/>
    </p:embeddedFont>
    <p:embeddedFont>
      <p:font typeface="Lexend Deca Light" panose="020B0604020202020204" charset="0"/>
      <p:regular r:id="rId82"/>
      <p:bold r:id="rId83"/>
    </p:embeddedFont>
    <p:embeddedFont>
      <p:font typeface="Mulish" panose="020B0604020202020204" charset="0"/>
      <p:regular r:id="rId84"/>
      <p:bold r:id="rId85"/>
      <p:italic r:id="rId86"/>
      <p:boldItalic r:id="rId87"/>
    </p:embeddedFont>
    <p:embeddedFont>
      <p:font typeface="Nunito Light" pitchFamily="2" charset="0"/>
      <p:regular r:id="rId88"/>
      <p:italic r:id="rId8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1717"/>
    <a:srgbClr val="D4E6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9F77B29-7EA5-4800-A962-D700A36A35B1}">
  <a:tblStyle styleId="{49F77B29-7EA5-4800-A962-D700A36A35B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01DCE00-298A-419E-8FF9-A921C622013E}"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9" autoAdjust="0"/>
    <p:restoredTop sz="77557" autoAdjust="0"/>
  </p:normalViewPr>
  <p:slideViewPr>
    <p:cSldViewPr snapToGrid="0">
      <p:cViewPr varScale="1">
        <p:scale>
          <a:sx n="132" d="100"/>
          <a:sy n="132" d="100"/>
        </p:scale>
        <p:origin x="1020"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font" Target="fonts/font4.fntdata"/><Relationship Id="rId84" Type="http://schemas.openxmlformats.org/officeDocument/2006/relationships/font" Target="fonts/font12.fntdata"/><Relationship Id="rId89" Type="http://schemas.openxmlformats.org/officeDocument/2006/relationships/font" Target="fonts/font17.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font" Target="fonts/font2.fntdata"/><Relationship Id="rId79" Type="http://schemas.openxmlformats.org/officeDocument/2006/relationships/font" Target="fonts/font7.fntdata"/><Relationship Id="rId87" Type="http://schemas.openxmlformats.org/officeDocument/2006/relationships/font" Target="fonts/font15.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font" Target="fonts/font10.fntdata"/><Relationship Id="rId90"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openxmlformats.org/officeDocument/2006/relationships/font" Target="fonts/font8.fntdata"/><Relationship Id="rId85" Type="http://schemas.openxmlformats.org/officeDocument/2006/relationships/font" Target="fonts/font13.fntdata"/><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3.fntdata"/><Relationship Id="rId83" Type="http://schemas.openxmlformats.org/officeDocument/2006/relationships/font" Target="fonts/font11.fntdata"/><Relationship Id="rId88" Type="http://schemas.openxmlformats.org/officeDocument/2006/relationships/font" Target="fonts/font16.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1.fntdata"/><Relationship Id="rId78" Type="http://schemas.openxmlformats.org/officeDocument/2006/relationships/font" Target="fonts/font6.fntdata"/><Relationship Id="rId81" Type="http://schemas.openxmlformats.org/officeDocument/2006/relationships/font" Target="fonts/font9.fntdata"/><Relationship Id="rId86"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de-DE"/>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632" name="Google Shape;632;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706" name="Google Shape;706;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dirty="0">
              <a:solidFill>
                <a:srgbClr val="595959"/>
              </a:solidFill>
              <a:latin typeface="Anaheim"/>
              <a:ea typeface="Anaheim"/>
              <a:cs typeface="Anaheim"/>
              <a:sym typeface="Anaheim"/>
            </a:endParaRPr>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a:extLst>
            <a:ext uri="{FF2B5EF4-FFF2-40B4-BE49-F238E27FC236}">
              <a16:creationId xmlns:a16="http://schemas.microsoft.com/office/drawing/2014/main" id="{AFD2B12C-8324-69E1-A54E-2A7315906479}"/>
            </a:ext>
          </a:extLst>
        </p:cNvPr>
        <p:cNvGrpSpPr/>
        <p:nvPr/>
      </p:nvGrpSpPr>
      <p:grpSpPr>
        <a:xfrm>
          <a:off x="0" y="0"/>
          <a:ext cx="0" cy="0"/>
          <a:chOff x="0" y="0"/>
          <a:chExt cx="0" cy="0"/>
        </a:xfrm>
      </p:grpSpPr>
      <p:sp>
        <p:nvSpPr>
          <p:cNvPr id="814" name="Google Shape;814;g22df74e7d5b_0_785:notes">
            <a:extLst>
              <a:ext uri="{FF2B5EF4-FFF2-40B4-BE49-F238E27FC236}">
                <a16:creationId xmlns:a16="http://schemas.microsoft.com/office/drawing/2014/main" id="{1C53F8D1-F7A0-4903-3D3D-368C36C3D7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15" name="Google Shape;815;g22df74e7d5b_0_785:notes">
            <a:extLst>
              <a:ext uri="{FF2B5EF4-FFF2-40B4-BE49-F238E27FC236}">
                <a16:creationId xmlns:a16="http://schemas.microsoft.com/office/drawing/2014/main" id="{AC5F1FFD-B7CA-B05D-A3AE-CD7C2A2B43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79188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B48EC39F-2CB9-6447-49D7-2C7A4D317A4E}"/>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3E4E3AED-AB61-B837-EF32-D7AB486255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EB2CC28D-7E50-5F25-3ADB-5FC08B6AC4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1344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txBody>
          <a:bodyPr/>
          <a:lstStyle/>
          <a:p>
            <a:endParaRPr lang="de-DE"/>
          </a:p>
        </p:txBody>
      </p:sp>
      <p:sp>
        <p:nvSpPr>
          <p:cNvPr id="3" name="Notizenplatzhalter 2"/>
          <p:cNvSpPr>
            <a:spLocks noGrp="1"/>
          </p:cNvSpPr>
          <p:nvPr>
            <p:ph type="body" idx="1"/>
          </p:nvPr>
        </p:nvSpPr>
        <p:spPr/>
        <p:txBody>
          <a:bodyPr/>
          <a:lstStyle/>
          <a:p>
            <a:r>
              <a:rPr lang="de-DE" dirty="0"/>
              <a:t>Wenn wir an Datenbanken denken, denken wir oft an Tabellen: Kunden, Produkte, Bestellungen. Aber viele reale Probleme bestehen nicht nur aus einzelnen Objekten, sondern aus Netzwerken von Beziehungen. Wer kennt wen? Welcher Nutzer hat was gekauft? Welche Konten sind über dieselbe IP verbunden? Welche Dokumente beziehen sich aufeinander?</a:t>
            </a:r>
          </a:p>
        </p:txBody>
      </p:sp>
    </p:spTree>
    <p:extLst>
      <p:ext uri="{BB962C8B-B14F-4D97-AF65-F5344CB8AC3E}">
        <p14:creationId xmlns:p14="http://schemas.microsoft.com/office/powerpoint/2010/main" val="16132395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E5B5B-E667-F60E-A6E4-E5A1814ED13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053C83A-E273-7396-C2A0-D6DD5505974C}"/>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86A6C640-7B3A-2A3C-918F-2CF0040FE118}"/>
              </a:ext>
            </a:extLst>
          </p:cNvPr>
          <p:cNvSpPr>
            <a:spLocks noGrp="1"/>
          </p:cNvSpPr>
          <p:nvPr>
            <p:ph type="body" idx="1"/>
          </p:nvPr>
        </p:nvSpPr>
        <p:spPr/>
        <p:txBody>
          <a:bodyPr/>
          <a:lstStyle/>
          <a:p>
            <a:r>
              <a:rPr lang="de-DE" dirty="0"/>
              <a:t>Natürlich können auch relationale Datenbanken Beziehungen modellieren. Dafür nutzen sie Tabellen, Primärschlüssel, Fremdschlüssel und </a:t>
            </a:r>
            <a:r>
              <a:rPr lang="de-DE" dirty="0" err="1"/>
              <a:t>Joins</a:t>
            </a:r>
            <a:r>
              <a:rPr lang="de-DE" dirty="0"/>
              <a:t>. Das funktioniert hervorragend bei stark strukturierten Geschäftsdaten. Aber sobald wir viele mehrstufige Beziehungen untersuchen wollen – zum Beispiel Freunde von Freunden, Empfehlungen über mehrere Verbindungen oder verdächtige Transaktionsketten – werden </a:t>
            </a:r>
            <a:r>
              <a:rPr lang="de-DE" dirty="0" err="1"/>
              <a:t>Join</a:t>
            </a:r>
            <a:r>
              <a:rPr lang="de-DE" dirty="0"/>
              <a:t>-Ketten schnell komplex.</a:t>
            </a:r>
          </a:p>
        </p:txBody>
      </p:sp>
    </p:spTree>
    <p:extLst>
      <p:ext uri="{BB962C8B-B14F-4D97-AF65-F5344CB8AC3E}">
        <p14:creationId xmlns:p14="http://schemas.microsoft.com/office/powerpoint/2010/main" val="4058112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66A52-2A6B-A30A-94C7-528F791D3E9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DA7A900-D974-31E0-BE2B-60DEEBDEEE88}"/>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A58C0E83-165D-3F58-DB52-029FECCD2AC8}"/>
              </a:ext>
            </a:extLst>
          </p:cNvPr>
          <p:cNvSpPr>
            <a:spLocks noGrp="1"/>
          </p:cNvSpPr>
          <p:nvPr>
            <p:ph type="body" idx="1"/>
          </p:nvPr>
        </p:nvSpPr>
        <p:spPr/>
        <p:txBody>
          <a:bodyPr/>
          <a:lstStyle/>
          <a:p>
            <a:r>
              <a:rPr lang="de-DE" dirty="0" err="1"/>
              <a:t>Graphdatenbanken</a:t>
            </a:r>
            <a:r>
              <a:rPr lang="de-DE" dirty="0"/>
              <a:t> sind nicht einfach eine andere Art, Tabellen zu speichern. Sie sind aus dem Bedarf entstanden, hochvernetzte Daten direkt als Graph zu modellieren. Das betrifft Datensätze, bei denen Beziehungen nicht nur Hilfsstruktur sind, sondern der eigentliche Gegenstand der Analyse.</a:t>
            </a:r>
          </a:p>
        </p:txBody>
      </p:sp>
    </p:spTree>
    <p:extLst>
      <p:ext uri="{BB962C8B-B14F-4D97-AF65-F5344CB8AC3E}">
        <p14:creationId xmlns:p14="http://schemas.microsoft.com/office/powerpoint/2010/main" val="1446073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57A98-A96B-1200-32FC-FC41F6FB05B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7D1BCBB-6E71-2F31-49AE-13392EF55572}"/>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F22FC208-ACE2-3D68-4B22-0E2D6BFAAA35}"/>
              </a:ext>
            </a:extLst>
          </p:cNvPr>
          <p:cNvSpPr>
            <a:spLocks noGrp="1"/>
          </p:cNvSpPr>
          <p:nvPr>
            <p:ph type="body" idx="1"/>
          </p:nvPr>
        </p:nvSpPr>
        <p:spPr/>
        <p:txBody>
          <a:bodyPr/>
          <a:lstStyle/>
          <a:p>
            <a:r>
              <a:rPr lang="de-DE" dirty="0"/>
              <a:t>Soziale Netzwerke:</a:t>
            </a:r>
            <a:br>
              <a:rPr lang="de-DE" dirty="0"/>
            </a:br>
            <a:r>
              <a:rPr lang="de-DE" dirty="0"/>
              <a:t>Ein soziales Netzwerk ist fast schon von Natur aus ein Graph: Personen, Beziehungen, Gruppen, Beiträge, Likes. Hier ist das </a:t>
            </a:r>
            <a:r>
              <a:rPr lang="de-DE" dirty="0" err="1"/>
              <a:t>Graphmodell</a:t>
            </a:r>
            <a:r>
              <a:rPr lang="de-DE" dirty="0"/>
              <a:t> intuitiv.</a:t>
            </a:r>
          </a:p>
          <a:p>
            <a:endParaRPr lang="de-DE" dirty="0"/>
          </a:p>
          <a:p>
            <a:r>
              <a:rPr lang="de-DE" dirty="0"/>
              <a:t>Empfehlungssysteme:</a:t>
            </a:r>
            <a:br>
              <a:rPr lang="de-DE" dirty="0"/>
            </a:br>
            <a:r>
              <a:rPr lang="de-DE" dirty="0"/>
              <a:t>Bei Empfehlungen geht es oft nicht nur um ein Produkt, sondern um Ähnlichkeiten und Verbindungen: Nutzer A kaufte X und Y, Nutzer B kaufte X und Z – also könnte Y mit Z zusammenhängen. Solche Muster lassen sich als Graph sehr gut modellieren.</a:t>
            </a:r>
          </a:p>
          <a:p>
            <a:endParaRPr lang="de-DE" dirty="0"/>
          </a:p>
          <a:p>
            <a:r>
              <a:rPr lang="de-DE" dirty="0"/>
              <a:t>Fraud </a:t>
            </a:r>
            <a:r>
              <a:rPr lang="de-DE" dirty="0" err="1"/>
              <a:t>Detection</a:t>
            </a:r>
            <a:r>
              <a:rPr lang="de-DE" dirty="0"/>
              <a:t>:</a:t>
            </a:r>
            <a:br>
              <a:rPr lang="de-DE" dirty="0"/>
            </a:br>
            <a:r>
              <a:rPr lang="de-DE" dirty="0"/>
              <a:t>Betrug erkennt man oft nicht an einem einzelnen Datensatz, sondern an auffälligen Mustern zwischen vielen Entitäten: dieselbe E-Mail, dieselbe IP, viele Konten, indirekte Verbindungen. Gerade solche Beziehungsstrukturen sind typisch für </a:t>
            </a:r>
            <a:r>
              <a:rPr lang="de-DE" dirty="0" err="1"/>
              <a:t>Graphanalysen</a:t>
            </a:r>
            <a:r>
              <a:rPr lang="de-DE" dirty="0"/>
              <a:t>.</a:t>
            </a:r>
          </a:p>
          <a:p>
            <a:endParaRPr lang="de-DE" dirty="0"/>
          </a:p>
          <a:p>
            <a:r>
              <a:rPr lang="de-DE" dirty="0"/>
              <a:t>Knowledge Graphs:</a:t>
            </a:r>
          </a:p>
          <a:p>
            <a:r>
              <a:rPr lang="de-DE" dirty="0"/>
              <a:t>Wissensgraphen verbinden Dokumente, Begriffe, Personen, Organisationen oder Produkte zu einem semantischen Netz. Das ist gerade für Suche, Integration und AI sehr relevant.</a:t>
            </a:r>
          </a:p>
        </p:txBody>
      </p:sp>
    </p:spTree>
    <p:extLst>
      <p:ext uri="{BB962C8B-B14F-4D97-AF65-F5344CB8AC3E}">
        <p14:creationId xmlns:p14="http://schemas.microsoft.com/office/powerpoint/2010/main" val="361498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00E6B-8F8C-FABE-179C-FFD37640BD0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3DE8A48-37F2-B15D-C1D7-B0C8F66F2E2B}"/>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9BE588A9-1497-D550-FB8F-9E1ADB383901}"/>
              </a:ext>
            </a:extLst>
          </p:cNvPr>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de-DE" sz="1100" dirty="0" err="1"/>
              <a:t>Graphdatenbanken</a:t>
            </a:r>
            <a:r>
              <a:rPr lang="de-DE" sz="1100" dirty="0"/>
              <a:t> wurden entwickelt, weil in vielen Domänen Beziehungen selbst die wichtigste Information sind.</a:t>
            </a:r>
            <a:endParaRPr lang="de-DE" dirty="0"/>
          </a:p>
          <a:p>
            <a:endParaRPr lang="de-DE" dirty="0"/>
          </a:p>
          <a:p>
            <a:r>
              <a:rPr lang="de-DE" dirty="0"/>
              <a:t>Wenn Beziehungen der Kern des Modells sind, stellt sich als Nächstes die Frage: Wie sieht dieses Modell eigentlich konkret aus? Genau das schauen wir uns jetzt beim konzeptuellen Modell an – also Knoten, Kanten, Labels und Properties.</a:t>
            </a:r>
          </a:p>
        </p:txBody>
      </p:sp>
    </p:spTree>
    <p:extLst>
      <p:ext uri="{BB962C8B-B14F-4D97-AF65-F5344CB8AC3E}">
        <p14:creationId xmlns:p14="http://schemas.microsoft.com/office/powerpoint/2010/main" val="16733060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a:extLst>
            <a:ext uri="{FF2B5EF4-FFF2-40B4-BE49-F238E27FC236}">
              <a16:creationId xmlns:a16="http://schemas.microsoft.com/office/drawing/2014/main" id="{8CAD1477-DFCB-25C1-EBF7-8CFEE9EBD6EC}"/>
            </a:ext>
          </a:extLst>
        </p:cNvPr>
        <p:cNvGrpSpPr/>
        <p:nvPr/>
      </p:nvGrpSpPr>
      <p:grpSpPr>
        <a:xfrm>
          <a:off x="0" y="0"/>
          <a:ext cx="0" cy="0"/>
          <a:chOff x="0" y="0"/>
          <a:chExt cx="0" cy="0"/>
        </a:xfrm>
      </p:grpSpPr>
      <p:sp>
        <p:nvSpPr>
          <p:cNvPr id="814" name="Google Shape;814;g22df74e7d5b_0_785:notes">
            <a:extLst>
              <a:ext uri="{FF2B5EF4-FFF2-40B4-BE49-F238E27FC236}">
                <a16:creationId xmlns:a16="http://schemas.microsoft.com/office/drawing/2014/main" id="{0DC1BBCA-45D7-0A4B-EBE1-60BABBD875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15" name="Google Shape;815;g22df74e7d5b_0_785:notes">
            <a:extLst>
              <a:ext uri="{FF2B5EF4-FFF2-40B4-BE49-F238E27FC236}">
                <a16:creationId xmlns:a16="http://schemas.microsoft.com/office/drawing/2014/main" id="{ED0D040A-810F-4A19-C8E9-BAD9F9F6AC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Wenn Beziehungen der Kern des Modells sind, stellt sich als Nächstes die Frage: Wie sieht dieses Modell eigentlich konkret aus? Genau das schauen wir uns jetzt beim Modellkonzept an.</a:t>
            </a:r>
            <a:endParaRPr dirty="0"/>
          </a:p>
        </p:txBody>
      </p:sp>
    </p:spTree>
    <p:extLst>
      <p:ext uri="{BB962C8B-B14F-4D97-AF65-F5344CB8AC3E}">
        <p14:creationId xmlns:p14="http://schemas.microsoft.com/office/powerpoint/2010/main" val="39587213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FB3F67A3-A5AC-AF93-BC5E-DDD206864810}"/>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F88D7640-127F-AC9E-F314-5E9D0807B4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6AAA5EE9-7CED-76E0-9D6A-A2C474AEF6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12957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9131F-D74B-A0AA-6D5E-E720E7F9FD5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33B47CE-D3FA-35BD-6AA8-24BA29C9726D}"/>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362B0F5B-DD5C-97D0-437E-A4AD76DD0EF9}"/>
              </a:ext>
            </a:extLst>
          </p:cNvPr>
          <p:cNvSpPr>
            <a:spLocks noGrp="1"/>
          </p:cNvSpPr>
          <p:nvPr>
            <p:ph type="body" idx="1"/>
          </p:nvPr>
        </p:nvSpPr>
        <p:spPr/>
        <p:txBody>
          <a:bodyPr/>
          <a:lstStyle/>
          <a:p>
            <a:r>
              <a:rPr lang="de-DE" dirty="0"/>
              <a:t>Das grundlegende Konzept eines Graphen ist einfach: Wir haben </a:t>
            </a:r>
            <a:r>
              <a:rPr lang="de-DE" b="1" dirty="0"/>
              <a:t>Knoten</a:t>
            </a:r>
            <a:r>
              <a:rPr lang="de-DE" dirty="0"/>
              <a:t>, die Objekte oder Entitäten repräsentieren, und </a:t>
            </a:r>
            <a:r>
              <a:rPr lang="de-DE" b="1" dirty="0"/>
              <a:t>Kanten</a:t>
            </a:r>
            <a:r>
              <a:rPr lang="de-DE" dirty="0"/>
              <a:t>, die Beziehungen zwischen diesen Knoten ausdrücken. Genau darin liegt der Unterschied zu Tabellen: Beziehungen sind hier nicht nur indirekt über Schlüssel vorhanden, sondern explizit als Bestandteil des Modells.</a:t>
            </a:r>
          </a:p>
        </p:txBody>
      </p:sp>
    </p:spTree>
    <p:extLst>
      <p:ext uri="{BB962C8B-B14F-4D97-AF65-F5344CB8AC3E}">
        <p14:creationId xmlns:p14="http://schemas.microsoft.com/office/powerpoint/2010/main" val="32812452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C2620-AABA-1BC1-4A50-22EB92282C4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6AC0982-6BD5-B5EF-1348-F73649D50BA1}"/>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853E1F83-FFBF-F4B9-428D-141DB4AFCE44}"/>
              </a:ext>
            </a:extLst>
          </p:cNvPr>
          <p:cNvSpPr>
            <a:spLocks noGrp="1"/>
          </p:cNvSpPr>
          <p:nvPr>
            <p:ph type="body" idx="1"/>
          </p:nvPr>
        </p:nvSpPr>
        <p:spPr/>
        <p:txBody>
          <a:bodyPr/>
          <a:lstStyle/>
          <a:p>
            <a:r>
              <a:rPr lang="de-DE" dirty="0"/>
              <a:t>Das wichtigste Modell für unsere Vorlesung ist der Property Graph. Dabei besteht ein Graph nicht nur aus Knoten und Kanten. Sowohl Knoten als auch Kanten können zusätzliche Informationen tragen, nämlich </a:t>
            </a:r>
            <a:r>
              <a:rPr lang="de-DE" b="1" dirty="0"/>
              <a:t>Labels</a:t>
            </a:r>
            <a:r>
              <a:rPr lang="de-DE" dirty="0"/>
              <a:t> und </a:t>
            </a:r>
            <a:r>
              <a:rPr lang="de-DE" b="1" dirty="0"/>
              <a:t>Properties</a:t>
            </a:r>
            <a:r>
              <a:rPr lang="de-DE" dirty="0"/>
              <a:t>. Deshalb spricht man von einem gelabelten Property Graph.</a:t>
            </a:r>
          </a:p>
        </p:txBody>
      </p:sp>
    </p:spTree>
    <p:extLst>
      <p:ext uri="{BB962C8B-B14F-4D97-AF65-F5344CB8AC3E}">
        <p14:creationId xmlns:p14="http://schemas.microsoft.com/office/powerpoint/2010/main" val="7299903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B10BA-9B82-5441-47A7-020730B5DAD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B642655-7B9B-B169-D86D-9F6713A09D10}"/>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1EF9BB42-AB3E-5F6A-B6AF-6F7E1F8A58AD}"/>
              </a:ext>
            </a:extLst>
          </p:cNvPr>
          <p:cNvSpPr>
            <a:spLocks noGrp="1"/>
          </p:cNvSpPr>
          <p:nvPr>
            <p:ph type="body" idx="1"/>
          </p:nvPr>
        </p:nvSpPr>
        <p:spPr/>
        <p:txBody>
          <a:bodyPr/>
          <a:lstStyle/>
          <a:p>
            <a:r>
              <a:rPr lang="de-DE" dirty="0"/>
              <a:t>Ein Knoten beschreibt typischerweise ein konkretes Ding in der Welt: eine Person, einen Film, ein Produkt, eine Organisation, ein Dokument. Wichtig ist: Der Knoten ist nicht nur ein Datensatz, sondern ein vernetzbares Objekt innerhalb eines größeren Zusammenhangs.</a:t>
            </a:r>
          </a:p>
        </p:txBody>
      </p:sp>
    </p:spTree>
    <p:extLst>
      <p:ext uri="{BB962C8B-B14F-4D97-AF65-F5344CB8AC3E}">
        <p14:creationId xmlns:p14="http://schemas.microsoft.com/office/powerpoint/2010/main" val="22832172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9C02-1B1A-C675-D767-D14ECC98F90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EA47C27-14D9-CF32-7401-1422F92EED8C}"/>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8CCC020D-6EBD-D239-6E5B-8B1ECD8F1E50}"/>
              </a:ext>
            </a:extLst>
          </p:cNvPr>
          <p:cNvSpPr>
            <a:spLocks noGrp="1"/>
          </p:cNvSpPr>
          <p:nvPr>
            <p:ph type="body" idx="1"/>
          </p:nvPr>
        </p:nvSpPr>
        <p:spPr/>
        <p:txBody>
          <a:bodyPr/>
          <a:lstStyle/>
          <a:p>
            <a:r>
              <a:rPr lang="de-DE" dirty="0"/>
              <a:t>Eine Kante ist mehr als nur ein Link. Sie hat eine Bedeutung. Eine Kante kann zum Beispiel heißen „</a:t>
            </a:r>
            <a:r>
              <a:rPr lang="de-DE" sz="1100" b="0" i="0" u="none" strike="noStrike" cap="none" dirty="0">
                <a:solidFill>
                  <a:srgbClr val="000000"/>
                </a:solidFill>
                <a:latin typeface="Arial"/>
                <a:cs typeface="Arial"/>
                <a:sym typeface="Arial"/>
              </a:rPr>
              <a:t>weiß“, „kauft“ oder „arbeitet“</a:t>
            </a:r>
            <a:r>
              <a:rPr lang="de-DE" dirty="0"/>
              <a:t>. Sie ist in der Regel gerichtet, also von einem Startknoten zu einem Zielknoten. Und auch Beziehungen können eigene Properties besitzen, zum Beispiel seit wann zwei Personen sich kennen.</a:t>
            </a:r>
          </a:p>
        </p:txBody>
      </p:sp>
    </p:spTree>
    <p:extLst>
      <p:ext uri="{BB962C8B-B14F-4D97-AF65-F5344CB8AC3E}">
        <p14:creationId xmlns:p14="http://schemas.microsoft.com/office/powerpoint/2010/main" val="18085319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9B90E-6E7A-E53B-AD62-1769EDB1709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30326DE-0B78-AA9B-6038-54B3D5555FC4}"/>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604648B2-3530-2B61-969D-07C041BE1729}"/>
              </a:ext>
            </a:extLst>
          </p:cNvPr>
          <p:cNvSpPr>
            <a:spLocks noGrp="1"/>
          </p:cNvSpPr>
          <p:nvPr>
            <p:ph type="body" idx="1"/>
          </p:nvPr>
        </p:nvSpPr>
        <p:spPr/>
        <p:txBody>
          <a:bodyPr/>
          <a:lstStyle/>
          <a:p>
            <a:r>
              <a:rPr lang="de-DE" dirty="0"/>
              <a:t>Labels helfen uns, den Graphen zu strukturieren. Sie sagen zum Beispiel: Das ist eine Person, das ist ein Film. Properties liefern die konkreten Merkmale, also Name, Alter, Titel, Jahr oder Bewertung. Zusammen sorgen Labels und Properties dafür, dass der Graph nicht nur vernetzt, sondern auch semantisch lesbar ist.</a:t>
            </a:r>
          </a:p>
        </p:txBody>
      </p:sp>
    </p:spTree>
    <p:extLst>
      <p:ext uri="{BB962C8B-B14F-4D97-AF65-F5344CB8AC3E}">
        <p14:creationId xmlns:p14="http://schemas.microsoft.com/office/powerpoint/2010/main" val="22331515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1A203-7934-4FEC-82FC-6518975DBEC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F586CEF-D095-C381-1B3D-780F4F3D8B58}"/>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DFFA3A89-14B4-D065-047A-C093A5FE22ED}"/>
              </a:ext>
            </a:extLst>
          </p:cNvPr>
          <p:cNvSpPr>
            <a:spLocks noGrp="1"/>
          </p:cNvSpPr>
          <p:nvPr>
            <p:ph type="body" idx="1"/>
          </p:nvPr>
        </p:nvSpPr>
        <p:spPr/>
        <p:txBody>
          <a:bodyPr/>
          <a:lstStyle/>
          <a:p>
            <a:r>
              <a:rPr lang="de-DE" dirty="0"/>
              <a:t>Neben Property Graphs gibt es ein zweites wichtiges Modell: RDF. Hier wird Information nicht primär als Knoten mit Properties und Kanten mit Properties modelliert, sondern als Sammlung von Tripeln. Ein Tripel besteht aus Subjekt, Prädikat und Objekt. Beispiel: </a:t>
            </a:r>
            <a:r>
              <a:rPr lang="de-DE" sz="1100" b="0" i="0" u="none" strike="noStrike" cap="none" dirty="0">
                <a:solidFill>
                  <a:srgbClr val="000000"/>
                </a:solidFill>
                <a:latin typeface="Arial"/>
                <a:ea typeface="Arial"/>
                <a:cs typeface="Arial"/>
                <a:sym typeface="Arial"/>
              </a:rPr>
              <a:t>Alice – </a:t>
            </a:r>
            <a:r>
              <a:rPr lang="de-DE" sz="1100" b="0" i="0" u="none" strike="noStrike" cap="none" dirty="0" err="1">
                <a:solidFill>
                  <a:srgbClr val="000000"/>
                </a:solidFill>
                <a:latin typeface="Arial"/>
                <a:ea typeface="Arial"/>
                <a:cs typeface="Arial"/>
                <a:sym typeface="Arial"/>
              </a:rPr>
              <a:t>knows</a:t>
            </a:r>
            <a:r>
              <a:rPr lang="de-DE" sz="1100" b="0" i="0" u="none" strike="noStrike" cap="none" dirty="0">
                <a:solidFill>
                  <a:srgbClr val="000000"/>
                </a:solidFill>
                <a:latin typeface="Arial"/>
                <a:ea typeface="Arial"/>
                <a:cs typeface="Arial"/>
                <a:sym typeface="Arial"/>
              </a:rPr>
              <a:t> – Bob</a:t>
            </a:r>
            <a:r>
              <a:rPr lang="de-DE" dirty="0"/>
              <a:t>. RDF ist besonders wichtig für semantische Datenintegration und Wissensgraphen.</a:t>
            </a:r>
          </a:p>
        </p:txBody>
      </p:sp>
    </p:spTree>
    <p:extLst>
      <p:ext uri="{BB962C8B-B14F-4D97-AF65-F5344CB8AC3E}">
        <p14:creationId xmlns:p14="http://schemas.microsoft.com/office/powerpoint/2010/main" val="9295242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52946-3E81-421A-6C54-C61F05186BE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0F20069-FB0A-EB95-98D5-2AAD2597AB29}"/>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B9E8ECD3-9FCB-52A3-009A-D0CF573CC47C}"/>
              </a:ext>
            </a:extLst>
          </p:cNvPr>
          <p:cNvSpPr>
            <a:spLocks noGrp="1"/>
          </p:cNvSpPr>
          <p:nvPr>
            <p:ph type="body" idx="1"/>
          </p:nvPr>
        </p:nvSpPr>
        <p:spPr/>
        <p:txBody>
          <a:bodyPr/>
          <a:lstStyle/>
          <a:p>
            <a:pPr marL="158750" indent="0">
              <a:buNone/>
            </a:pPr>
            <a:r>
              <a:rPr lang="de-DE" b="1" dirty="0"/>
              <a:t>Property Graph</a:t>
            </a:r>
            <a:endParaRPr lang="de-DE" dirty="0"/>
          </a:p>
          <a:p>
            <a:r>
              <a:rPr lang="de-DE" dirty="0"/>
              <a:t>Knoten und Kanten mit Labels </a:t>
            </a:r>
          </a:p>
          <a:p>
            <a:r>
              <a:rPr lang="de-DE" dirty="0"/>
              <a:t>Knoten und Kanten mit Properties </a:t>
            </a:r>
          </a:p>
          <a:p>
            <a:r>
              <a:rPr lang="de-DE" dirty="0"/>
              <a:t>oft natürlicher für Anwendungsmodelle </a:t>
            </a:r>
          </a:p>
          <a:p>
            <a:pPr marL="158750" indent="0">
              <a:buNone/>
            </a:pPr>
            <a:endParaRPr lang="de-DE" b="1" dirty="0"/>
          </a:p>
          <a:p>
            <a:pPr marL="158750" indent="0">
              <a:buNone/>
            </a:pPr>
            <a:r>
              <a:rPr lang="de-DE" b="1" dirty="0"/>
              <a:t>RDF</a:t>
            </a:r>
            <a:endParaRPr lang="de-DE" dirty="0"/>
          </a:p>
          <a:p>
            <a:r>
              <a:rPr lang="de-DE" dirty="0"/>
              <a:t>alles als Tripel </a:t>
            </a:r>
          </a:p>
          <a:p>
            <a:r>
              <a:rPr lang="de-DE" dirty="0"/>
              <a:t>stark standardisiert </a:t>
            </a:r>
          </a:p>
          <a:p>
            <a:r>
              <a:rPr lang="de-DE" dirty="0"/>
              <a:t>wichtig für Wissensrepräsentation und Datenaustausch </a:t>
            </a:r>
          </a:p>
        </p:txBody>
      </p:sp>
    </p:spTree>
    <p:extLst>
      <p:ext uri="{BB962C8B-B14F-4D97-AF65-F5344CB8AC3E}">
        <p14:creationId xmlns:p14="http://schemas.microsoft.com/office/powerpoint/2010/main" val="37891625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B4352-5A06-1F7E-B8FA-1F79EB143B9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F600141-D6D0-F201-6BFC-FADA628CE6C5}"/>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7B363D74-3D34-E043-3190-5CF49BB5C1FC}"/>
              </a:ext>
            </a:extLst>
          </p:cNvPr>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de-DE" sz="1100" dirty="0" err="1"/>
              <a:t>Graphdatenbanken</a:t>
            </a:r>
            <a:r>
              <a:rPr lang="de-DE" sz="1100" dirty="0"/>
              <a:t> wurden entwickelt, weil in vielen Domänen Beziehungen selbst die wichtigste Information sind.</a:t>
            </a:r>
            <a:endParaRPr lang="de-DE" dirty="0"/>
          </a:p>
          <a:p>
            <a:endParaRPr lang="de-DE" dirty="0"/>
          </a:p>
          <a:p>
            <a:r>
              <a:rPr lang="de-DE" dirty="0"/>
              <a:t>Wenn Beziehungen der Kern des Modells sind, stellt sich als Nächstes die Frage: Wie sieht dieses Modell eigentlich konkret aus? Genau das schauen wir uns jetzt beim konzeptuellen Modell an – also Knoten, Kanten, Labels und Properties.</a:t>
            </a:r>
          </a:p>
        </p:txBody>
      </p:sp>
    </p:spTree>
    <p:extLst>
      <p:ext uri="{BB962C8B-B14F-4D97-AF65-F5344CB8AC3E}">
        <p14:creationId xmlns:p14="http://schemas.microsoft.com/office/powerpoint/2010/main" val="13366672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a:extLst>
            <a:ext uri="{FF2B5EF4-FFF2-40B4-BE49-F238E27FC236}">
              <a16:creationId xmlns:a16="http://schemas.microsoft.com/office/drawing/2014/main" id="{319E544F-B118-9802-B022-12CF34D8ABD4}"/>
            </a:ext>
          </a:extLst>
        </p:cNvPr>
        <p:cNvGrpSpPr/>
        <p:nvPr/>
      </p:nvGrpSpPr>
      <p:grpSpPr>
        <a:xfrm>
          <a:off x="0" y="0"/>
          <a:ext cx="0" cy="0"/>
          <a:chOff x="0" y="0"/>
          <a:chExt cx="0" cy="0"/>
        </a:xfrm>
      </p:grpSpPr>
      <p:sp>
        <p:nvSpPr>
          <p:cNvPr id="814" name="Google Shape;814;g22df74e7d5b_0_785:notes">
            <a:extLst>
              <a:ext uri="{FF2B5EF4-FFF2-40B4-BE49-F238E27FC236}">
                <a16:creationId xmlns:a16="http://schemas.microsoft.com/office/drawing/2014/main" id="{B4A30EEA-6EFC-E13F-0D7D-72DE6BAFCD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15" name="Google Shape;815;g22df74e7d5b_0_785:notes">
            <a:extLst>
              <a:ext uri="{FF2B5EF4-FFF2-40B4-BE49-F238E27FC236}">
                <a16:creationId xmlns:a16="http://schemas.microsoft.com/office/drawing/2014/main" id="{57D1F7D2-8F09-4621-C5F4-57226EB4AE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Jetzt kennen wir die logischen Bausteine des Graph Modells. Als Nächstes stellt sich die Frage, wie solche Graphen intern gespeichert werden – also welche Datenstrukturen und Speicherprinzipien hinter Graph Datenbanken stehen.</a:t>
            </a:r>
            <a:endParaRPr dirty="0"/>
          </a:p>
        </p:txBody>
      </p:sp>
    </p:spTree>
    <p:extLst>
      <p:ext uri="{BB962C8B-B14F-4D97-AF65-F5344CB8AC3E}">
        <p14:creationId xmlns:p14="http://schemas.microsoft.com/office/powerpoint/2010/main" val="10148020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6C5A840E-61B8-9D7A-BB6D-9CCC24FB794C}"/>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569345C9-B6E2-6A71-1523-DB1CFC7AF5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8EA5197B-0F46-6EF3-4042-C713372FF4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628715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3BE76-6D80-2030-90BF-3FA2BBCE7D9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25877D6-288B-AA00-AEFF-0F38D6BF403E}"/>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86F05CFD-57C8-5912-ECEA-F8B65A3ADFEB}"/>
              </a:ext>
            </a:extLst>
          </p:cNvPr>
          <p:cNvSpPr>
            <a:spLocks noGrp="1"/>
          </p:cNvSpPr>
          <p:nvPr>
            <p:ph type="body" idx="1"/>
          </p:nvPr>
        </p:nvSpPr>
        <p:spPr/>
        <p:txBody>
          <a:bodyPr/>
          <a:lstStyle/>
          <a:p>
            <a:r>
              <a:rPr lang="de-DE" dirty="0"/>
              <a:t>Bisher haben wir den Graph logisch betrachtet: Knoten, Kanten, Labels und Properties. Das ist die konzeptuelle Sicht. Eine Datenbank braucht aber zusätzlich eine physische Sicht: Wie werden diese Elemente tatsächlich im Speicher oder auf der Platte organisiert? Genau diese Unterscheidung ist wichtig, weil die Performance von Graph Abfragen stark davon abhängt, wie Nachbarschaften intern abgelegt sind.</a:t>
            </a:r>
          </a:p>
        </p:txBody>
      </p:sp>
    </p:spTree>
    <p:extLst>
      <p:ext uri="{BB962C8B-B14F-4D97-AF65-F5344CB8AC3E}">
        <p14:creationId xmlns:p14="http://schemas.microsoft.com/office/powerpoint/2010/main" val="35116378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11CC3-4EEE-4A0F-516D-DC17A070E9B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17D8569-F5AF-ABBE-A202-F3175D3A9213}"/>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4E5A451F-24C0-EB4E-043E-C6FF15545608}"/>
              </a:ext>
            </a:extLst>
          </p:cNvPr>
          <p:cNvSpPr>
            <a:spLocks noGrp="1"/>
          </p:cNvSpPr>
          <p:nvPr>
            <p:ph type="body" idx="1"/>
          </p:nvPr>
        </p:nvSpPr>
        <p:spPr/>
        <p:txBody>
          <a:bodyPr/>
          <a:lstStyle/>
          <a:p>
            <a:pPr marL="158750" indent="0">
              <a:buNone/>
            </a:pPr>
            <a:r>
              <a:rPr lang="de-DE" dirty="0"/>
              <a:t>Theoretisch kann man Graphen auf zwei klassische Arten speichern. Erstens als Adjazenz Matrix: Dann gibt es für jedes mögliche Knotenpaar einen Eintrag. Das ist einfach, aber bei großen, dünn besetzten Graphen speicherintensiv. Zweitens als Adjazenz Liste: Dann speichert jeder Knoten nur die tatsächlich existierenden Nachbarn. Für reale Graph Datenbanken ist das meist die natürlichere Wahl</a:t>
            </a:r>
          </a:p>
        </p:txBody>
      </p:sp>
    </p:spTree>
    <p:extLst>
      <p:ext uri="{BB962C8B-B14F-4D97-AF65-F5344CB8AC3E}">
        <p14:creationId xmlns:p14="http://schemas.microsoft.com/office/powerpoint/2010/main" val="2976169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B0DBA-4A30-6C8E-39A7-A6689E1DED0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5556F41-0E99-EA78-BB1F-608DC6433D27}"/>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1B755EFB-ACA0-C1EB-F250-32AC831CFD07}"/>
              </a:ext>
            </a:extLst>
          </p:cNvPr>
          <p:cNvSpPr>
            <a:spLocks noGrp="1"/>
          </p:cNvSpPr>
          <p:nvPr>
            <p:ph type="body" idx="1"/>
          </p:nvPr>
        </p:nvSpPr>
        <p:spPr/>
        <p:txBody>
          <a:bodyPr/>
          <a:lstStyle/>
          <a:p>
            <a:r>
              <a:rPr lang="de-DE" dirty="0"/>
              <a:t>Das wichtigste Modell für unsere Vorlesung ist der Property Graph. Dabei besteht ein Graph nicht nur aus Knoten und Kanten. Sowohl Knoten als auch Kanten können zusätzliche Informationen tragen, nämlich </a:t>
            </a:r>
            <a:r>
              <a:rPr lang="de-DE" b="1" dirty="0"/>
              <a:t>Labels</a:t>
            </a:r>
            <a:r>
              <a:rPr lang="de-DE" dirty="0"/>
              <a:t> und </a:t>
            </a:r>
            <a:r>
              <a:rPr lang="de-DE" b="1" dirty="0"/>
              <a:t>Properties</a:t>
            </a:r>
            <a:r>
              <a:rPr lang="de-DE" dirty="0"/>
              <a:t>. Deshalb spricht man von einem gelabelten Property Graph.</a:t>
            </a:r>
          </a:p>
        </p:txBody>
      </p:sp>
    </p:spTree>
    <p:extLst>
      <p:ext uri="{BB962C8B-B14F-4D97-AF65-F5344CB8AC3E}">
        <p14:creationId xmlns:p14="http://schemas.microsoft.com/office/powerpoint/2010/main" val="34678370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FA3E2-05EA-FAD1-060F-8D995BF7E92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D210CA1-ABF4-124F-F218-D50B8B66F1CA}"/>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D36FED20-0498-AD8E-80E6-91F23DCB35C3}"/>
              </a:ext>
            </a:extLst>
          </p:cNvPr>
          <p:cNvSpPr>
            <a:spLocks noGrp="1"/>
          </p:cNvSpPr>
          <p:nvPr>
            <p:ph type="body" idx="1"/>
          </p:nvPr>
        </p:nvSpPr>
        <p:spPr/>
        <p:txBody>
          <a:bodyPr/>
          <a:lstStyle/>
          <a:p>
            <a:r>
              <a:rPr lang="de-DE" dirty="0"/>
              <a:t>Bei Neo4j werden Knoten und Kanten in Records gespeichert. Ein Knoten verweist auf seine Properties und auf die erste angrenzende Kante. Eine Kante verweist wiederum auf ihre beiden Endknoten und auf die nächsten bzw. vorherigen Kanten in den jeweiligen Nachbarschaften. Das ist wichtig, weil </a:t>
            </a:r>
            <a:r>
              <a:rPr lang="de-DE" dirty="0" err="1"/>
              <a:t>Traversals</a:t>
            </a:r>
            <a:r>
              <a:rPr lang="de-DE" dirty="0"/>
              <a:t> dadurch sehr direkt werden: Man folgt Verweisen im Graphen, statt Beziehungen jedes Mal neu über </a:t>
            </a:r>
            <a:r>
              <a:rPr lang="de-DE" dirty="0" err="1"/>
              <a:t>Joins</a:t>
            </a:r>
            <a:r>
              <a:rPr lang="de-DE" dirty="0"/>
              <a:t> zu rekonstruieren.</a:t>
            </a:r>
          </a:p>
        </p:txBody>
      </p:sp>
    </p:spTree>
    <p:extLst>
      <p:ext uri="{BB962C8B-B14F-4D97-AF65-F5344CB8AC3E}">
        <p14:creationId xmlns:p14="http://schemas.microsoft.com/office/powerpoint/2010/main" val="13172334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34F69-59A0-D48E-DD9F-781CAA7E058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3932015-339B-D583-BF77-32290FE8B784}"/>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54160E8E-FA8E-8143-49F8-79976DB09EAB}"/>
              </a:ext>
            </a:extLst>
          </p:cNvPr>
          <p:cNvSpPr>
            <a:spLocks noGrp="1"/>
          </p:cNvSpPr>
          <p:nvPr>
            <p:ph type="body" idx="1"/>
          </p:nvPr>
        </p:nvSpPr>
        <p:spPr/>
        <p:txBody>
          <a:bodyPr/>
          <a:lstStyle/>
          <a:p>
            <a:r>
              <a:rPr lang="de-DE" dirty="0"/>
              <a:t>Wichtig ist auch, dass nicht alles in einem Block gespeichert wird. Stattdessen arbeiten viele Systeme mit kleinen Speichereinheiten, sogenannten Records. So kann ein Knoten kompakt gespeichert werden, während umfangreichere Properties getrennt abgelegt werden. Das verbessert die Zugriffseffizienz, weil nur das geladen werden muss, was die Anfrage wirklich braucht.</a:t>
            </a:r>
          </a:p>
        </p:txBody>
      </p:sp>
    </p:spTree>
    <p:extLst>
      <p:ext uri="{BB962C8B-B14F-4D97-AF65-F5344CB8AC3E}">
        <p14:creationId xmlns:p14="http://schemas.microsoft.com/office/powerpoint/2010/main" val="929006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EDC1D-9C23-CED0-71A1-9F99ABF382A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33002BC-3E8A-C278-AE26-C35BB2B0186A}"/>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DFBEE4C3-B8C1-2979-E31B-BDA91F0FEA15}"/>
              </a:ext>
            </a:extLst>
          </p:cNvPr>
          <p:cNvSpPr>
            <a:spLocks noGrp="1"/>
          </p:cNvSpPr>
          <p:nvPr>
            <p:ph type="body" idx="1"/>
          </p:nvPr>
        </p:nvSpPr>
        <p:spPr/>
        <p:txBody>
          <a:bodyPr/>
          <a:lstStyle/>
          <a:p>
            <a:r>
              <a:rPr lang="de-DE" dirty="0"/>
              <a:t>Graph Modelle sind meist flexibler als relationale Schemata. Nicht jeder Knoten muss exakt dieselben Felder besitzen. Trotzdem ist das Modell nicht strukturlos. Man kann definieren, welche Knotentypen es gibt, welche Beziehungstypen erlaubt sind und welche Properties welchen Datentyp haben. Man kann sogar Pflichtfelder, optionale Felder oder eindeutige Attribute festlegen.</a:t>
            </a:r>
          </a:p>
        </p:txBody>
      </p:sp>
    </p:spTree>
    <p:extLst>
      <p:ext uri="{BB962C8B-B14F-4D97-AF65-F5344CB8AC3E}">
        <p14:creationId xmlns:p14="http://schemas.microsoft.com/office/powerpoint/2010/main" val="11437408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E7A73-77E4-DCF5-10BB-B54FBBA45B9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7EF9676-9A73-B7F3-0532-95FCE0984D12}"/>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52C3041C-A4E4-9D3C-96B9-A2C407023B64}"/>
              </a:ext>
            </a:extLst>
          </p:cNvPr>
          <p:cNvSpPr>
            <a:spLocks noGrp="1"/>
          </p:cNvSpPr>
          <p:nvPr>
            <p:ph type="body" idx="1"/>
          </p:nvPr>
        </p:nvSpPr>
        <p:spPr/>
        <p:txBody>
          <a:bodyPr/>
          <a:lstStyle/>
          <a:p>
            <a:r>
              <a:rPr lang="de-DE" dirty="0"/>
              <a:t>Die Datenstruktur ist kein technisches Detail am Rand, sondern der Grund dafür, warum </a:t>
            </a:r>
            <a:r>
              <a:rPr lang="de-DE" dirty="0" err="1"/>
              <a:t>Graphdatenbanken</a:t>
            </a:r>
            <a:r>
              <a:rPr lang="de-DE" dirty="0"/>
              <a:t> bestimmte Abfragen gut können. Wenn die Nachbarschaft eines Knotens direkt erreichbar ist, werden </a:t>
            </a:r>
            <a:r>
              <a:rPr lang="de-DE" dirty="0" err="1"/>
              <a:t>Traversals</a:t>
            </a:r>
            <a:r>
              <a:rPr lang="de-DE" dirty="0"/>
              <a:t> natürlich und effizient. Deshalb ist die physische Struktur eng mit dem Stärkenprofil von </a:t>
            </a:r>
            <a:r>
              <a:rPr lang="de-DE" dirty="0" err="1"/>
              <a:t>Graphdatenbanken</a:t>
            </a:r>
            <a:r>
              <a:rPr lang="de-DE" dirty="0"/>
              <a:t> verbunden.</a:t>
            </a:r>
          </a:p>
        </p:txBody>
      </p:sp>
    </p:spTree>
    <p:extLst>
      <p:ext uri="{BB962C8B-B14F-4D97-AF65-F5344CB8AC3E}">
        <p14:creationId xmlns:p14="http://schemas.microsoft.com/office/powerpoint/2010/main" val="8809841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3A352-1E69-EA03-1DA9-9FEA2AEFA26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8D5FCA7-303E-289D-7CBC-CF2C220780ED}"/>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DC298955-2E2D-E551-2D2E-32A3BB2EDACB}"/>
              </a:ext>
            </a:extLst>
          </p:cNvPr>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de-DE" dirty="0"/>
              <a:t>Die zentrale Botschaft dieses Kapitels lautet deshalb: Die Stärke von Graph Datenbanken liegt nicht nur im logischen Modell, sondern auch in der physischen Organisation der Beziehungen. Gerade weil Nachbarschaften gut erreichbar gespeichert werden, funktionieren </a:t>
            </a:r>
            <a:r>
              <a:rPr lang="de-DE" dirty="0" err="1"/>
              <a:t>Traversals</a:t>
            </a:r>
            <a:r>
              <a:rPr lang="de-DE" dirty="0"/>
              <a:t> so natürlich.</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de-DE" dirty="0"/>
          </a:p>
        </p:txBody>
      </p:sp>
    </p:spTree>
    <p:extLst>
      <p:ext uri="{BB962C8B-B14F-4D97-AF65-F5344CB8AC3E}">
        <p14:creationId xmlns:p14="http://schemas.microsoft.com/office/powerpoint/2010/main" val="15998490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a:extLst>
            <a:ext uri="{FF2B5EF4-FFF2-40B4-BE49-F238E27FC236}">
              <a16:creationId xmlns:a16="http://schemas.microsoft.com/office/drawing/2014/main" id="{669FC9C3-DD12-23DC-0CD6-A3474F2512BE}"/>
            </a:ext>
          </a:extLst>
        </p:cNvPr>
        <p:cNvGrpSpPr/>
        <p:nvPr/>
      </p:nvGrpSpPr>
      <p:grpSpPr>
        <a:xfrm>
          <a:off x="0" y="0"/>
          <a:ext cx="0" cy="0"/>
          <a:chOff x="0" y="0"/>
          <a:chExt cx="0" cy="0"/>
        </a:xfrm>
      </p:grpSpPr>
      <p:sp>
        <p:nvSpPr>
          <p:cNvPr id="814" name="Google Shape;814;g22df74e7d5b_0_785:notes">
            <a:extLst>
              <a:ext uri="{FF2B5EF4-FFF2-40B4-BE49-F238E27FC236}">
                <a16:creationId xmlns:a16="http://schemas.microsoft.com/office/drawing/2014/main" id="{3372A0B9-EEE0-F247-7768-062220EBE9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15" name="Google Shape;815;g22df74e7d5b_0_785:notes">
            <a:extLst>
              <a:ext uri="{FF2B5EF4-FFF2-40B4-BE49-F238E27FC236}">
                <a16:creationId xmlns:a16="http://schemas.microsoft.com/office/drawing/2014/main" id="{9CBB20BA-296E-5E75-5773-089E985DD7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de-DE" dirty="0"/>
              <a:t>Jetzt wissen wir, wie Graph Daten logisch und physisch organisiert sind. Als Nächstes schauen wir uns an, wie man solche Graphen eigentlich abfragt — also das Query-Modell mit </a:t>
            </a:r>
            <a:r>
              <a:rPr lang="de-DE" dirty="0" err="1"/>
              <a:t>Cypher</a:t>
            </a:r>
            <a:r>
              <a:rPr lang="de-DE" dirty="0"/>
              <a:t> und dem Unterschied zu SQL.</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7186384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431FC79F-3058-FA6C-D8B0-49DE2CE3401C}"/>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57CE6C44-ACE6-FE59-1811-1E3645AF09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DCBBF076-321A-1C71-EF10-06DC3E63A9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991440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F2F52-DCF0-7C35-BB14-DB362977006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A349162-82CB-F0F1-FCFE-B02A5A742ED1}"/>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B827F7C3-3729-22D1-20FC-F3531FEB91CC}"/>
              </a:ext>
            </a:extLst>
          </p:cNvPr>
          <p:cNvSpPr>
            <a:spLocks noGrp="1"/>
          </p:cNvSpPr>
          <p:nvPr>
            <p:ph type="body" idx="1"/>
          </p:nvPr>
        </p:nvSpPr>
        <p:spPr/>
        <p:txBody>
          <a:bodyPr/>
          <a:lstStyle/>
          <a:p>
            <a:pPr marL="158750" indent="0">
              <a:buNone/>
            </a:pPr>
            <a:r>
              <a:rPr lang="de-DE" dirty="0"/>
              <a:t>Wenn wir aus der relationalen Welt kommen, denken wir bei Abfragen oft in Tabellen, Spalten und </a:t>
            </a:r>
            <a:r>
              <a:rPr lang="de-DE" dirty="0" err="1"/>
              <a:t>Joins</a:t>
            </a:r>
            <a:r>
              <a:rPr lang="de-DE" dirty="0"/>
              <a:t>. Im </a:t>
            </a:r>
            <a:r>
              <a:rPr lang="de-DE" dirty="0" err="1"/>
              <a:t>Graphmodell</a:t>
            </a:r>
            <a:r>
              <a:rPr lang="de-DE" dirty="0"/>
              <a:t> verschiebt sich diese Perspektive. Dort interessiert uns häufig nicht: Welche Tabellen muss ich verbinden? Sondern: Welches Muster suche ich im Netz der Beziehungen? Genau deshalb basiert das Query-Modell von </a:t>
            </a:r>
            <a:r>
              <a:rPr lang="de-DE" dirty="0" err="1"/>
              <a:t>Graphdatenbanken</a:t>
            </a:r>
            <a:r>
              <a:rPr lang="de-DE" dirty="0"/>
              <a:t> stark auf Pattern </a:t>
            </a:r>
            <a:r>
              <a:rPr lang="de-DE" dirty="0" err="1"/>
              <a:t>Matching</a:t>
            </a:r>
            <a:r>
              <a:rPr lang="de-DE" dirty="0"/>
              <a:t> und </a:t>
            </a:r>
            <a:r>
              <a:rPr lang="de-DE" dirty="0" err="1"/>
              <a:t>Traversals</a:t>
            </a:r>
            <a:r>
              <a:rPr lang="de-DE" dirty="0"/>
              <a:t>.</a:t>
            </a:r>
          </a:p>
        </p:txBody>
      </p:sp>
    </p:spTree>
    <p:extLst>
      <p:ext uri="{BB962C8B-B14F-4D97-AF65-F5344CB8AC3E}">
        <p14:creationId xmlns:p14="http://schemas.microsoft.com/office/powerpoint/2010/main" val="29743405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28D57-A90A-48B9-76C2-8950D4062FD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1702518-917B-B0ED-35CA-D4543D65848C}"/>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4462D4EA-727A-459D-3065-3C41DD21B414}"/>
              </a:ext>
            </a:extLst>
          </p:cNvPr>
          <p:cNvSpPr>
            <a:spLocks noGrp="1"/>
          </p:cNvSpPr>
          <p:nvPr>
            <p:ph type="body" idx="1"/>
          </p:nvPr>
        </p:nvSpPr>
        <p:spPr/>
        <p:txBody>
          <a:bodyPr/>
          <a:lstStyle/>
          <a:p>
            <a:pPr marL="158750" indent="0">
              <a:buNone/>
            </a:pPr>
            <a:r>
              <a:rPr lang="de-DE" dirty="0"/>
              <a:t>Da wir im Kurs vor allem mit dem Property-Graph-Modell und mit Neo4j arbeiten, steht für uns </a:t>
            </a:r>
            <a:r>
              <a:rPr lang="de-DE" dirty="0" err="1"/>
              <a:t>Cypher</a:t>
            </a:r>
            <a:r>
              <a:rPr lang="de-DE" dirty="0"/>
              <a:t> im Mittelpunkt. </a:t>
            </a:r>
            <a:r>
              <a:rPr lang="de-DE" dirty="0" err="1"/>
              <a:t>Cypher</a:t>
            </a:r>
            <a:r>
              <a:rPr lang="de-DE" dirty="0"/>
              <a:t> ist eine deklarative Graph-Abfragesprache, die besonders stark darin ist, Muster direkt im Graphen zu beschreiben. Genau deshalb eignet sie sich sehr gut für den Einstieg.</a:t>
            </a:r>
          </a:p>
        </p:txBody>
      </p:sp>
    </p:spTree>
    <p:extLst>
      <p:ext uri="{BB962C8B-B14F-4D97-AF65-F5344CB8AC3E}">
        <p14:creationId xmlns:p14="http://schemas.microsoft.com/office/powerpoint/2010/main" val="42805824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AE64A-8439-E45D-1750-06E9DD93D9B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E001E9F-653C-A4CD-04B8-9A6373188A91}"/>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6CA95156-7995-7519-8F4D-A859B9387D8C}"/>
              </a:ext>
            </a:extLst>
          </p:cNvPr>
          <p:cNvSpPr>
            <a:spLocks noGrp="1"/>
          </p:cNvSpPr>
          <p:nvPr>
            <p:ph type="body" idx="1"/>
          </p:nvPr>
        </p:nvSpPr>
        <p:spPr/>
        <p:txBody>
          <a:bodyPr/>
          <a:lstStyle/>
          <a:p>
            <a:pPr marL="158750" indent="0">
              <a:buNone/>
            </a:pPr>
            <a:r>
              <a:rPr lang="de-DE" dirty="0"/>
              <a:t>Das zentrale Konzept ist Pattern </a:t>
            </a:r>
            <a:r>
              <a:rPr lang="de-DE" dirty="0" err="1"/>
              <a:t>Matching</a:t>
            </a:r>
            <a:r>
              <a:rPr lang="de-DE" dirty="0"/>
              <a:t>. Wir schreiben nicht zuerst, wie die Daten technisch verbunden werden sollen, sondern wir formulieren die Form des gesuchten Zusammenhangs. Zum Beispiel: Finde Personen, die in einem bestimmten Film mitgespielt haben. Oder: Finde zwei Autoren, die an demselben Artikel beteiligt waren. Das Denken ist also graphisch und nicht tabellarisch.</a:t>
            </a:r>
          </a:p>
        </p:txBody>
      </p:sp>
    </p:spTree>
    <p:extLst>
      <p:ext uri="{BB962C8B-B14F-4D97-AF65-F5344CB8AC3E}">
        <p14:creationId xmlns:p14="http://schemas.microsoft.com/office/powerpoint/2010/main" val="9294149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79748-B390-80B2-6A7E-77D9288A2FE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68697EC-2264-C848-794D-B5A58D23AF5F}"/>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AF14AF94-199C-5777-FD62-BE65D7F6B72F}"/>
              </a:ext>
            </a:extLst>
          </p:cNvPr>
          <p:cNvSpPr>
            <a:spLocks noGrp="1"/>
          </p:cNvSpPr>
          <p:nvPr>
            <p:ph type="body" idx="1"/>
          </p:nvPr>
        </p:nvSpPr>
        <p:spPr/>
        <p:txBody>
          <a:bodyPr/>
          <a:lstStyle/>
          <a:p>
            <a:pPr marL="158750" indent="0">
              <a:buNone/>
            </a:pPr>
            <a:r>
              <a:rPr lang="de-DE" dirty="0"/>
              <a:t>Für die ersten Schritte reichen uns drei Bausteine. Mit </a:t>
            </a:r>
            <a:r>
              <a:rPr lang="de-DE" sz="1100" b="0" i="0" u="none" strike="noStrike" cap="none" dirty="0">
                <a:solidFill>
                  <a:srgbClr val="000000"/>
                </a:solidFill>
                <a:latin typeface="Arial"/>
                <a:ea typeface="Arial"/>
                <a:cs typeface="Arial"/>
                <a:sym typeface="Arial"/>
              </a:rPr>
              <a:t>MATCH</a:t>
            </a:r>
            <a:r>
              <a:rPr lang="de-DE" dirty="0"/>
              <a:t> beschreiben wir das gesuchte Muster. Mit </a:t>
            </a:r>
            <a:r>
              <a:rPr lang="de-DE" sz="1100" b="0" i="0" u="none" strike="noStrike" cap="none" dirty="0">
                <a:solidFill>
                  <a:srgbClr val="000000"/>
                </a:solidFill>
                <a:latin typeface="Arial"/>
                <a:ea typeface="Arial"/>
                <a:cs typeface="Arial"/>
                <a:sym typeface="Arial"/>
              </a:rPr>
              <a:t>WHERE</a:t>
            </a:r>
            <a:r>
              <a:rPr lang="de-DE" dirty="0"/>
              <a:t> schränken wir Treffer ein. Mit </a:t>
            </a:r>
            <a:r>
              <a:rPr lang="de-DE" sz="1100" b="0" i="0" u="none" strike="noStrike" cap="none" dirty="0">
                <a:solidFill>
                  <a:srgbClr val="000000"/>
                </a:solidFill>
                <a:latin typeface="Arial"/>
                <a:ea typeface="Arial"/>
                <a:cs typeface="Arial"/>
                <a:sym typeface="Arial"/>
              </a:rPr>
              <a:t>RETURN</a:t>
            </a:r>
            <a:r>
              <a:rPr lang="de-DE" dirty="0"/>
              <a:t> legen wir fest, was ausgegeben wird. Das ist vom Prinzip her ähnlich zu einer deklarativen Sprache wie SQL, aber die Beschreibung orientiert sich direkt an </a:t>
            </a:r>
            <a:r>
              <a:rPr lang="de-DE" dirty="0" err="1"/>
              <a:t>Graphstrukturen</a:t>
            </a:r>
            <a:r>
              <a:rPr lang="de-DE" dirty="0"/>
              <a:t>.</a:t>
            </a:r>
          </a:p>
        </p:txBody>
      </p:sp>
    </p:spTree>
    <p:extLst>
      <p:ext uri="{BB962C8B-B14F-4D97-AF65-F5344CB8AC3E}">
        <p14:creationId xmlns:p14="http://schemas.microsoft.com/office/powerpoint/2010/main" val="3389779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50528-4CDD-65C6-A008-157E8869ED1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673FC0F-BEE5-A8D8-6B8C-28F902875D19}"/>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5B61BD0D-C30F-C132-AD5A-AD88FCB6E0D0}"/>
              </a:ext>
            </a:extLst>
          </p:cNvPr>
          <p:cNvSpPr>
            <a:spLocks noGrp="1"/>
          </p:cNvSpPr>
          <p:nvPr>
            <p:ph type="body" idx="1"/>
          </p:nvPr>
        </p:nvSpPr>
        <p:spPr/>
        <p:txBody>
          <a:bodyPr/>
          <a:lstStyle/>
          <a:p>
            <a:pPr marL="158750" indent="0">
              <a:buNone/>
            </a:pPr>
            <a:r>
              <a:rPr lang="de-DE" dirty="0"/>
              <a:t>Ein </a:t>
            </a:r>
            <a:r>
              <a:rPr lang="de-DE" dirty="0" err="1"/>
              <a:t>Traversal</a:t>
            </a:r>
            <a:r>
              <a:rPr lang="de-DE" dirty="0"/>
              <a:t> ist eine Abfrage, bei der wir den Graphen von einem Ausgangspunkt aus durchlaufen. Wir schauen also nicht nur auf direkte Nachbarn, sondern auf mehrstufige Verbindungen. Genau solche </a:t>
            </a:r>
            <a:r>
              <a:rPr lang="de-DE" dirty="0" err="1"/>
              <a:t>Traversals</a:t>
            </a:r>
            <a:r>
              <a:rPr lang="de-DE" dirty="0"/>
              <a:t> sind typisch für Empfehlungen, Netzwerkanalyse oder die Suche nach Verbindungspfaden.</a:t>
            </a:r>
          </a:p>
        </p:txBody>
      </p:sp>
    </p:spTree>
    <p:extLst>
      <p:ext uri="{BB962C8B-B14F-4D97-AF65-F5344CB8AC3E}">
        <p14:creationId xmlns:p14="http://schemas.microsoft.com/office/powerpoint/2010/main" val="2801460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10C42E7D-2934-CF89-1536-290AD36602C7}"/>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D804A95B-BF06-2549-A6EA-352C6489DA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6CA51CE2-A171-29A0-00A0-FD6509D102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SQL beschreibt typischerweise Operationen auf Tabellen. Beziehungen werden über Primär- und Fremdschlüssel hergestellt. </a:t>
            </a:r>
            <a:r>
              <a:rPr lang="de-DE" dirty="0" err="1"/>
              <a:t>Cypher</a:t>
            </a:r>
            <a:r>
              <a:rPr lang="de-DE" dirty="0"/>
              <a:t> beschreibt dagegen direkt Verbindungsstrukturen im Graphen. Beide Sprachen sind deklarativ, aber die zugrunde liegende Denkweise ist unterschiedlich: SQL fragt Tabellen ab, </a:t>
            </a:r>
            <a:r>
              <a:rPr lang="de-DE" dirty="0" err="1"/>
              <a:t>Cypher</a:t>
            </a:r>
            <a:r>
              <a:rPr lang="de-DE" dirty="0"/>
              <a:t> fragt Muster ab.</a:t>
            </a:r>
            <a:endParaRPr dirty="0"/>
          </a:p>
        </p:txBody>
      </p:sp>
    </p:spTree>
    <p:extLst>
      <p:ext uri="{BB962C8B-B14F-4D97-AF65-F5344CB8AC3E}">
        <p14:creationId xmlns:p14="http://schemas.microsoft.com/office/powerpoint/2010/main" val="11830778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CB01A0C9-80F6-FB3A-8BB8-DACCED7599B9}"/>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C1AE58D6-14B4-ACDE-7567-0AE278F19D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1F2F0BCF-4202-4493-A3CD-DEB3F615F4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Nicht jede </a:t>
            </a:r>
            <a:r>
              <a:rPr lang="de-DE" dirty="0" err="1"/>
              <a:t>Graphabfrage</a:t>
            </a:r>
            <a:r>
              <a:rPr lang="de-DE" dirty="0"/>
              <a:t> ist gleich komplex. Manche Abfragen holen nur einen einzelnen Knoten oder seine direkten Nachbarn. Andere traversieren mehrere Ebenen. Und ganz große analytische Abfragen betrachten den gesamten Graphen, etwa bei Community </a:t>
            </a:r>
            <a:r>
              <a:rPr lang="de-DE" dirty="0" err="1"/>
              <a:t>Detection</a:t>
            </a:r>
            <a:r>
              <a:rPr lang="de-DE" dirty="0"/>
              <a:t>. </a:t>
            </a:r>
            <a:endParaRPr dirty="0"/>
          </a:p>
        </p:txBody>
      </p:sp>
    </p:spTree>
    <p:extLst>
      <p:ext uri="{BB962C8B-B14F-4D97-AF65-F5344CB8AC3E}">
        <p14:creationId xmlns:p14="http://schemas.microsoft.com/office/powerpoint/2010/main" val="17271631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F4146-FEAE-5D00-A6BE-D4D06DBCAAF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0B35DAA-ABE4-A404-9407-120C20AFBDDB}"/>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6DA37705-36C2-DB3A-D8AC-05A0DFB6C000}"/>
              </a:ext>
            </a:extLst>
          </p:cNvPr>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de-DE" dirty="0"/>
              <a:t>Jetzt kennen wir das Grundprinzip der Graph Abfrage. Als Nächstes schauen wir uns an, wie solche Systeme architektonisch aufgebaut sind — also ob sie auf einem einzelnen Knoten laufen, verteilt arbeiten, replizieren oder </a:t>
            </a:r>
            <a:r>
              <a:rPr lang="de-DE" dirty="0" err="1"/>
              <a:t>sharden</a:t>
            </a:r>
            <a:r>
              <a:rPr lang="de-DE" dirty="0"/>
              <a:t>.</a:t>
            </a:r>
          </a:p>
        </p:txBody>
      </p:sp>
    </p:spTree>
    <p:extLst>
      <p:ext uri="{BB962C8B-B14F-4D97-AF65-F5344CB8AC3E}">
        <p14:creationId xmlns:p14="http://schemas.microsoft.com/office/powerpoint/2010/main" val="13108020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a:extLst>
            <a:ext uri="{FF2B5EF4-FFF2-40B4-BE49-F238E27FC236}">
              <a16:creationId xmlns:a16="http://schemas.microsoft.com/office/drawing/2014/main" id="{27E27CB6-CF49-6E5D-FD32-D0FE6A93D2D1}"/>
            </a:ext>
          </a:extLst>
        </p:cNvPr>
        <p:cNvGrpSpPr/>
        <p:nvPr/>
      </p:nvGrpSpPr>
      <p:grpSpPr>
        <a:xfrm>
          <a:off x="0" y="0"/>
          <a:ext cx="0" cy="0"/>
          <a:chOff x="0" y="0"/>
          <a:chExt cx="0" cy="0"/>
        </a:xfrm>
      </p:grpSpPr>
      <p:sp>
        <p:nvSpPr>
          <p:cNvPr id="814" name="Google Shape;814;g22df74e7d5b_0_785:notes">
            <a:extLst>
              <a:ext uri="{FF2B5EF4-FFF2-40B4-BE49-F238E27FC236}">
                <a16:creationId xmlns:a16="http://schemas.microsoft.com/office/drawing/2014/main" id="{D3242D61-E1A8-2F4C-F2E8-E7E234FC0B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15" name="Google Shape;815;g22df74e7d5b_0_785:notes">
            <a:extLst>
              <a:ext uri="{FF2B5EF4-FFF2-40B4-BE49-F238E27FC236}">
                <a16:creationId xmlns:a16="http://schemas.microsoft.com/office/drawing/2014/main" id="{BB080DDA-027C-4D5D-3174-429DC93323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13927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549DCD7F-DAA8-68A7-1D31-A791769DC7EB}"/>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1628DF9D-36DB-DB54-6F8F-79472FF2B3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3096048E-E8C7-8D0B-FCE3-11BD537A4D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71115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0A7D0125-5148-D0B4-0B0F-BD92D051840A}"/>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8C8CCF52-A08B-EE92-5704-8F7078C9AF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2284914A-2D9F-9840-834D-BF41EFAAF1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Wenn wir über Architektur sprechen, meinen wir nicht nur, ob die Datenbank lokal oder in der Cloud läuft. Gemeint ist die Grundfrage, wie ein System aufgebaut ist: Läuft es auf einem einzelnen Rechner oder verteilt? Gibt es Replikation? Wird die Datenmenge über mehrere Knoten verteilt? Unterstützt das System eher viele kleine transaktionale Abfragen oder auch große Analysen?</a:t>
            </a:r>
            <a:endParaRPr dirty="0"/>
          </a:p>
        </p:txBody>
      </p:sp>
    </p:spTree>
    <p:extLst>
      <p:ext uri="{BB962C8B-B14F-4D97-AF65-F5344CB8AC3E}">
        <p14:creationId xmlns:p14="http://schemas.microsoft.com/office/powerpoint/2010/main" val="17980605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1CF77631-BFB4-835D-B507-42555980A8A0}"/>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EA56C000-5B5A-0A61-F9EF-EBD7677332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2C913455-B1BA-86EB-441E-64C3546FC4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Ein Single-Node-System ist einfacher zu betreiben und für Lehre, Prototypen und viele mittlere Anwendungsfälle oft völlig ausreichend. Ein verteiltes System nutzt mehrere Server. Das wird interessant, wenn Graphen sehr groß werden, hohe Verfügbarkeit nötig ist oder viele Anfragen parallel verarbeitet werden sollen.</a:t>
            </a:r>
            <a:endParaRPr dirty="0"/>
          </a:p>
        </p:txBody>
      </p:sp>
    </p:spTree>
    <p:extLst>
      <p:ext uri="{BB962C8B-B14F-4D97-AF65-F5344CB8AC3E}">
        <p14:creationId xmlns:p14="http://schemas.microsoft.com/office/powerpoint/2010/main" val="11868959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C32DFDC5-E840-CD89-B402-D1DFC818028D}"/>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E34A97D6-47DE-5976-5514-F18E45A016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A9AE17E8-CACB-1330-5D7B-F282E45F4E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Replikation heißt: Mehrere Knoten halten Kopien derselben Daten. Das verbessert typischerweise die Verfügbarkeit und Fehlertoleranz. Wenn ein Knoten ausfällt, sind die Daten nicht sofort weg. Für Lesezugriffe kann Replikation außerdem helfen, die Last auf mehrere Maschinen zu verteilen.</a:t>
            </a:r>
            <a:endParaRPr dirty="0"/>
          </a:p>
        </p:txBody>
      </p:sp>
    </p:spTree>
    <p:extLst>
      <p:ext uri="{BB962C8B-B14F-4D97-AF65-F5344CB8AC3E}">
        <p14:creationId xmlns:p14="http://schemas.microsoft.com/office/powerpoint/2010/main" val="3112899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BF738143-C3B5-3C90-A34A-02AF44B1EDE8}"/>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D358F15F-3FEA-75DE-8B15-206F3C34A0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94B4914E-CD31-EB2D-6367-B7D37070F3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de-DE" dirty="0" err="1"/>
              <a:t>Sharding</a:t>
            </a:r>
            <a:r>
              <a:rPr lang="de-DE" dirty="0"/>
              <a:t> ist das Gegenstück zur Replikation. Statt dieselben Daten mehrfach zu speichern, wird der Graph in Teile zerlegt. Jeder Server hält also nur einen Ausschnitt. Das ist vor allem dann wichtig, wenn der gesamte Graph zu groß für einen einzelnen Rechner wäre.</a:t>
            </a:r>
          </a:p>
        </p:txBody>
      </p:sp>
    </p:spTree>
    <p:extLst>
      <p:ext uri="{BB962C8B-B14F-4D97-AF65-F5344CB8AC3E}">
        <p14:creationId xmlns:p14="http://schemas.microsoft.com/office/powerpoint/2010/main" val="410118341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FF6FCD99-3B6F-5653-DA3C-56D81F919F2B}"/>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6945B5DD-C70E-B439-3E6D-3D6D58492A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C31D87EF-6F45-2D9A-CF29-1B14B4E273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de-DE" dirty="0"/>
              <a:t>Replikation hilft vor allem bei Verfügbarkeit und Fehlertoleranz. </a:t>
            </a:r>
            <a:r>
              <a:rPr lang="de-DE" dirty="0" err="1"/>
              <a:t>Sharding</a:t>
            </a:r>
            <a:r>
              <a:rPr lang="de-DE" dirty="0"/>
              <a:t> hilft vor allem bei Skalierung und Speicherverteilung. Gute Architekturen kombinieren oft beides, aber das ist technisch deutlich anspruchsvoller als ein einfacher Einzelknotenbetrieb.</a:t>
            </a:r>
          </a:p>
        </p:txBody>
      </p:sp>
    </p:spTree>
    <p:extLst>
      <p:ext uri="{BB962C8B-B14F-4D97-AF65-F5344CB8AC3E}">
        <p14:creationId xmlns:p14="http://schemas.microsoft.com/office/powerpoint/2010/main" val="20983946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DC31B232-BAAB-A8CD-29A4-90D72076DF81}"/>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B2F1796A-3446-B4BB-EEA2-5C6A4DE465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F28C7C01-6A1B-05DF-D86E-6CFE6902BA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de-DE" dirty="0"/>
              <a:t>Nicht jede Graph Datenbank ist für dieselben Workloads gebaut. OLTP steht für viele kleine, interaktive Abfragen und Updates, etwa das Einfügen einer Kante oder das Nachschlagen einer Nachbarschaft. OLAP meint große analytische Abfragen über den ganzen Graphen, etwa Community </a:t>
            </a:r>
            <a:r>
              <a:rPr lang="de-DE" dirty="0" err="1"/>
              <a:t>Detection</a:t>
            </a:r>
            <a:r>
              <a:rPr lang="de-DE" dirty="0"/>
              <a:t> oder zentrale Knoten im Netzwerk. Manche Systeme fokussieren eher das eine, andere unterstützen beides.</a:t>
            </a:r>
          </a:p>
        </p:txBody>
      </p:sp>
    </p:spTree>
    <p:extLst>
      <p:ext uri="{BB962C8B-B14F-4D97-AF65-F5344CB8AC3E}">
        <p14:creationId xmlns:p14="http://schemas.microsoft.com/office/powerpoint/2010/main" val="157259841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E218A0F3-1210-B2E3-72F9-686A79207CDC}"/>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1D30316D-8D2D-1BAA-ED10-D71E3A2319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166D2143-DD77-3609-4640-5DE70CD95F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de-DE" dirty="0"/>
              <a:t>Für viele Anwendungen ist wichtig, dass Änderungen korrekt und konsistent verarbeitet werden. Deshalb spielt ACID auch bei Graph Datenbanken eine Rolle. Gerade für transaktionale Workloads ist das zentral. Allerdings unterscheiden sich Systeme darin, wie stark sie Transaktionen, Parallelität und Konsistenz im Detail unterstützen.</a:t>
            </a:r>
          </a:p>
        </p:txBody>
      </p:sp>
    </p:spTree>
    <p:extLst>
      <p:ext uri="{BB962C8B-B14F-4D97-AF65-F5344CB8AC3E}">
        <p14:creationId xmlns:p14="http://schemas.microsoft.com/office/powerpoint/2010/main" val="22713032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70BDF04A-F4E3-B6C6-3C7E-11762D3BAA1C}"/>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3093B7D8-329E-ECEB-3A4C-F7754595BA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2B2EEF40-643E-6A56-8A96-F2282D9E86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de-DE" dirty="0"/>
              <a:t>Für die Praxis genügt es, ein paar typische Vertreter zu kennen. Neo4j ist im Lehr- und Demo-Kontext besonders wichtig, weil es im Property-Graph-Bereich sehr etabliert ist. Amazon Neptune ist ein Beispiel für einen verwalteten Cloud-Dienst. </a:t>
            </a:r>
            <a:r>
              <a:rPr lang="de-DE" dirty="0" err="1"/>
              <a:t>ArangoDB</a:t>
            </a:r>
            <a:r>
              <a:rPr lang="de-DE" dirty="0"/>
              <a:t> und </a:t>
            </a:r>
            <a:r>
              <a:rPr lang="de-DE" dirty="0" err="1"/>
              <a:t>OrientDB</a:t>
            </a:r>
            <a:r>
              <a:rPr lang="de-DE" dirty="0"/>
              <a:t> zeigen, dass es auch multimodale Ansätze gibt, die Graphen mit anderen Datenmodellen kombinieren.</a:t>
            </a:r>
          </a:p>
        </p:txBody>
      </p:sp>
    </p:spTree>
    <p:extLst>
      <p:ext uri="{BB962C8B-B14F-4D97-AF65-F5344CB8AC3E}">
        <p14:creationId xmlns:p14="http://schemas.microsoft.com/office/powerpoint/2010/main" val="4163011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735B4-ACD4-9FFC-BC88-B44FB003285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7648AD6-B925-DCBC-977E-FEE79391A09C}"/>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2816A806-5ECA-FF72-5686-3707A159DD57}"/>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de-DE" dirty="0"/>
              <a:t>Jetzt haben wir gesehen, wie </a:t>
            </a:r>
            <a:r>
              <a:rPr lang="de-DE" dirty="0" err="1"/>
              <a:t>Graphdatenbanken</a:t>
            </a:r>
            <a:r>
              <a:rPr lang="de-DE" dirty="0"/>
              <a:t> technisch aufgebaut sein können. Damit können wir sie im nächsten Schritt gezielt mit relationalen Datenbanken vergleichen — also nicht nur auf Modellebene, sondern auch bei Flexibilität, Skalierung und Performance.</a:t>
            </a:r>
          </a:p>
        </p:txBody>
      </p:sp>
    </p:spTree>
    <p:extLst>
      <p:ext uri="{BB962C8B-B14F-4D97-AF65-F5344CB8AC3E}">
        <p14:creationId xmlns:p14="http://schemas.microsoft.com/office/powerpoint/2010/main" val="26697900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a:extLst>
            <a:ext uri="{FF2B5EF4-FFF2-40B4-BE49-F238E27FC236}">
              <a16:creationId xmlns:a16="http://schemas.microsoft.com/office/drawing/2014/main" id="{438EB9CF-EFD7-1164-354A-578188D7038B}"/>
            </a:ext>
          </a:extLst>
        </p:cNvPr>
        <p:cNvGrpSpPr/>
        <p:nvPr/>
      </p:nvGrpSpPr>
      <p:grpSpPr>
        <a:xfrm>
          <a:off x="0" y="0"/>
          <a:ext cx="0" cy="0"/>
          <a:chOff x="0" y="0"/>
          <a:chExt cx="0" cy="0"/>
        </a:xfrm>
      </p:grpSpPr>
      <p:sp>
        <p:nvSpPr>
          <p:cNvPr id="814" name="Google Shape;814;g22df74e7d5b_0_785:notes">
            <a:extLst>
              <a:ext uri="{FF2B5EF4-FFF2-40B4-BE49-F238E27FC236}">
                <a16:creationId xmlns:a16="http://schemas.microsoft.com/office/drawing/2014/main" id="{28F5F242-956D-B2CD-629E-7335C7D65D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15" name="Google Shape;815;g22df74e7d5b_0_785:notes">
            <a:extLst>
              <a:ext uri="{FF2B5EF4-FFF2-40B4-BE49-F238E27FC236}">
                <a16:creationId xmlns:a16="http://schemas.microsoft.com/office/drawing/2014/main" id="{C663D503-5FFA-0805-9FD0-B8436A7B49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99439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8731CED5-5F2D-9C54-A4A1-585BEA3572E5}"/>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A06CAE74-7E25-57F8-B9EF-22FF9C6FF4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B0F21E76-9211-6646-9549-B83C9A665D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2536935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C0BDAF2C-8255-11E5-45CA-ADAD85FEC85D}"/>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6331BDFF-6FE8-30C2-ADC4-131123D8D3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CA06BD76-E101-70CC-89C8-A323E254EA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Es wäre falsch zu sagen, relationale Datenbanken könnten keine Beziehungen darstellen. Natürlich können sie das. Sie tun es über Schlüssel und Tabellenverknüpfungen. Der Unterschied ist: Im relationalen Modell sind Beziehungen meist indirekt, im Graph Modell sind sie explizit Teil der Datenstruktur.</a:t>
            </a:r>
            <a:endParaRPr dirty="0"/>
          </a:p>
        </p:txBody>
      </p:sp>
    </p:spTree>
    <p:extLst>
      <p:ext uri="{BB962C8B-B14F-4D97-AF65-F5344CB8AC3E}">
        <p14:creationId xmlns:p14="http://schemas.microsoft.com/office/powerpoint/2010/main" val="28676116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D31033CB-F645-2801-0813-141930BB76DB}"/>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7881DD4C-E8BF-8DB7-6084-BEB02E2E27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D3392CE1-0377-F714-753F-37F8B77E5D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Im relationalen Modell zerlegen wir die Welt in Tabellen. Im Graph Modell zerlegen wir sie in Entitäten und Beziehungen. Das klingt zunächst nur wie eine andere Darstellung, hat aber große Folgen für Abfragen und für die Art, wie wir Probleme modellieren.</a:t>
            </a:r>
            <a:endParaRPr dirty="0"/>
          </a:p>
        </p:txBody>
      </p:sp>
    </p:spTree>
    <p:extLst>
      <p:ext uri="{BB962C8B-B14F-4D97-AF65-F5344CB8AC3E}">
        <p14:creationId xmlns:p14="http://schemas.microsoft.com/office/powerpoint/2010/main" val="310969548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1CC6A859-CF13-FDE8-8969-43FCE55003A3}"/>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3F4C486C-1C0D-E3F0-603C-43D57B55E2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30FA0A10-7DA7-983F-F544-62569C8E47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Das vielleicht wichtigste praktische Unterscheidungsmerkmal liegt in den Abfragen. In SQL überlege ich: Welche Tabellen verbinde ich? In </a:t>
            </a:r>
            <a:r>
              <a:rPr lang="de-DE" dirty="0" err="1"/>
              <a:t>Cypher</a:t>
            </a:r>
            <a:r>
              <a:rPr lang="de-DE" dirty="0"/>
              <a:t> oder allgemein im </a:t>
            </a:r>
            <a:r>
              <a:rPr lang="de-DE" dirty="0" err="1"/>
              <a:t>Graphmodell</a:t>
            </a:r>
            <a:r>
              <a:rPr lang="de-DE" dirty="0"/>
              <a:t> frage ich: Welches Muster oder welcher Pfad interessiert mich? Diese Denkweise ist besonders bei mehrstufigen Beziehungen oft natürlicher.</a:t>
            </a:r>
            <a:endParaRPr dirty="0"/>
          </a:p>
        </p:txBody>
      </p:sp>
    </p:spTree>
    <p:extLst>
      <p:ext uri="{BB962C8B-B14F-4D97-AF65-F5344CB8AC3E}">
        <p14:creationId xmlns:p14="http://schemas.microsoft.com/office/powerpoint/2010/main" val="15044309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E76DB393-CC70-529B-04D4-F6E7A7EA5955}"/>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8652AD94-74EE-9D20-7F2B-1B7E2A702D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744FF0F6-DB7C-2650-F408-2E669AA8D3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Relationale Datenbanken sind stark schemaorientiert. Das ist ein Vorteil, wenn Daten sehr strukturiert und stabil sind. </a:t>
            </a:r>
            <a:r>
              <a:rPr lang="de-DE" dirty="0" err="1"/>
              <a:t>Graphdatenbanken</a:t>
            </a:r>
            <a:r>
              <a:rPr lang="de-DE" dirty="0"/>
              <a:t> sind oft flexibler, weil nicht jeder Knoten dieselben Eigenschaften besitzen muss. Gleichzeitig heißt das nicht, dass Graph Modelle chaotisch sind. Auch dort lassen sich Typen, erlaubte Kanten und Property-Regeln definieren.</a:t>
            </a:r>
            <a:endParaRPr dirty="0"/>
          </a:p>
        </p:txBody>
      </p:sp>
    </p:spTree>
    <p:extLst>
      <p:ext uri="{BB962C8B-B14F-4D97-AF65-F5344CB8AC3E}">
        <p14:creationId xmlns:p14="http://schemas.microsoft.com/office/powerpoint/2010/main" val="194759621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E1EFD0B0-F193-A89D-66F3-2B267E97E937}"/>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B0C24771-C399-51C3-718B-68D7FCD5A8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C9BD6CC0-AE35-9826-5676-98D6A09757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Graph Datenbanken spielen ihre Stärke vor allem dann aus, wenn viele Beziehungsschritte relevant sind. Also bei ‘Freunde von Freunden’, ‘ähnliche Produkte über gemeinsame Nutzer’ oder ‘verdeckte Verbindungen in einem Betrugsnetz’. Relationale Datenbanken sind dagegen oft hervorragend bei stark strukturierten Standardabfragen, bei Tabellenaggregation und bei klassischen Transaktionssystemen.</a:t>
            </a:r>
            <a:endParaRPr dirty="0"/>
          </a:p>
        </p:txBody>
      </p:sp>
    </p:spTree>
    <p:extLst>
      <p:ext uri="{BB962C8B-B14F-4D97-AF65-F5344CB8AC3E}">
        <p14:creationId xmlns:p14="http://schemas.microsoft.com/office/powerpoint/2010/main" val="3201870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9BF50268-937E-80A1-12C4-47E85C175702}"/>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DBBBD006-F027-04E7-C3CA-D9F0CFDDE8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9C34A5C2-8A93-5E4E-7B13-F6A8C0A948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Relationale Datenbanken haben eine sehr lange Optimierungsgeschichte und sind im Betrieb extrem ausgereift. Graph Datenbanken können verteilte Architekturen unterstützen, aber die Partitionierung eines Graphen ist häufig anspruchsvoll, weil Verbindungen quer durch das Netz laufen. Das heißt: Skalierung ist möglich, aber nicht automatisch trivial.</a:t>
            </a:r>
            <a:endParaRPr dirty="0"/>
          </a:p>
        </p:txBody>
      </p:sp>
    </p:spTree>
    <p:extLst>
      <p:ext uri="{BB962C8B-B14F-4D97-AF65-F5344CB8AC3E}">
        <p14:creationId xmlns:p14="http://schemas.microsoft.com/office/powerpoint/2010/main" val="372958665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13D64FFC-723A-C3A2-75DC-38EB8A1023BC}"/>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A2560A57-1A79-99EF-C872-767113CD07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C70A2821-5DC6-F80F-49F6-0720CBE495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Wenn Beziehungen, Pfade und Netzwerke im Zentrum stehen, ist der Graph Ansatz oft sehr natürlich. Wenn dagegen klar strukturierte Datensätze, Standardtransaktionen und stabile tabellarische Schemata dominieren, ist ein relationales System oft die naheliegendere Lösung.</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In der Praxis geht es selten um ein ideologisches </a:t>
            </a:r>
            <a:r>
              <a:rPr lang="de-DE" dirty="0" err="1"/>
              <a:t>Entweder-oder</a:t>
            </a:r>
            <a:r>
              <a:rPr lang="de-DE" dirty="0"/>
              <a:t>. Die entscheidende Frage ist: Wo liegt die eigentliche Komplexität des Problems? Wenn sie in Tabellenstrukturen und klaren Transaktionen liegt, spricht viel für relational. Wenn sie in Beziehungen, Pfaden und vernetzten Mustern liegt, spricht viel für Graph.</a:t>
            </a:r>
            <a:endParaRPr dirty="0"/>
          </a:p>
        </p:txBody>
      </p:sp>
    </p:spTree>
    <p:extLst>
      <p:ext uri="{BB962C8B-B14F-4D97-AF65-F5344CB8AC3E}">
        <p14:creationId xmlns:p14="http://schemas.microsoft.com/office/powerpoint/2010/main" val="373873510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099D8-464C-0C25-9707-DBDDD9A5389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A245F81-746A-FA95-D335-A507781D5CFA}"/>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5518D03A-2742-3618-2443-0104142DBD25}"/>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de-DE" dirty="0"/>
              <a:t>Nachdem wir das Modell theoretisch eingeordnet haben, wechseln wir jetzt in die Praxis und zeigen am Beispiel eines Movie Graphs, wie Daten geladen, visualisiert und mit </a:t>
            </a:r>
            <a:r>
              <a:rPr lang="de-DE" dirty="0" err="1"/>
              <a:t>Cypher</a:t>
            </a:r>
            <a:r>
              <a:rPr lang="de-DE" dirty="0"/>
              <a:t> abgefragt werden.</a:t>
            </a:r>
          </a:p>
        </p:txBody>
      </p:sp>
    </p:spTree>
    <p:extLst>
      <p:ext uri="{BB962C8B-B14F-4D97-AF65-F5344CB8AC3E}">
        <p14:creationId xmlns:p14="http://schemas.microsoft.com/office/powerpoint/2010/main" val="190503809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a:extLst>
            <a:ext uri="{FF2B5EF4-FFF2-40B4-BE49-F238E27FC236}">
              <a16:creationId xmlns:a16="http://schemas.microsoft.com/office/drawing/2014/main" id="{599544FB-11BE-44C8-529C-5797B62E5092}"/>
            </a:ext>
          </a:extLst>
        </p:cNvPr>
        <p:cNvGrpSpPr/>
        <p:nvPr/>
      </p:nvGrpSpPr>
      <p:grpSpPr>
        <a:xfrm>
          <a:off x="0" y="0"/>
          <a:ext cx="0" cy="0"/>
          <a:chOff x="0" y="0"/>
          <a:chExt cx="0" cy="0"/>
        </a:xfrm>
      </p:grpSpPr>
      <p:sp>
        <p:nvSpPr>
          <p:cNvPr id="814" name="Google Shape;814;g22df74e7d5b_0_785:notes">
            <a:extLst>
              <a:ext uri="{FF2B5EF4-FFF2-40B4-BE49-F238E27FC236}">
                <a16:creationId xmlns:a16="http://schemas.microsoft.com/office/drawing/2014/main" id="{E21481B3-58AD-D35D-218B-A213B01092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15" name="Google Shape;815;g22df74e7d5b_0_785:notes">
            <a:extLst>
              <a:ext uri="{FF2B5EF4-FFF2-40B4-BE49-F238E27FC236}">
                <a16:creationId xmlns:a16="http://schemas.microsoft.com/office/drawing/2014/main" id="{409F9FBF-59ED-0377-1539-01BB816030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081822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85C67DF4-3F28-8542-9E38-45AF09345B35}"/>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CD9A981E-AFC9-906E-A990-56E181995D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56B5C768-750C-B933-1CAD-0CC50185E5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Wir arbeiten auf dem Standard-Movie-Graph von Neo4j. Er enthält Filme, Personen und zusätzlich ein kleines Netz aus Reviews und </a:t>
            </a:r>
            <a:r>
              <a:rPr lang="de-DE" dirty="0" err="1"/>
              <a:t>Follows</a:t>
            </a:r>
            <a:r>
              <a:rPr lang="de-DE" dirty="0"/>
              <a:t>. Ich starte bewusst nicht mit einer komplexen Query, sondern zeige erst kurz, welche Filme überhaupt im Graphen liegen.</a:t>
            </a:r>
            <a:endParaRPr dirty="0"/>
          </a:p>
        </p:txBody>
      </p:sp>
    </p:spTree>
    <p:extLst>
      <p:ext uri="{BB962C8B-B14F-4D97-AF65-F5344CB8AC3E}">
        <p14:creationId xmlns:p14="http://schemas.microsoft.com/office/powerpoint/2010/main" val="75790863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DE716CDF-10CB-42B0-83EE-1FDF74A1E27A}"/>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7905004E-1815-4FCA-14EA-28A24531D2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2465CC59-F2DA-D452-92F3-4447B07A52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Hier sieht man den eigentlichen Mehrwert: Im Browser wird der Graph direkt als Netzwerk sichtbar. Personen sind über Beziehungen wie </a:t>
            </a:r>
            <a:r>
              <a:rPr lang="de-DE" sz="1100" b="0" i="0" u="none" strike="noStrike" cap="none" dirty="0">
                <a:solidFill>
                  <a:srgbClr val="000000"/>
                </a:solidFill>
                <a:latin typeface="Arial"/>
                <a:ea typeface="Arial"/>
                <a:cs typeface="Arial"/>
                <a:sym typeface="Arial"/>
              </a:rPr>
              <a:t>ACTED_IN</a:t>
            </a:r>
            <a:r>
              <a:rPr lang="de-DE" dirty="0"/>
              <a:t>, </a:t>
            </a:r>
            <a:r>
              <a:rPr lang="de-DE" sz="1100" b="0" i="0" u="none" strike="noStrike" cap="none" dirty="0">
                <a:solidFill>
                  <a:srgbClr val="000000"/>
                </a:solidFill>
                <a:latin typeface="Arial"/>
                <a:ea typeface="Arial"/>
                <a:cs typeface="Arial"/>
                <a:sym typeface="Arial"/>
              </a:rPr>
              <a:t>DIRECTED</a:t>
            </a:r>
            <a:r>
              <a:rPr lang="de-DE" dirty="0"/>
              <a:t> oder </a:t>
            </a:r>
            <a:r>
              <a:rPr lang="de-DE" sz="1100" b="0" i="0" u="none" strike="noStrike" cap="none" dirty="0">
                <a:solidFill>
                  <a:srgbClr val="000000"/>
                </a:solidFill>
                <a:latin typeface="Arial"/>
                <a:ea typeface="Arial"/>
                <a:cs typeface="Arial"/>
                <a:sym typeface="Arial"/>
              </a:rPr>
              <a:t>PRODUCED</a:t>
            </a:r>
            <a:r>
              <a:rPr lang="de-DE" dirty="0"/>
              <a:t> mit dem Film verbunden.</a:t>
            </a:r>
            <a:endParaRPr dirty="0"/>
          </a:p>
        </p:txBody>
      </p:sp>
    </p:spTree>
    <p:extLst>
      <p:ext uri="{BB962C8B-B14F-4D97-AF65-F5344CB8AC3E}">
        <p14:creationId xmlns:p14="http://schemas.microsoft.com/office/powerpoint/2010/main" val="12430334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F9B5D12F-6C34-8607-420D-B94F2D876185}"/>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62DC9E25-6AF2-62F2-0A7A-9EC90D13E4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C55464D5-CD8A-F5F8-662D-09C8E22FE3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Das ist die grundlegende Denkweise in </a:t>
            </a:r>
            <a:r>
              <a:rPr lang="de-DE" dirty="0" err="1"/>
              <a:t>Cypher</a:t>
            </a:r>
            <a:r>
              <a:rPr lang="de-DE" dirty="0"/>
              <a:t>: Ich beschreibe ein Muster. Person, Beziehung </a:t>
            </a:r>
            <a:r>
              <a:rPr lang="de-DE" sz="1100" b="0" i="0" u="none" strike="noStrike" cap="none" dirty="0">
                <a:solidFill>
                  <a:srgbClr val="000000"/>
                </a:solidFill>
                <a:latin typeface="Arial"/>
                <a:ea typeface="Arial"/>
                <a:cs typeface="Arial"/>
                <a:sym typeface="Arial"/>
              </a:rPr>
              <a:t>ACTED_IN</a:t>
            </a:r>
            <a:r>
              <a:rPr lang="de-DE" dirty="0"/>
              <a:t>, Film. Ich muss nicht erst überlegen, welche Tabellen ich </a:t>
            </a:r>
            <a:r>
              <a:rPr lang="de-DE" dirty="0" err="1"/>
              <a:t>joinen</a:t>
            </a:r>
            <a:r>
              <a:rPr lang="de-DE" dirty="0"/>
              <a:t> müsste.</a:t>
            </a:r>
            <a:endParaRPr dirty="0"/>
          </a:p>
        </p:txBody>
      </p:sp>
    </p:spTree>
    <p:extLst>
      <p:ext uri="{BB962C8B-B14F-4D97-AF65-F5344CB8AC3E}">
        <p14:creationId xmlns:p14="http://schemas.microsoft.com/office/powerpoint/2010/main" val="354767235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AAA90CEA-96C4-FDE7-E7C3-EB53FF6F24EC}"/>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4C7BD406-4B60-277C-7FBE-270ED8A2CC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BBF58905-DFB3-DC5C-EF07-54E878BFCE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Jetzt kommt der Punkt, bei dem der Graph wirklich interessant wird. Wir starten bei </a:t>
            </a:r>
            <a:r>
              <a:rPr lang="de-DE" i="1" dirty="0"/>
              <a:t>The Matrix</a:t>
            </a:r>
            <a:r>
              <a:rPr lang="de-DE" dirty="0"/>
              <a:t>, gehen zu den Schauspielern und von dort weiter zu anderen Filmen. Das ist ein klassisches </a:t>
            </a:r>
            <a:r>
              <a:rPr lang="de-DE" dirty="0" err="1"/>
              <a:t>Traversal</a:t>
            </a:r>
            <a:r>
              <a:rPr lang="de-DE" dirty="0"/>
              <a:t> über mehrere Schritte.</a:t>
            </a:r>
            <a:endParaRPr dirty="0"/>
          </a:p>
        </p:txBody>
      </p:sp>
    </p:spTree>
    <p:extLst>
      <p:ext uri="{BB962C8B-B14F-4D97-AF65-F5344CB8AC3E}">
        <p14:creationId xmlns:p14="http://schemas.microsoft.com/office/powerpoint/2010/main" val="246375151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a:extLst>
            <a:ext uri="{FF2B5EF4-FFF2-40B4-BE49-F238E27FC236}">
              <a16:creationId xmlns:a16="http://schemas.microsoft.com/office/drawing/2014/main" id="{34CDE94A-C48E-3027-A0B6-0051D5FB73DA}"/>
            </a:ext>
          </a:extLst>
        </p:cNvPr>
        <p:cNvGrpSpPr/>
        <p:nvPr/>
      </p:nvGrpSpPr>
      <p:grpSpPr>
        <a:xfrm>
          <a:off x="0" y="0"/>
          <a:ext cx="0" cy="0"/>
          <a:chOff x="0" y="0"/>
          <a:chExt cx="0" cy="0"/>
        </a:xfrm>
      </p:grpSpPr>
      <p:sp>
        <p:nvSpPr>
          <p:cNvPr id="887" name="Google Shape;887;g22df74e7d5b_0_799:notes">
            <a:extLst>
              <a:ext uri="{FF2B5EF4-FFF2-40B4-BE49-F238E27FC236}">
                <a16:creationId xmlns:a16="http://schemas.microsoft.com/office/drawing/2014/main" id="{AB56350F-906A-E69B-1CAD-7531A324AC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88" name="Google Shape;888;g22df74e7d5b_0_799:notes">
            <a:extLst>
              <a:ext uri="{FF2B5EF4-FFF2-40B4-BE49-F238E27FC236}">
                <a16:creationId xmlns:a16="http://schemas.microsoft.com/office/drawing/2014/main" id="{5082F1F9-2C93-F084-304C-C5C6ED37C5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Hier frage ich nicht nach einer Liste, sondern nach einer Verbindung im Netzwerk. Der Browser eignet sich dafür besonders gut, weil man den Pfad direkt visualisieren kann.</a:t>
            </a:r>
            <a:endParaRPr dirty="0"/>
          </a:p>
        </p:txBody>
      </p:sp>
    </p:spTree>
    <p:extLst>
      <p:ext uri="{BB962C8B-B14F-4D97-AF65-F5344CB8AC3E}">
        <p14:creationId xmlns:p14="http://schemas.microsoft.com/office/powerpoint/2010/main" val="300746970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a:extLst>
            <a:ext uri="{FF2B5EF4-FFF2-40B4-BE49-F238E27FC236}">
              <a16:creationId xmlns:a16="http://schemas.microsoft.com/office/drawing/2014/main" id="{96C1612E-D3DE-BAD8-08ED-1D065316912D}"/>
            </a:ext>
          </a:extLst>
        </p:cNvPr>
        <p:cNvGrpSpPr/>
        <p:nvPr/>
      </p:nvGrpSpPr>
      <p:grpSpPr>
        <a:xfrm>
          <a:off x="0" y="0"/>
          <a:ext cx="0" cy="0"/>
          <a:chOff x="0" y="0"/>
          <a:chExt cx="0" cy="0"/>
        </a:xfrm>
      </p:grpSpPr>
      <p:sp>
        <p:nvSpPr>
          <p:cNvPr id="814" name="Google Shape;814;g22df74e7d5b_0_785:notes">
            <a:extLst>
              <a:ext uri="{FF2B5EF4-FFF2-40B4-BE49-F238E27FC236}">
                <a16:creationId xmlns:a16="http://schemas.microsoft.com/office/drawing/2014/main" id="{5B824C5A-56D7-908A-9556-216D8AF6D2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15" name="Google Shape;815;g22df74e7d5b_0_785:notes">
            <a:extLst>
              <a:ext uri="{FF2B5EF4-FFF2-40B4-BE49-F238E27FC236}">
                <a16:creationId xmlns:a16="http://schemas.microsoft.com/office/drawing/2014/main" id="{5EDF37D1-5E4E-0941-2A1E-07AAF76AFF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143869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5508B-1D4F-99D8-B476-656B2CAB520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459B79F-2FB8-515B-2A4A-4EEB69CE2D6A}"/>
              </a:ext>
            </a:extLst>
          </p:cNvPr>
          <p:cNvSpPr>
            <a:spLocks noGrp="1" noRot="1" noChangeAspect="1"/>
          </p:cNvSpPr>
          <p:nvPr>
            <p:ph type="sldImg"/>
          </p:nvPr>
        </p:nvSpPr>
        <p:spPr>
          <a:xfrm>
            <a:off x="381000" y="685800"/>
            <a:ext cx="6096000" cy="3429000"/>
          </a:xfrm>
        </p:spPr>
        <p:txBody>
          <a:bodyPr/>
          <a:lstStyle/>
          <a:p>
            <a:endParaRPr lang="de-DE"/>
          </a:p>
        </p:txBody>
      </p:sp>
      <p:sp>
        <p:nvSpPr>
          <p:cNvPr id="3" name="Notizenplatzhalter 2">
            <a:extLst>
              <a:ext uri="{FF2B5EF4-FFF2-40B4-BE49-F238E27FC236}">
                <a16:creationId xmlns:a16="http://schemas.microsoft.com/office/drawing/2014/main" id="{F5919936-75D6-E314-4E27-0D8C79A26EFB}"/>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de-DE" dirty="0"/>
              <a:t>Nachdem wir das Modell theoretisch eingeordnet haben, wechseln wir jetzt in die Praxis und zeigen am Beispiel eines Movie Graphs, wie Daten geladen, visualisiert und mit </a:t>
            </a:r>
            <a:r>
              <a:rPr lang="de-DE" dirty="0" err="1"/>
              <a:t>Cypher</a:t>
            </a:r>
            <a:r>
              <a:rPr lang="de-DE" dirty="0"/>
              <a:t> abgefragt werden.</a:t>
            </a:r>
          </a:p>
        </p:txBody>
      </p:sp>
    </p:spTree>
    <p:extLst>
      <p:ext uri="{BB962C8B-B14F-4D97-AF65-F5344CB8AC3E}">
        <p14:creationId xmlns:p14="http://schemas.microsoft.com/office/powerpoint/2010/main" val="136819860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a:extLst>
            <a:ext uri="{FF2B5EF4-FFF2-40B4-BE49-F238E27FC236}">
              <a16:creationId xmlns:a16="http://schemas.microsoft.com/office/drawing/2014/main" id="{78B5BADA-5B03-860F-93F3-833B20CA7759}"/>
            </a:ext>
          </a:extLst>
        </p:cNvPr>
        <p:cNvGrpSpPr/>
        <p:nvPr/>
      </p:nvGrpSpPr>
      <p:grpSpPr>
        <a:xfrm>
          <a:off x="0" y="0"/>
          <a:ext cx="0" cy="0"/>
          <a:chOff x="0" y="0"/>
          <a:chExt cx="0" cy="0"/>
        </a:xfrm>
      </p:grpSpPr>
      <p:sp>
        <p:nvSpPr>
          <p:cNvPr id="814" name="Google Shape;814;g22df74e7d5b_0_785:notes">
            <a:extLst>
              <a:ext uri="{FF2B5EF4-FFF2-40B4-BE49-F238E27FC236}">
                <a16:creationId xmlns:a16="http://schemas.microsoft.com/office/drawing/2014/main" id="{5AAD6C60-4711-6503-1CCD-390C5B2B03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15" name="Google Shape;815;g22df74e7d5b_0_785:notes">
            <a:extLst>
              <a:ext uri="{FF2B5EF4-FFF2-40B4-BE49-F238E27FC236}">
                <a16:creationId xmlns:a16="http://schemas.microsoft.com/office/drawing/2014/main" id="{2BD1BB6E-E71A-DF94-4C8A-68567817BD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883494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a:extLst>
            <a:ext uri="{FF2B5EF4-FFF2-40B4-BE49-F238E27FC236}">
              <a16:creationId xmlns:a16="http://schemas.microsoft.com/office/drawing/2014/main" id="{083D193F-DAC4-D9F9-C687-3EEB70536DEE}"/>
            </a:ext>
          </a:extLst>
        </p:cNvPr>
        <p:cNvGrpSpPr/>
        <p:nvPr/>
      </p:nvGrpSpPr>
      <p:grpSpPr>
        <a:xfrm>
          <a:off x="0" y="0"/>
          <a:ext cx="0" cy="0"/>
          <a:chOff x="0" y="0"/>
          <a:chExt cx="0" cy="0"/>
        </a:xfrm>
      </p:grpSpPr>
      <p:sp>
        <p:nvSpPr>
          <p:cNvPr id="1133" name="Google Shape;1133;g22df74e7d5b_0_842:notes">
            <a:extLst>
              <a:ext uri="{FF2B5EF4-FFF2-40B4-BE49-F238E27FC236}">
                <a16:creationId xmlns:a16="http://schemas.microsoft.com/office/drawing/2014/main" id="{793A4E22-364F-C125-7095-751FC58438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1134" name="Google Shape;1134;g22df74e7d5b_0_842:notes">
            <a:extLst>
              <a:ext uri="{FF2B5EF4-FFF2-40B4-BE49-F238E27FC236}">
                <a16:creationId xmlns:a16="http://schemas.microsoft.com/office/drawing/2014/main" id="{1DCFADF5-EF77-CF84-55E8-5E480F7DE4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3350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657650" y="1180075"/>
            <a:ext cx="5828700" cy="2114400"/>
          </a:xfrm>
          <a:prstGeom prst="rect">
            <a:avLst/>
          </a:prstGeom>
        </p:spPr>
        <p:txBody>
          <a:bodyPr spcFirstLastPara="1" wrap="square" lIns="91425" tIns="91425" rIns="91425" bIns="91425" anchor="b" anchorCtr="0">
            <a:noAutofit/>
          </a:bodyPr>
          <a:lstStyle>
            <a:lvl1pPr lvl="0" algn="ctr">
              <a:lnSpc>
                <a:spcPct val="80000"/>
              </a:lnSpc>
              <a:spcBef>
                <a:spcPts val="0"/>
              </a:spcBef>
              <a:spcAft>
                <a:spcPts val="0"/>
              </a:spcAft>
              <a:buClr>
                <a:srgbClr val="191919"/>
              </a:buClr>
              <a:buSzPts val="5200"/>
              <a:buNone/>
              <a:defRPr sz="96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659600" y="3487625"/>
            <a:ext cx="5824800" cy="4758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2"/>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rot="10800000">
            <a:off x="7443793" y="234700"/>
            <a:ext cx="1444188" cy="681819"/>
            <a:chOff x="751543" y="2718975"/>
            <a:chExt cx="1444188" cy="681819"/>
          </a:xfrm>
        </p:grpSpPr>
        <p:sp>
          <p:nvSpPr>
            <p:cNvPr id="12" name="Google Shape;12;p2"/>
            <p:cNvSpPr/>
            <p:nvPr/>
          </p:nvSpPr>
          <p:spPr>
            <a:xfrm>
              <a:off x="799998" y="2731578"/>
              <a:ext cx="1382699" cy="646828"/>
            </a:xfrm>
            <a:custGeom>
              <a:avLst/>
              <a:gdLst/>
              <a:ahLst/>
              <a:cxnLst/>
              <a:rect l="l" t="t" r="r" b="b"/>
              <a:pathLst>
                <a:path w="35327" h="16526" fill="none" extrusionOk="0">
                  <a:moveTo>
                    <a:pt x="298" y="0"/>
                  </a:moveTo>
                  <a:lnTo>
                    <a:pt x="298" y="11287"/>
                  </a:lnTo>
                  <a:cubicBezTo>
                    <a:pt x="298" y="11287"/>
                    <a:pt x="1" y="16526"/>
                    <a:pt x="6835" y="16526"/>
                  </a:cubicBezTo>
                  <a:lnTo>
                    <a:pt x="35326" y="16526"/>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98589" y="2718975"/>
              <a:ext cx="25206" cy="24736"/>
            </a:xfrm>
            <a:custGeom>
              <a:avLst/>
              <a:gdLst/>
              <a:ahLst/>
              <a:cxnLst/>
              <a:rect l="l" t="t" r="r" b="b"/>
              <a:pathLst>
                <a:path w="644" h="632" extrusionOk="0">
                  <a:moveTo>
                    <a:pt x="1" y="1"/>
                  </a:moveTo>
                  <a:lnTo>
                    <a:pt x="1" y="632"/>
                  </a:lnTo>
                  <a:lnTo>
                    <a:pt x="644" y="632"/>
                  </a:lnTo>
                  <a:lnTo>
                    <a:pt x="6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98589" y="3163096"/>
              <a:ext cx="25206" cy="25206"/>
            </a:xfrm>
            <a:custGeom>
              <a:avLst/>
              <a:gdLst/>
              <a:ahLst/>
              <a:cxnLst/>
              <a:rect l="l" t="t" r="r" b="b"/>
              <a:pathLst>
                <a:path w="644" h="644" extrusionOk="0">
                  <a:moveTo>
                    <a:pt x="1" y="0"/>
                  </a:moveTo>
                  <a:lnTo>
                    <a:pt x="1" y="643"/>
                  </a:lnTo>
                  <a:lnTo>
                    <a:pt x="644" y="643"/>
                  </a:lnTo>
                  <a:lnTo>
                    <a:pt x="6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1049790" y="3365803"/>
              <a:ext cx="25206" cy="25206"/>
            </a:xfrm>
            <a:custGeom>
              <a:avLst/>
              <a:gdLst/>
              <a:ahLst/>
              <a:cxnLst/>
              <a:rect l="l" t="t" r="r" b="b"/>
              <a:pathLst>
                <a:path w="644" h="644" extrusionOk="0">
                  <a:moveTo>
                    <a:pt x="0" y="0"/>
                  </a:moveTo>
                  <a:lnTo>
                    <a:pt x="0" y="643"/>
                  </a:lnTo>
                  <a:lnTo>
                    <a:pt x="643" y="643"/>
                  </a:lnTo>
                  <a:lnTo>
                    <a:pt x="6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2170524" y="3365803"/>
              <a:ext cx="25206" cy="25206"/>
            </a:xfrm>
            <a:custGeom>
              <a:avLst/>
              <a:gdLst/>
              <a:ahLst/>
              <a:cxnLst/>
              <a:rect l="l" t="t" r="r" b="b"/>
              <a:pathLst>
                <a:path w="644" h="644" extrusionOk="0">
                  <a:moveTo>
                    <a:pt x="1" y="0"/>
                  </a:moveTo>
                  <a:lnTo>
                    <a:pt x="1" y="643"/>
                  </a:lnTo>
                  <a:lnTo>
                    <a:pt x="644" y="643"/>
                  </a:lnTo>
                  <a:lnTo>
                    <a:pt x="6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72522" y="3378366"/>
              <a:ext cx="336017" cy="39"/>
            </a:xfrm>
            <a:custGeom>
              <a:avLst/>
              <a:gdLst/>
              <a:ahLst/>
              <a:cxnLst/>
              <a:rect l="l" t="t" r="r" b="b"/>
              <a:pathLst>
                <a:path w="8585" h="1" fill="none" extrusionOk="0">
                  <a:moveTo>
                    <a:pt x="8584" y="1"/>
                  </a:moveTo>
                  <a:lnTo>
                    <a:pt x="0" y="1"/>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751543" y="3356487"/>
              <a:ext cx="44306" cy="44306"/>
            </a:xfrm>
            <a:custGeom>
              <a:avLst/>
              <a:gdLst/>
              <a:ahLst/>
              <a:cxnLst/>
              <a:rect l="l" t="t" r="r" b="b"/>
              <a:pathLst>
                <a:path w="1132" h="1132" extrusionOk="0">
                  <a:moveTo>
                    <a:pt x="572" y="0"/>
                  </a:moveTo>
                  <a:cubicBezTo>
                    <a:pt x="250" y="0"/>
                    <a:pt x="0" y="262"/>
                    <a:pt x="0" y="572"/>
                  </a:cubicBezTo>
                  <a:cubicBezTo>
                    <a:pt x="0" y="881"/>
                    <a:pt x="250" y="1131"/>
                    <a:pt x="572" y="1131"/>
                  </a:cubicBezTo>
                  <a:cubicBezTo>
                    <a:pt x="881" y="1131"/>
                    <a:pt x="1131" y="881"/>
                    <a:pt x="1131" y="572"/>
                  </a:cubicBezTo>
                  <a:cubicBezTo>
                    <a:pt x="1119" y="262"/>
                    <a:pt x="869" y="0"/>
                    <a:pt x="5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 name="Google Shape;19;p2"/>
          <p:cNvGrpSpPr/>
          <p:nvPr/>
        </p:nvGrpSpPr>
        <p:grpSpPr>
          <a:xfrm>
            <a:off x="76189" y="76202"/>
            <a:ext cx="246104" cy="246125"/>
            <a:chOff x="821447" y="1650414"/>
            <a:chExt cx="221376" cy="221415"/>
          </a:xfrm>
        </p:grpSpPr>
        <p:sp>
          <p:nvSpPr>
            <p:cNvPr id="20" name="Google Shape;20;p2"/>
            <p:cNvSpPr/>
            <p:nvPr/>
          </p:nvSpPr>
          <p:spPr>
            <a:xfrm>
              <a:off x="932330" y="1650414"/>
              <a:ext cx="39" cy="221415"/>
            </a:xfrm>
            <a:custGeom>
              <a:avLst/>
              <a:gdLst/>
              <a:ahLst/>
              <a:cxnLst/>
              <a:rect l="l" t="t" r="r" b="b"/>
              <a:pathLst>
                <a:path w="1" h="5657" fill="none" extrusionOk="0">
                  <a:moveTo>
                    <a:pt x="1" y="1"/>
                  </a:moveTo>
                  <a:lnTo>
                    <a:pt x="1" y="5656"/>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1447" y="1761336"/>
              <a:ext cx="221376" cy="39"/>
            </a:xfrm>
            <a:custGeom>
              <a:avLst/>
              <a:gdLst/>
              <a:ahLst/>
              <a:cxnLst/>
              <a:rect l="l" t="t" r="r" b="b"/>
              <a:pathLst>
                <a:path w="5656" h="1" fill="none" extrusionOk="0">
                  <a:moveTo>
                    <a:pt x="5656" y="0"/>
                  </a:move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66184" y="1695151"/>
              <a:ext cx="129593" cy="129593"/>
            </a:xfrm>
            <a:custGeom>
              <a:avLst/>
              <a:gdLst/>
              <a:ahLst/>
              <a:cxnLst/>
              <a:rect l="l" t="t" r="r" b="b"/>
              <a:pathLst>
                <a:path w="3311" h="3311" fill="none" extrusionOk="0">
                  <a:moveTo>
                    <a:pt x="3310" y="1656"/>
                  </a:moveTo>
                  <a:cubicBezTo>
                    <a:pt x="3310" y="2572"/>
                    <a:pt x="2572" y="3311"/>
                    <a:pt x="1655" y="3311"/>
                  </a:cubicBezTo>
                  <a:cubicBezTo>
                    <a:pt x="738" y="3311"/>
                    <a:pt x="0" y="2572"/>
                    <a:pt x="0" y="1656"/>
                  </a:cubicBezTo>
                  <a:cubicBezTo>
                    <a:pt x="0" y="739"/>
                    <a:pt x="738" y="1"/>
                    <a:pt x="1655" y="1"/>
                  </a:cubicBezTo>
                  <a:cubicBezTo>
                    <a:pt x="2572" y="1"/>
                    <a:pt x="3310" y="739"/>
                    <a:pt x="3310" y="1656"/>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76189" y="76202"/>
            <a:ext cx="246104" cy="246125"/>
            <a:chOff x="821447" y="1650414"/>
            <a:chExt cx="221376" cy="221415"/>
          </a:xfrm>
        </p:grpSpPr>
        <p:sp>
          <p:nvSpPr>
            <p:cNvPr id="24" name="Google Shape;24;p2"/>
            <p:cNvSpPr/>
            <p:nvPr/>
          </p:nvSpPr>
          <p:spPr>
            <a:xfrm>
              <a:off x="932330" y="1650414"/>
              <a:ext cx="39" cy="221415"/>
            </a:xfrm>
            <a:custGeom>
              <a:avLst/>
              <a:gdLst/>
              <a:ahLst/>
              <a:cxnLst/>
              <a:rect l="l" t="t" r="r" b="b"/>
              <a:pathLst>
                <a:path w="1" h="5657" fill="none" extrusionOk="0">
                  <a:moveTo>
                    <a:pt x="1" y="1"/>
                  </a:moveTo>
                  <a:lnTo>
                    <a:pt x="1" y="5656"/>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21447" y="1761336"/>
              <a:ext cx="221376" cy="39"/>
            </a:xfrm>
            <a:custGeom>
              <a:avLst/>
              <a:gdLst/>
              <a:ahLst/>
              <a:cxnLst/>
              <a:rect l="l" t="t" r="r" b="b"/>
              <a:pathLst>
                <a:path w="5656" h="1" fill="none" extrusionOk="0">
                  <a:moveTo>
                    <a:pt x="5656" y="0"/>
                  </a:move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66184" y="1695151"/>
              <a:ext cx="129593" cy="129593"/>
            </a:xfrm>
            <a:custGeom>
              <a:avLst/>
              <a:gdLst/>
              <a:ahLst/>
              <a:cxnLst/>
              <a:rect l="l" t="t" r="r" b="b"/>
              <a:pathLst>
                <a:path w="3311" h="3311" fill="none" extrusionOk="0">
                  <a:moveTo>
                    <a:pt x="3310" y="1656"/>
                  </a:moveTo>
                  <a:cubicBezTo>
                    <a:pt x="3310" y="2572"/>
                    <a:pt x="2572" y="3311"/>
                    <a:pt x="1655" y="3311"/>
                  </a:cubicBezTo>
                  <a:cubicBezTo>
                    <a:pt x="738" y="3311"/>
                    <a:pt x="0" y="2572"/>
                    <a:pt x="0" y="1656"/>
                  </a:cubicBezTo>
                  <a:cubicBezTo>
                    <a:pt x="0" y="739"/>
                    <a:pt x="738" y="1"/>
                    <a:pt x="1655" y="1"/>
                  </a:cubicBezTo>
                  <a:cubicBezTo>
                    <a:pt x="2572" y="1"/>
                    <a:pt x="3310" y="739"/>
                    <a:pt x="3310" y="1656"/>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27;p2"/>
          <p:cNvGrpSpPr/>
          <p:nvPr/>
        </p:nvGrpSpPr>
        <p:grpSpPr>
          <a:xfrm rot="10800000">
            <a:off x="7443793" y="234700"/>
            <a:ext cx="1444188" cy="681819"/>
            <a:chOff x="751543" y="2718975"/>
            <a:chExt cx="1444188" cy="681819"/>
          </a:xfrm>
        </p:grpSpPr>
        <p:sp>
          <p:nvSpPr>
            <p:cNvPr id="28" name="Google Shape;28;p2"/>
            <p:cNvSpPr/>
            <p:nvPr/>
          </p:nvSpPr>
          <p:spPr>
            <a:xfrm>
              <a:off x="799998" y="2731578"/>
              <a:ext cx="1382699" cy="646828"/>
            </a:xfrm>
            <a:custGeom>
              <a:avLst/>
              <a:gdLst/>
              <a:ahLst/>
              <a:cxnLst/>
              <a:rect l="l" t="t" r="r" b="b"/>
              <a:pathLst>
                <a:path w="35327" h="16526" fill="none" extrusionOk="0">
                  <a:moveTo>
                    <a:pt x="298" y="0"/>
                  </a:moveTo>
                  <a:lnTo>
                    <a:pt x="298" y="11287"/>
                  </a:lnTo>
                  <a:cubicBezTo>
                    <a:pt x="298" y="11287"/>
                    <a:pt x="1" y="16526"/>
                    <a:pt x="6835" y="16526"/>
                  </a:cubicBezTo>
                  <a:lnTo>
                    <a:pt x="35326" y="16526"/>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798589" y="2718975"/>
              <a:ext cx="25206" cy="24736"/>
            </a:xfrm>
            <a:custGeom>
              <a:avLst/>
              <a:gdLst/>
              <a:ahLst/>
              <a:cxnLst/>
              <a:rect l="l" t="t" r="r" b="b"/>
              <a:pathLst>
                <a:path w="644" h="632" extrusionOk="0">
                  <a:moveTo>
                    <a:pt x="1" y="1"/>
                  </a:moveTo>
                  <a:lnTo>
                    <a:pt x="1" y="632"/>
                  </a:lnTo>
                  <a:lnTo>
                    <a:pt x="644" y="632"/>
                  </a:lnTo>
                  <a:lnTo>
                    <a:pt x="6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798589" y="3163096"/>
              <a:ext cx="25206" cy="25206"/>
            </a:xfrm>
            <a:custGeom>
              <a:avLst/>
              <a:gdLst/>
              <a:ahLst/>
              <a:cxnLst/>
              <a:rect l="l" t="t" r="r" b="b"/>
              <a:pathLst>
                <a:path w="644" h="644" extrusionOk="0">
                  <a:moveTo>
                    <a:pt x="1" y="0"/>
                  </a:moveTo>
                  <a:lnTo>
                    <a:pt x="1" y="643"/>
                  </a:lnTo>
                  <a:lnTo>
                    <a:pt x="644" y="643"/>
                  </a:lnTo>
                  <a:lnTo>
                    <a:pt x="6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1049790" y="3365803"/>
              <a:ext cx="25206" cy="25206"/>
            </a:xfrm>
            <a:custGeom>
              <a:avLst/>
              <a:gdLst/>
              <a:ahLst/>
              <a:cxnLst/>
              <a:rect l="l" t="t" r="r" b="b"/>
              <a:pathLst>
                <a:path w="644" h="644" extrusionOk="0">
                  <a:moveTo>
                    <a:pt x="0" y="0"/>
                  </a:moveTo>
                  <a:lnTo>
                    <a:pt x="0" y="643"/>
                  </a:lnTo>
                  <a:lnTo>
                    <a:pt x="643" y="643"/>
                  </a:lnTo>
                  <a:lnTo>
                    <a:pt x="6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2170524" y="3365803"/>
              <a:ext cx="25206" cy="25206"/>
            </a:xfrm>
            <a:custGeom>
              <a:avLst/>
              <a:gdLst/>
              <a:ahLst/>
              <a:cxnLst/>
              <a:rect l="l" t="t" r="r" b="b"/>
              <a:pathLst>
                <a:path w="644" h="644" extrusionOk="0">
                  <a:moveTo>
                    <a:pt x="1" y="0"/>
                  </a:moveTo>
                  <a:lnTo>
                    <a:pt x="1" y="643"/>
                  </a:lnTo>
                  <a:lnTo>
                    <a:pt x="644" y="643"/>
                  </a:lnTo>
                  <a:lnTo>
                    <a:pt x="6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772522" y="3378366"/>
              <a:ext cx="336017" cy="39"/>
            </a:xfrm>
            <a:custGeom>
              <a:avLst/>
              <a:gdLst/>
              <a:ahLst/>
              <a:cxnLst/>
              <a:rect l="l" t="t" r="r" b="b"/>
              <a:pathLst>
                <a:path w="8585" h="1" fill="none" extrusionOk="0">
                  <a:moveTo>
                    <a:pt x="8584" y="1"/>
                  </a:moveTo>
                  <a:lnTo>
                    <a:pt x="0" y="1"/>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751543" y="3356487"/>
              <a:ext cx="44306" cy="44306"/>
            </a:xfrm>
            <a:custGeom>
              <a:avLst/>
              <a:gdLst/>
              <a:ahLst/>
              <a:cxnLst/>
              <a:rect l="l" t="t" r="r" b="b"/>
              <a:pathLst>
                <a:path w="1132" h="1132" extrusionOk="0">
                  <a:moveTo>
                    <a:pt x="572" y="0"/>
                  </a:moveTo>
                  <a:cubicBezTo>
                    <a:pt x="250" y="0"/>
                    <a:pt x="0" y="262"/>
                    <a:pt x="0" y="572"/>
                  </a:cubicBezTo>
                  <a:cubicBezTo>
                    <a:pt x="0" y="881"/>
                    <a:pt x="250" y="1131"/>
                    <a:pt x="572" y="1131"/>
                  </a:cubicBezTo>
                  <a:cubicBezTo>
                    <a:pt x="881" y="1131"/>
                    <a:pt x="1131" y="881"/>
                    <a:pt x="1131" y="572"/>
                  </a:cubicBezTo>
                  <a:cubicBezTo>
                    <a:pt x="1119" y="262"/>
                    <a:pt x="869" y="0"/>
                    <a:pt x="5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3"/>
          <p:cNvSpPr txBox="1">
            <a:spLocks noGrp="1"/>
          </p:cNvSpPr>
          <p:nvPr>
            <p:ph type="title"/>
          </p:nvPr>
        </p:nvSpPr>
        <p:spPr>
          <a:xfrm>
            <a:off x="1701575" y="2463325"/>
            <a:ext cx="5740800" cy="8586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6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7" name="Google Shape;37;p3"/>
          <p:cNvSpPr txBox="1">
            <a:spLocks noGrp="1"/>
          </p:cNvSpPr>
          <p:nvPr>
            <p:ph type="title" idx="2" hasCustomPrompt="1"/>
          </p:nvPr>
        </p:nvSpPr>
        <p:spPr>
          <a:xfrm>
            <a:off x="3945150" y="1098100"/>
            <a:ext cx="1253700" cy="915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8" name="Google Shape;38;p3"/>
          <p:cNvSpPr txBox="1">
            <a:spLocks noGrp="1"/>
          </p:cNvSpPr>
          <p:nvPr>
            <p:ph type="subTitle" idx="1"/>
          </p:nvPr>
        </p:nvSpPr>
        <p:spPr>
          <a:xfrm>
            <a:off x="1701575" y="3213200"/>
            <a:ext cx="5740800" cy="37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9" name="Google Shape;39;p3"/>
          <p:cNvGrpSpPr/>
          <p:nvPr/>
        </p:nvGrpSpPr>
        <p:grpSpPr>
          <a:xfrm>
            <a:off x="76189" y="4821177"/>
            <a:ext cx="246104" cy="246125"/>
            <a:chOff x="821447" y="1650414"/>
            <a:chExt cx="221376" cy="221415"/>
          </a:xfrm>
        </p:grpSpPr>
        <p:sp>
          <p:nvSpPr>
            <p:cNvPr id="40" name="Google Shape;40;p3"/>
            <p:cNvSpPr/>
            <p:nvPr/>
          </p:nvSpPr>
          <p:spPr>
            <a:xfrm>
              <a:off x="932330" y="1650414"/>
              <a:ext cx="39" cy="221415"/>
            </a:xfrm>
            <a:custGeom>
              <a:avLst/>
              <a:gdLst/>
              <a:ahLst/>
              <a:cxnLst/>
              <a:rect l="l" t="t" r="r" b="b"/>
              <a:pathLst>
                <a:path w="1" h="5657" fill="none" extrusionOk="0">
                  <a:moveTo>
                    <a:pt x="1" y="1"/>
                  </a:moveTo>
                  <a:lnTo>
                    <a:pt x="1" y="5656"/>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821447" y="1761336"/>
              <a:ext cx="221376" cy="39"/>
            </a:xfrm>
            <a:custGeom>
              <a:avLst/>
              <a:gdLst/>
              <a:ahLst/>
              <a:cxnLst/>
              <a:rect l="l" t="t" r="r" b="b"/>
              <a:pathLst>
                <a:path w="5656" h="1" fill="none" extrusionOk="0">
                  <a:moveTo>
                    <a:pt x="5656" y="0"/>
                  </a:move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866184" y="1695151"/>
              <a:ext cx="129593" cy="129593"/>
            </a:xfrm>
            <a:custGeom>
              <a:avLst/>
              <a:gdLst/>
              <a:ahLst/>
              <a:cxnLst/>
              <a:rect l="l" t="t" r="r" b="b"/>
              <a:pathLst>
                <a:path w="3311" h="3311" fill="none" extrusionOk="0">
                  <a:moveTo>
                    <a:pt x="3310" y="1656"/>
                  </a:moveTo>
                  <a:cubicBezTo>
                    <a:pt x="3310" y="2572"/>
                    <a:pt x="2572" y="3311"/>
                    <a:pt x="1655" y="3311"/>
                  </a:cubicBezTo>
                  <a:cubicBezTo>
                    <a:pt x="738" y="3311"/>
                    <a:pt x="0" y="2572"/>
                    <a:pt x="0" y="1656"/>
                  </a:cubicBezTo>
                  <a:cubicBezTo>
                    <a:pt x="0" y="739"/>
                    <a:pt x="738" y="1"/>
                    <a:pt x="1655" y="1"/>
                  </a:cubicBezTo>
                  <a:cubicBezTo>
                    <a:pt x="2572" y="1"/>
                    <a:pt x="3310" y="739"/>
                    <a:pt x="3310" y="1656"/>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21"/>
        <p:cNvGrpSpPr/>
        <p:nvPr/>
      </p:nvGrpSpPr>
      <p:grpSpPr>
        <a:xfrm>
          <a:off x="0" y="0"/>
          <a:ext cx="0" cy="0"/>
          <a:chOff x="0" y="0"/>
          <a:chExt cx="0" cy="0"/>
        </a:xfrm>
      </p:grpSpPr>
      <p:sp>
        <p:nvSpPr>
          <p:cNvPr id="122" name="Google Shape;122;p7"/>
          <p:cNvSpPr txBox="1">
            <a:spLocks noGrp="1"/>
          </p:cNvSpPr>
          <p:nvPr>
            <p:ph type="title"/>
          </p:nvPr>
        </p:nvSpPr>
        <p:spPr>
          <a:xfrm>
            <a:off x="720000" y="445025"/>
            <a:ext cx="4155900" cy="12183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3" name="Google Shape;123;p7"/>
          <p:cNvSpPr txBox="1">
            <a:spLocks noGrp="1"/>
          </p:cNvSpPr>
          <p:nvPr>
            <p:ph type="subTitle" idx="1"/>
          </p:nvPr>
        </p:nvSpPr>
        <p:spPr>
          <a:xfrm>
            <a:off x="720000" y="1700300"/>
            <a:ext cx="4152900" cy="22983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
        <p:nvSpPr>
          <p:cNvPr id="124" name="Google Shape;124;p7"/>
          <p:cNvSpPr>
            <a:spLocks noGrp="1"/>
          </p:cNvSpPr>
          <p:nvPr>
            <p:ph type="pic" idx="2"/>
          </p:nvPr>
        </p:nvSpPr>
        <p:spPr>
          <a:xfrm>
            <a:off x="5420100" y="539500"/>
            <a:ext cx="3010500" cy="4064700"/>
          </a:xfrm>
          <a:prstGeom prst="roundRect">
            <a:avLst>
              <a:gd name="adj" fmla="val 16667"/>
            </a:avLst>
          </a:prstGeom>
          <a:noFill/>
          <a:ln w="9525" cap="flat" cmpd="sng">
            <a:solidFill>
              <a:schemeClr val="dk2"/>
            </a:solidFill>
            <a:prstDash val="solid"/>
            <a:round/>
            <a:headEnd type="none" w="sm" len="sm"/>
            <a:tailEnd type="none" w="sm" len="sm"/>
          </a:ln>
        </p:spPr>
        <p:txBody>
          <a:bodyPr/>
          <a:lstStyle/>
          <a:p>
            <a:endParaRPr lang="de-DE"/>
          </a:p>
        </p:txBody>
      </p:sp>
      <p:grpSp>
        <p:nvGrpSpPr>
          <p:cNvPr id="125" name="Google Shape;125;p7"/>
          <p:cNvGrpSpPr/>
          <p:nvPr/>
        </p:nvGrpSpPr>
        <p:grpSpPr>
          <a:xfrm>
            <a:off x="8132187" y="4281526"/>
            <a:ext cx="1011815" cy="861965"/>
            <a:chOff x="5228493" y="1132200"/>
            <a:chExt cx="632424" cy="538762"/>
          </a:xfrm>
        </p:grpSpPr>
        <p:sp>
          <p:nvSpPr>
            <p:cNvPr id="126" name="Google Shape;126;p7"/>
            <p:cNvSpPr/>
            <p:nvPr/>
          </p:nvSpPr>
          <p:spPr>
            <a:xfrm>
              <a:off x="5228493" y="1419762"/>
              <a:ext cx="251240" cy="251201"/>
            </a:xfrm>
            <a:custGeom>
              <a:avLst/>
              <a:gdLst/>
              <a:ahLst/>
              <a:cxnLst/>
              <a:rect l="l" t="t" r="r" b="b"/>
              <a:pathLst>
                <a:path w="6419" h="6418" fill="none" extrusionOk="0">
                  <a:moveTo>
                    <a:pt x="5204" y="6418"/>
                  </a:moveTo>
                  <a:lnTo>
                    <a:pt x="1227" y="6418"/>
                  </a:lnTo>
                  <a:cubicBezTo>
                    <a:pt x="548" y="6418"/>
                    <a:pt x="1" y="5870"/>
                    <a:pt x="1" y="5191"/>
                  </a:cubicBezTo>
                  <a:lnTo>
                    <a:pt x="1" y="1226"/>
                  </a:lnTo>
                  <a:cubicBezTo>
                    <a:pt x="1" y="536"/>
                    <a:pt x="560" y="0"/>
                    <a:pt x="1227" y="0"/>
                  </a:cubicBezTo>
                  <a:lnTo>
                    <a:pt x="5204" y="0"/>
                  </a:lnTo>
                  <a:cubicBezTo>
                    <a:pt x="5882" y="0"/>
                    <a:pt x="6418" y="548"/>
                    <a:pt x="6418" y="1226"/>
                  </a:cubicBezTo>
                  <a:lnTo>
                    <a:pt x="6418" y="5191"/>
                  </a:lnTo>
                  <a:cubicBezTo>
                    <a:pt x="6418" y="5870"/>
                    <a:pt x="5870"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7"/>
            <p:cNvSpPr/>
            <p:nvPr/>
          </p:nvSpPr>
          <p:spPr>
            <a:xfrm>
              <a:off x="5541183" y="1419762"/>
              <a:ext cx="251709" cy="251201"/>
            </a:xfrm>
            <a:custGeom>
              <a:avLst/>
              <a:gdLst/>
              <a:ahLst/>
              <a:cxnLst/>
              <a:rect l="l" t="t" r="r" b="b"/>
              <a:pathLst>
                <a:path w="6431" h="6418" fill="none" extrusionOk="0">
                  <a:moveTo>
                    <a:pt x="5192" y="6418"/>
                  </a:moveTo>
                  <a:lnTo>
                    <a:pt x="1215" y="6418"/>
                  </a:lnTo>
                  <a:cubicBezTo>
                    <a:pt x="537" y="6418"/>
                    <a:pt x="1" y="5870"/>
                    <a:pt x="1" y="5191"/>
                  </a:cubicBezTo>
                  <a:lnTo>
                    <a:pt x="1" y="1226"/>
                  </a:lnTo>
                  <a:cubicBezTo>
                    <a:pt x="1" y="536"/>
                    <a:pt x="548" y="0"/>
                    <a:pt x="1215" y="0"/>
                  </a:cubicBezTo>
                  <a:lnTo>
                    <a:pt x="5192" y="0"/>
                  </a:lnTo>
                  <a:cubicBezTo>
                    <a:pt x="5871" y="0"/>
                    <a:pt x="6406" y="548"/>
                    <a:pt x="6406" y="1226"/>
                  </a:cubicBezTo>
                  <a:lnTo>
                    <a:pt x="6406" y="5191"/>
                  </a:lnTo>
                  <a:cubicBezTo>
                    <a:pt x="6430" y="5870"/>
                    <a:pt x="5871"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7"/>
            <p:cNvSpPr/>
            <p:nvPr/>
          </p:nvSpPr>
          <p:spPr>
            <a:xfrm>
              <a:off x="5609247" y="1132200"/>
              <a:ext cx="251670" cy="250770"/>
            </a:xfrm>
            <a:custGeom>
              <a:avLst/>
              <a:gdLst/>
              <a:ahLst/>
              <a:cxnLst/>
              <a:rect l="l" t="t" r="r" b="b"/>
              <a:pathLst>
                <a:path w="6430" h="6407" fill="none" extrusionOk="0">
                  <a:moveTo>
                    <a:pt x="5191" y="6406"/>
                  </a:moveTo>
                  <a:lnTo>
                    <a:pt x="1214" y="6406"/>
                  </a:lnTo>
                  <a:cubicBezTo>
                    <a:pt x="536" y="6406"/>
                    <a:pt x="0" y="5859"/>
                    <a:pt x="0" y="5192"/>
                  </a:cubicBezTo>
                  <a:lnTo>
                    <a:pt x="0" y="1215"/>
                  </a:lnTo>
                  <a:cubicBezTo>
                    <a:pt x="0" y="537"/>
                    <a:pt x="548" y="1"/>
                    <a:pt x="1214" y="1"/>
                  </a:cubicBezTo>
                  <a:lnTo>
                    <a:pt x="5191" y="1"/>
                  </a:lnTo>
                  <a:cubicBezTo>
                    <a:pt x="5882" y="1"/>
                    <a:pt x="6418" y="549"/>
                    <a:pt x="6418" y="1215"/>
                  </a:cubicBezTo>
                  <a:lnTo>
                    <a:pt x="6418" y="5192"/>
                  </a:lnTo>
                  <a:cubicBezTo>
                    <a:pt x="6429" y="5859"/>
                    <a:pt x="5882" y="6406"/>
                    <a:pt x="5191" y="6406"/>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7"/>
            <p:cNvSpPr/>
            <p:nvPr/>
          </p:nvSpPr>
          <p:spPr>
            <a:xfrm>
              <a:off x="5268103" y="1596361"/>
              <a:ext cx="16361" cy="35461"/>
            </a:xfrm>
            <a:custGeom>
              <a:avLst/>
              <a:gdLst/>
              <a:ahLst/>
              <a:cxnLst/>
              <a:rect l="l" t="t" r="r" b="b"/>
              <a:pathLst>
                <a:path w="418" h="906" extrusionOk="0">
                  <a:moveTo>
                    <a:pt x="310" y="1"/>
                  </a:moveTo>
                  <a:cubicBezTo>
                    <a:pt x="239" y="1"/>
                    <a:pt x="191" y="12"/>
                    <a:pt x="155" y="48"/>
                  </a:cubicBezTo>
                  <a:cubicBezTo>
                    <a:pt x="120" y="84"/>
                    <a:pt x="108" y="131"/>
                    <a:pt x="108" y="203"/>
                  </a:cubicBezTo>
                  <a:lnTo>
                    <a:pt x="108" y="251"/>
                  </a:lnTo>
                  <a:lnTo>
                    <a:pt x="1" y="251"/>
                  </a:lnTo>
                  <a:lnTo>
                    <a:pt x="1" y="334"/>
                  </a:lnTo>
                  <a:lnTo>
                    <a:pt x="108" y="334"/>
                  </a:lnTo>
                  <a:lnTo>
                    <a:pt x="108" y="905"/>
                  </a:lnTo>
                  <a:lnTo>
                    <a:pt x="215" y="905"/>
                  </a:lnTo>
                  <a:lnTo>
                    <a:pt x="215" y="334"/>
                  </a:lnTo>
                  <a:lnTo>
                    <a:pt x="394" y="334"/>
                  </a:lnTo>
                  <a:lnTo>
                    <a:pt x="394" y="251"/>
                  </a:lnTo>
                  <a:lnTo>
                    <a:pt x="215" y="251"/>
                  </a:lnTo>
                  <a:lnTo>
                    <a:pt x="215" y="191"/>
                  </a:lnTo>
                  <a:cubicBezTo>
                    <a:pt x="215" y="155"/>
                    <a:pt x="215" y="131"/>
                    <a:pt x="239" y="108"/>
                  </a:cubicBezTo>
                  <a:cubicBezTo>
                    <a:pt x="251" y="96"/>
                    <a:pt x="275" y="84"/>
                    <a:pt x="310" y="84"/>
                  </a:cubicBezTo>
                  <a:lnTo>
                    <a:pt x="417" y="84"/>
                  </a:lnTo>
                  <a:lnTo>
                    <a:pt x="4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7"/>
            <p:cNvSpPr/>
            <p:nvPr/>
          </p:nvSpPr>
          <p:spPr>
            <a:xfrm>
              <a:off x="5287673" y="1605677"/>
              <a:ext cx="21488" cy="26146"/>
            </a:xfrm>
            <a:custGeom>
              <a:avLst/>
              <a:gdLst/>
              <a:ahLst/>
              <a:cxnLst/>
              <a:rect l="l" t="t" r="r" b="b"/>
              <a:pathLst>
                <a:path w="549" h="668" extrusionOk="0">
                  <a:moveTo>
                    <a:pt x="322" y="1"/>
                  </a:moveTo>
                  <a:cubicBezTo>
                    <a:pt x="275" y="1"/>
                    <a:pt x="239" y="13"/>
                    <a:pt x="203" y="24"/>
                  </a:cubicBezTo>
                  <a:cubicBezTo>
                    <a:pt x="167" y="48"/>
                    <a:pt x="132" y="72"/>
                    <a:pt x="108" y="120"/>
                  </a:cubicBezTo>
                  <a:lnTo>
                    <a:pt x="108" y="13"/>
                  </a:lnTo>
                  <a:lnTo>
                    <a:pt x="1" y="13"/>
                  </a:lnTo>
                  <a:lnTo>
                    <a:pt x="1" y="667"/>
                  </a:lnTo>
                  <a:lnTo>
                    <a:pt x="108" y="667"/>
                  </a:lnTo>
                  <a:lnTo>
                    <a:pt x="108" y="298"/>
                  </a:lnTo>
                  <a:cubicBezTo>
                    <a:pt x="108" y="239"/>
                    <a:pt x="132" y="179"/>
                    <a:pt x="156" y="144"/>
                  </a:cubicBezTo>
                  <a:cubicBezTo>
                    <a:pt x="191" y="108"/>
                    <a:pt x="239" y="96"/>
                    <a:pt x="298" y="96"/>
                  </a:cubicBezTo>
                  <a:cubicBezTo>
                    <a:pt x="346" y="96"/>
                    <a:pt x="382" y="108"/>
                    <a:pt x="406" y="132"/>
                  </a:cubicBezTo>
                  <a:cubicBezTo>
                    <a:pt x="429" y="167"/>
                    <a:pt x="441" y="215"/>
                    <a:pt x="441" y="274"/>
                  </a:cubicBezTo>
                  <a:lnTo>
                    <a:pt x="441" y="667"/>
                  </a:lnTo>
                  <a:lnTo>
                    <a:pt x="548" y="667"/>
                  </a:lnTo>
                  <a:lnTo>
                    <a:pt x="548" y="274"/>
                  </a:lnTo>
                  <a:cubicBezTo>
                    <a:pt x="548" y="179"/>
                    <a:pt x="525" y="120"/>
                    <a:pt x="489" y="72"/>
                  </a:cubicBezTo>
                  <a:cubicBezTo>
                    <a:pt x="453" y="24"/>
                    <a:pt x="394"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7"/>
            <p:cNvSpPr/>
            <p:nvPr/>
          </p:nvSpPr>
          <p:spPr>
            <a:xfrm>
              <a:off x="5596644" y="1605677"/>
              <a:ext cx="20079" cy="26615"/>
            </a:xfrm>
            <a:custGeom>
              <a:avLst/>
              <a:gdLst/>
              <a:ahLst/>
              <a:cxnLst/>
              <a:rect l="l" t="t" r="r" b="b"/>
              <a:pathLst>
                <a:path w="513" h="680" extrusionOk="0">
                  <a:moveTo>
                    <a:pt x="334" y="1"/>
                  </a:moveTo>
                  <a:cubicBezTo>
                    <a:pt x="227" y="1"/>
                    <a:pt x="143" y="24"/>
                    <a:pt x="84" y="84"/>
                  </a:cubicBezTo>
                  <a:cubicBezTo>
                    <a:pt x="24" y="155"/>
                    <a:pt x="1" y="239"/>
                    <a:pt x="1" y="346"/>
                  </a:cubicBezTo>
                  <a:cubicBezTo>
                    <a:pt x="1" y="441"/>
                    <a:pt x="24" y="525"/>
                    <a:pt x="84" y="596"/>
                  </a:cubicBezTo>
                  <a:cubicBezTo>
                    <a:pt x="143" y="655"/>
                    <a:pt x="227" y="679"/>
                    <a:pt x="322" y="679"/>
                  </a:cubicBezTo>
                  <a:cubicBezTo>
                    <a:pt x="358" y="679"/>
                    <a:pt x="393" y="679"/>
                    <a:pt x="429" y="667"/>
                  </a:cubicBezTo>
                  <a:cubicBezTo>
                    <a:pt x="453" y="667"/>
                    <a:pt x="489" y="655"/>
                    <a:pt x="513" y="644"/>
                  </a:cubicBezTo>
                  <a:lnTo>
                    <a:pt x="513" y="548"/>
                  </a:lnTo>
                  <a:cubicBezTo>
                    <a:pt x="489" y="560"/>
                    <a:pt x="453" y="572"/>
                    <a:pt x="429" y="584"/>
                  </a:cubicBezTo>
                  <a:cubicBezTo>
                    <a:pt x="393" y="584"/>
                    <a:pt x="370" y="596"/>
                    <a:pt x="334" y="596"/>
                  </a:cubicBezTo>
                  <a:cubicBezTo>
                    <a:pt x="263" y="596"/>
                    <a:pt x="215" y="572"/>
                    <a:pt x="167" y="525"/>
                  </a:cubicBezTo>
                  <a:cubicBezTo>
                    <a:pt x="132" y="477"/>
                    <a:pt x="120" y="417"/>
                    <a:pt x="120" y="346"/>
                  </a:cubicBezTo>
                  <a:cubicBezTo>
                    <a:pt x="120" y="263"/>
                    <a:pt x="132" y="203"/>
                    <a:pt x="167" y="155"/>
                  </a:cubicBezTo>
                  <a:cubicBezTo>
                    <a:pt x="215" y="108"/>
                    <a:pt x="263" y="84"/>
                    <a:pt x="334" y="84"/>
                  </a:cubicBezTo>
                  <a:cubicBezTo>
                    <a:pt x="370" y="84"/>
                    <a:pt x="393" y="96"/>
                    <a:pt x="429" y="96"/>
                  </a:cubicBezTo>
                  <a:cubicBezTo>
                    <a:pt x="453" y="108"/>
                    <a:pt x="489" y="120"/>
                    <a:pt x="513" y="144"/>
                  </a:cubicBezTo>
                  <a:lnTo>
                    <a:pt x="513" y="36"/>
                  </a:lnTo>
                  <a:cubicBezTo>
                    <a:pt x="489" y="24"/>
                    <a:pt x="453" y="13"/>
                    <a:pt x="429" y="13"/>
                  </a:cubicBezTo>
                  <a:cubicBezTo>
                    <a:pt x="393" y="1"/>
                    <a:pt x="358" y="1"/>
                    <a:pt x="3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7"/>
            <p:cNvSpPr/>
            <p:nvPr/>
          </p:nvSpPr>
          <p:spPr>
            <a:xfrm>
              <a:off x="5622281" y="1605677"/>
              <a:ext cx="23327" cy="26615"/>
            </a:xfrm>
            <a:custGeom>
              <a:avLst/>
              <a:gdLst/>
              <a:ahLst/>
              <a:cxnLst/>
              <a:rect l="l" t="t" r="r" b="b"/>
              <a:pathLst>
                <a:path w="596" h="680" extrusionOk="0">
                  <a:moveTo>
                    <a:pt x="298" y="84"/>
                  </a:moveTo>
                  <a:cubicBezTo>
                    <a:pt x="358" y="84"/>
                    <a:pt x="405" y="108"/>
                    <a:pt x="441" y="155"/>
                  </a:cubicBezTo>
                  <a:cubicBezTo>
                    <a:pt x="477" y="203"/>
                    <a:pt x="489" y="263"/>
                    <a:pt x="489" y="346"/>
                  </a:cubicBezTo>
                  <a:cubicBezTo>
                    <a:pt x="489" y="417"/>
                    <a:pt x="477" y="477"/>
                    <a:pt x="441" y="525"/>
                  </a:cubicBezTo>
                  <a:cubicBezTo>
                    <a:pt x="405" y="572"/>
                    <a:pt x="358" y="596"/>
                    <a:pt x="298" y="596"/>
                  </a:cubicBezTo>
                  <a:cubicBezTo>
                    <a:pt x="239" y="596"/>
                    <a:pt x="203" y="572"/>
                    <a:pt x="167" y="525"/>
                  </a:cubicBezTo>
                  <a:cubicBezTo>
                    <a:pt x="131" y="477"/>
                    <a:pt x="119" y="417"/>
                    <a:pt x="119" y="346"/>
                  </a:cubicBezTo>
                  <a:cubicBezTo>
                    <a:pt x="119" y="263"/>
                    <a:pt x="131" y="203"/>
                    <a:pt x="167" y="155"/>
                  </a:cubicBezTo>
                  <a:cubicBezTo>
                    <a:pt x="203" y="108"/>
                    <a:pt x="250" y="84"/>
                    <a:pt x="298" y="84"/>
                  </a:cubicBezTo>
                  <a:close/>
                  <a:moveTo>
                    <a:pt x="298" y="1"/>
                  </a:moveTo>
                  <a:cubicBezTo>
                    <a:pt x="203" y="1"/>
                    <a:pt x="131" y="24"/>
                    <a:pt x="84" y="84"/>
                  </a:cubicBezTo>
                  <a:cubicBezTo>
                    <a:pt x="24" y="155"/>
                    <a:pt x="0" y="239"/>
                    <a:pt x="0" y="346"/>
                  </a:cubicBezTo>
                  <a:cubicBezTo>
                    <a:pt x="0" y="453"/>
                    <a:pt x="24" y="536"/>
                    <a:pt x="84" y="596"/>
                  </a:cubicBezTo>
                  <a:cubicBezTo>
                    <a:pt x="131" y="655"/>
                    <a:pt x="203" y="679"/>
                    <a:pt x="298" y="679"/>
                  </a:cubicBezTo>
                  <a:cubicBezTo>
                    <a:pt x="393" y="679"/>
                    <a:pt x="465" y="655"/>
                    <a:pt x="524" y="596"/>
                  </a:cubicBezTo>
                  <a:cubicBezTo>
                    <a:pt x="572" y="536"/>
                    <a:pt x="596" y="453"/>
                    <a:pt x="596" y="346"/>
                  </a:cubicBezTo>
                  <a:cubicBezTo>
                    <a:pt x="596" y="239"/>
                    <a:pt x="572" y="155"/>
                    <a:pt x="524" y="84"/>
                  </a:cubicBezTo>
                  <a:cubicBezTo>
                    <a:pt x="465" y="24"/>
                    <a:pt x="393" y="1"/>
                    <a:pt x="2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7"/>
            <p:cNvSpPr/>
            <p:nvPr/>
          </p:nvSpPr>
          <p:spPr>
            <a:xfrm>
              <a:off x="5652575" y="1605677"/>
              <a:ext cx="21449" cy="26146"/>
            </a:xfrm>
            <a:custGeom>
              <a:avLst/>
              <a:gdLst/>
              <a:ahLst/>
              <a:cxnLst/>
              <a:rect l="l" t="t" r="r" b="b"/>
              <a:pathLst>
                <a:path w="548" h="668" extrusionOk="0">
                  <a:moveTo>
                    <a:pt x="322" y="1"/>
                  </a:moveTo>
                  <a:cubicBezTo>
                    <a:pt x="274" y="1"/>
                    <a:pt x="238" y="13"/>
                    <a:pt x="203" y="24"/>
                  </a:cubicBezTo>
                  <a:cubicBezTo>
                    <a:pt x="167" y="48"/>
                    <a:pt x="131" y="72"/>
                    <a:pt x="107" y="120"/>
                  </a:cubicBezTo>
                  <a:lnTo>
                    <a:pt x="107" y="13"/>
                  </a:lnTo>
                  <a:lnTo>
                    <a:pt x="0" y="13"/>
                  </a:lnTo>
                  <a:lnTo>
                    <a:pt x="0" y="667"/>
                  </a:lnTo>
                  <a:lnTo>
                    <a:pt x="107" y="667"/>
                  </a:lnTo>
                  <a:lnTo>
                    <a:pt x="107" y="298"/>
                  </a:lnTo>
                  <a:cubicBezTo>
                    <a:pt x="107" y="239"/>
                    <a:pt x="131" y="179"/>
                    <a:pt x="155" y="144"/>
                  </a:cubicBezTo>
                  <a:cubicBezTo>
                    <a:pt x="191" y="108"/>
                    <a:pt x="238" y="96"/>
                    <a:pt x="298" y="96"/>
                  </a:cubicBezTo>
                  <a:cubicBezTo>
                    <a:pt x="346" y="96"/>
                    <a:pt x="381" y="108"/>
                    <a:pt x="405" y="132"/>
                  </a:cubicBezTo>
                  <a:cubicBezTo>
                    <a:pt x="429" y="167"/>
                    <a:pt x="441" y="215"/>
                    <a:pt x="441" y="274"/>
                  </a:cubicBezTo>
                  <a:lnTo>
                    <a:pt x="441" y="667"/>
                  </a:lnTo>
                  <a:lnTo>
                    <a:pt x="548" y="667"/>
                  </a:lnTo>
                  <a:lnTo>
                    <a:pt x="548" y="274"/>
                  </a:lnTo>
                  <a:cubicBezTo>
                    <a:pt x="548" y="179"/>
                    <a:pt x="524" y="120"/>
                    <a:pt x="488" y="72"/>
                  </a:cubicBezTo>
                  <a:cubicBezTo>
                    <a:pt x="453" y="24"/>
                    <a:pt x="393"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7"/>
            <p:cNvSpPr/>
            <p:nvPr/>
          </p:nvSpPr>
          <p:spPr>
            <a:xfrm>
              <a:off x="5679112" y="1599140"/>
              <a:ext cx="15891" cy="32682"/>
            </a:xfrm>
            <a:custGeom>
              <a:avLst/>
              <a:gdLst/>
              <a:ahLst/>
              <a:cxnLst/>
              <a:rect l="l" t="t" r="r" b="b"/>
              <a:pathLst>
                <a:path w="406" h="835" extrusionOk="0">
                  <a:moveTo>
                    <a:pt x="84" y="1"/>
                  </a:moveTo>
                  <a:lnTo>
                    <a:pt x="84" y="180"/>
                  </a:lnTo>
                  <a:lnTo>
                    <a:pt x="1" y="180"/>
                  </a:lnTo>
                  <a:lnTo>
                    <a:pt x="1" y="263"/>
                  </a:lnTo>
                  <a:lnTo>
                    <a:pt x="84" y="263"/>
                  </a:lnTo>
                  <a:lnTo>
                    <a:pt x="84" y="620"/>
                  </a:lnTo>
                  <a:cubicBezTo>
                    <a:pt x="84" y="703"/>
                    <a:pt x="96" y="751"/>
                    <a:pt x="132" y="787"/>
                  </a:cubicBezTo>
                  <a:cubicBezTo>
                    <a:pt x="156" y="822"/>
                    <a:pt x="215" y="834"/>
                    <a:pt x="299" y="834"/>
                  </a:cubicBezTo>
                  <a:lnTo>
                    <a:pt x="406" y="834"/>
                  </a:lnTo>
                  <a:lnTo>
                    <a:pt x="406" y="739"/>
                  </a:lnTo>
                  <a:lnTo>
                    <a:pt x="299" y="739"/>
                  </a:lnTo>
                  <a:cubicBezTo>
                    <a:pt x="251" y="739"/>
                    <a:pt x="227" y="739"/>
                    <a:pt x="215" y="715"/>
                  </a:cubicBezTo>
                  <a:cubicBezTo>
                    <a:pt x="191" y="703"/>
                    <a:pt x="191" y="668"/>
                    <a:pt x="191" y="620"/>
                  </a:cubicBezTo>
                  <a:lnTo>
                    <a:pt x="191" y="263"/>
                  </a:lnTo>
                  <a:lnTo>
                    <a:pt x="406" y="263"/>
                  </a:lnTo>
                  <a:lnTo>
                    <a:pt x="406" y="180"/>
                  </a:lnTo>
                  <a:lnTo>
                    <a:pt x="191" y="180"/>
                  </a:lnTo>
                  <a:lnTo>
                    <a:pt x="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7"/>
            <p:cNvSpPr/>
            <p:nvPr/>
          </p:nvSpPr>
          <p:spPr>
            <a:xfrm>
              <a:off x="5700561" y="1605677"/>
              <a:ext cx="14951" cy="26146"/>
            </a:xfrm>
            <a:custGeom>
              <a:avLst/>
              <a:gdLst/>
              <a:ahLst/>
              <a:cxnLst/>
              <a:rect l="l" t="t" r="r" b="b"/>
              <a:pathLst>
                <a:path w="382" h="668" extrusionOk="0">
                  <a:moveTo>
                    <a:pt x="322" y="1"/>
                  </a:moveTo>
                  <a:cubicBezTo>
                    <a:pt x="275" y="1"/>
                    <a:pt x="227" y="13"/>
                    <a:pt x="191" y="24"/>
                  </a:cubicBezTo>
                  <a:cubicBezTo>
                    <a:pt x="155" y="48"/>
                    <a:pt x="132" y="72"/>
                    <a:pt x="108" y="120"/>
                  </a:cubicBezTo>
                  <a:lnTo>
                    <a:pt x="108" y="13"/>
                  </a:lnTo>
                  <a:lnTo>
                    <a:pt x="1" y="13"/>
                  </a:lnTo>
                  <a:lnTo>
                    <a:pt x="1" y="667"/>
                  </a:lnTo>
                  <a:lnTo>
                    <a:pt x="108" y="667"/>
                  </a:lnTo>
                  <a:lnTo>
                    <a:pt x="108" y="322"/>
                  </a:lnTo>
                  <a:cubicBezTo>
                    <a:pt x="108" y="251"/>
                    <a:pt x="120" y="191"/>
                    <a:pt x="155" y="155"/>
                  </a:cubicBezTo>
                  <a:cubicBezTo>
                    <a:pt x="191" y="108"/>
                    <a:pt x="239" y="96"/>
                    <a:pt x="298" y="96"/>
                  </a:cubicBezTo>
                  <a:lnTo>
                    <a:pt x="346" y="96"/>
                  </a:lnTo>
                  <a:cubicBezTo>
                    <a:pt x="358" y="108"/>
                    <a:pt x="370" y="108"/>
                    <a:pt x="382" y="120"/>
                  </a:cubicBezTo>
                  <a:lnTo>
                    <a:pt x="3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7"/>
            <p:cNvSpPr/>
            <p:nvPr/>
          </p:nvSpPr>
          <p:spPr>
            <a:xfrm>
              <a:off x="5716882" y="1605677"/>
              <a:ext cx="23797" cy="26615"/>
            </a:xfrm>
            <a:custGeom>
              <a:avLst/>
              <a:gdLst/>
              <a:ahLst/>
              <a:cxnLst/>
              <a:rect l="l" t="t" r="r" b="b"/>
              <a:pathLst>
                <a:path w="608" h="680" extrusionOk="0">
                  <a:moveTo>
                    <a:pt x="310" y="84"/>
                  </a:moveTo>
                  <a:cubicBezTo>
                    <a:pt x="358" y="84"/>
                    <a:pt x="405" y="108"/>
                    <a:pt x="441" y="155"/>
                  </a:cubicBezTo>
                  <a:cubicBezTo>
                    <a:pt x="477" y="203"/>
                    <a:pt x="489" y="263"/>
                    <a:pt x="489" y="346"/>
                  </a:cubicBezTo>
                  <a:cubicBezTo>
                    <a:pt x="489" y="417"/>
                    <a:pt x="477" y="477"/>
                    <a:pt x="441" y="525"/>
                  </a:cubicBezTo>
                  <a:cubicBezTo>
                    <a:pt x="405" y="572"/>
                    <a:pt x="358" y="596"/>
                    <a:pt x="310" y="596"/>
                  </a:cubicBezTo>
                  <a:cubicBezTo>
                    <a:pt x="250" y="596"/>
                    <a:pt x="203" y="572"/>
                    <a:pt x="167" y="525"/>
                  </a:cubicBezTo>
                  <a:cubicBezTo>
                    <a:pt x="131" y="477"/>
                    <a:pt x="119" y="417"/>
                    <a:pt x="119" y="346"/>
                  </a:cubicBezTo>
                  <a:cubicBezTo>
                    <a:pt x="119" y="263"/>
                    <a:pt x="131" y="203"/>
                    <a:pt x="167" y="155"/>
                  </a:cubicBezTo>
                  <a:cubicBezTo>
                    <a:pt x="203" y="108"/>
                    <a:pt x="250" y="84"/>
                    <a:pt x="310" y="84"/>
                  </a:cubicBezTo>
                  <a:close/>
                  <a:moveTo>
                    <a:pt x="310" y="1"/>
                  </a:moveTo>
                  <a:cubicBezTo>
                    <a:pt x="215" y="1"/>
                    <a:pt x="143" y="24"/>
                    <a:pt x="84" y="84"/>
                  </a:cubicBezTo>
                  <a:cubicBezTo>
                    <a:pt x="36" y="155"/>
                    <a:pt x="0" y="239"/>
                    <a:pt x="0" y="346"/>
                  </a:cubicBezTo>
                  <a:cubicBezTo>
                    <a:pt x="0" y="453"/>
                    <a:pt x="36" y="536"/>
                    <a:pt x="84" y="596"/>
                  </a:cubicBezTo>
                  <a:cubicBezTo>
                    <a:pt x="143" y="655"/>
                    <a:pt x="215" y="679"/>
                    <a:pt x="310" y="679"/>
                  </a:cubicBezTo>
                  <a:cubicBezTo>
                    <a:pt x="393" y="679"/>
                    <a:pt x="477" y="655"/>
                    <a:pt x="524" y="596"/>
                  </a:cubicBezTo>
                  <a:cubicBezTo>
                    <a:pt x="572" y="536"/>
                    <a:pt x="608" y="453"/>
                    <a:pt x="608" y="346"/>
                  </a:cubicBezTo>
                  <a:cubicBezTo>
                    <a:pt x="608" y="239"/>
                    <a:pt x="572" y="155"/>
                    <a:pt x="524" y="84"/>
                  </a:cubicBezTo>
                  <a:cubicBezTo>
                    <a:pt x="477" y="24"/>
                    <a:pt x="393" y="1"/>
                    <a:pt x="3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7"/>
            <p:cNvSpPr/>
            <p:nvPr/>
          </p:nvSpPr>
          <p:spPr>
            <a:xfrm>
              <a:off x="5747646" y="1596361"/>
              <a:ext cx="4227" cy="35461"/>
            </a:xfrm>
            <a:custGeom>
              <a:avLst/>
              <a:gdLst/>
              <a:ahLst/>
              <a:cxnLst/>
              <a:rect l="l" t="t" r="r" b="b"/>
              <a:pathLst>
                <a:path w="108" h="906" extrusionOk="0">
                  <a:moveTo>
                    <a:pt x="0" y="1"/>
                  </a:moveTo>
                  <a:lnTo>
                    <a:pt x="0" y="905"/>
                  </a:lnTo>
                  <a:lnTo>
                    <a:pt x="107" y="905"/>
                  </a:lnTo>
                  <a:lnTo>
                    <a:pt x="1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7"/>
            <p:cNvSpPr/>
            <p:nvPr/>
          </p:nvSpPr>
          <p:spPr>
            <a:xfrm>
              <a:off x="5689367" y="1458902"/>
              <a:ext cx="63916" cy="33582"/>
            </a:xfrm>
            <a:custGeom>
              <a:avLst/>
              <a:gdLst/>
              <a:ahLst/>
              <a:cxnLst/>
              <a:rect l="l" t="t" r="r" b="b"/>
              <a:pathLst>
                <a:path w="1633" h="858" fill="none" extrusionOk="0">
                  <a:moveTo>
                    <a:pt x="1632" y="857"/>
                  </a:moveTo>
                  <a:lnTo>
                    <a:pt x="822" y="0"/>
                  </a:lnTo>
                  <a:lnTo>
                    <a:pt x="1" y="857"/>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7"/>
            <p:cNvSpPr/>
            <p:nvPr/>
          </p:nvSpPr>
          <p:spPr>
            <a:xfrm>
              <a:off x="5716413" y="1179755"/>
              <a:ext cx="33112" cy="64346"/>
            </a:xfrm>
            <a:custGeom>
              <a:avLst/>
              <a:gdLst/>
              <a:ahLst/>
              <a:cxnLst/>
              <a:rect l="l" t="t" r="r" b="b"/>
              <a:pathLst>
                <a:path w="846" h="1644" fill="none" extrusionOk="0">
                  <a:moveTo>
                    <a:pt x="0" y="1643"/>
                  </a:moveTo>
                  <a:lnTo>
                    <a:pt x="846" y="822"/>
                  </a:ln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7"/>
            <p:cNvSpPr/>
            <p:nvPr/>
          </p:nvSpPr>
          <p:spPr>
            <a:xfrm>
              <a:off x="5716413" y="1272478"/>
              <a:ext cx="33112" cy="63876"/>
            </a:xfrm>
            <a:custGeom>
              <a:avLst/>
              <a:gdLst/>
              <a:ahLst/>
              <a:cxnLst/>
              <a:rect l="l" t="t" r="r" b="b"/>
              <a:pathLst>
                <a:path w="846" h="1632" fill="none" extrusionOk="0">
                  <a:moveTo>
                    <a:pt x="846" y="1"/>
                  </a:moveTo>
                  <a:lnTo>
                    <a:pt x="0" y="822"/>
                  </a:lnTo>
                  <a:lnTo>
                    <a:pt x="846" y="1632"/>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 name="Google Shape;141;p7"/>
          <p:cNvGrpSpPr/>
          <p:nvPr/>
        </p:nvGrpSpPr>
        <p:grpSpPr>
          <a:xfrm>
            <a:off x="179814" y="3782407"/>
            <a:ext cx="2310556" cy="1090842"/>
            <a:chOff x="751543" y="2718975"/>
            <a:chExt cx="1444188" cy="681819"/>
          </a:xfrm>
        </p:grpSpPr>
        <p:sp>
          <p:nvSpPr>
            <p:cNvPr id="142" name="Google Shape;142;p7"/>
            <p:cNvSpPr/>
            <p:nvPr/>
          </p:nvSpPr>
          <p:spPr>
            <a:xfrm>
              <a:off x="799998" y="2731578"/>
              <a:ext cx="1382699" cy="646828"/>
            </a:xfrm>
            <a:custGeom>
              <a:avLst/>
              <a:gdLst/>
              <a:ahLst/>
              <a:cxnLst/>
              <a:rect l="l" t="t" r="r" b="b"/>
              <a:pathLst>
                <a:path w="35327" h="16526" fill="none" extrusionOk="0">
                  <a:moveTo>
                    <a:pt x="298" y="0"/>
                  </a:moveTo>
                  <a:lnTo>
                    <a:pt x="298" y="11287"/>
                  </a:lnTo>
                  <a:cubicBezTo>
                    <a:pt x="298" y="11287"/>
                    <a:pt x="1" y="16526"/>
                    <a:pt x="6835" y="16526"/>
                  </a:cubicBezTo>
                  <a:lnTo>
                    <a:pt x="35326" y="16526"/>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7"/>
            <p:cNvSpPr/>
            <p:nvPr/>
          </p:nvSpPr>
          <p:spPr>
            <a:xfrm>
              <a:off x="798589" y="2718975"/>
              <a:ext cx="25206" cy="24736"/>
            </a:xfrm>
            <a:custGeom>
              <a:avLst/>
              <a:gdLst/>
              <a:ahLst/>
              <a:cxnLst/>
              <a:rect l="l" t="t" r="r" b="b"/>
              <a:pathLst>
                <a:path w="644" h="632" extrusionOk="0">
                  <a:moveTo>
                    <a:pt x="1" y="1"/>
                  </a:moveTo>
                  <a:lnTo>
                    <a:pt x="1" y="632"/>
                  </a:lnTo>
                  <a:lnTo>
                    <a:pt x="644" y="632"/>
                  </a:lnTo>
                  <a:lnTo>
                    <a:pt x="6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7"/>
            <p:cNvSpPr/>
            <p:nvPr/>
          </p:nvSpPr>
          <p:spPr>
            <a:xfrm>
              <a:off x="798589" y="3163096"/>
              <a:ext cx="25206" cy="25206"/>
            </a:xfrm>
            <a:custGeom>
              <a:avLst/>
              <a:gdLst/>
              <a:ahLst/>
              <a:cxnLst/>
              <a:rect l="l" t="t" r="r" b="b"/>
              <a:pathLst>
                <a:path w="644" h="644" extrusionOk="0">
                  <a:moveTo>
                    <a:pt x="1" y="0"/>
                  </a:moveTo>
                  <a:lnTo>
                    <a:pt x="1" y="643"/>
                  </a:lnTo>
                  <a:lnTo>
                    <a:pt x="644" y="643"/>
                  </a:lnTo>
                  <a:lnTo>
                    <a:pt x="6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7"/>
            <p:cNvSpPr/>
            <p:nvPr/>
          </p:nvSpPr>
          <p:spPr>
            <a:xfrm>
              <a:off x="1049790" y="3365803"/>
              <a:ext cx="25206" cy="25206"/>
            </a:xfrm>
            <a:custGeom>
              <a:avLst/>
              <a:gdLst/>
              <a:ahLst/>
              <a:cxnLst/>
              <a:rect l="l" t="t" r="r" b="b"/>
              <a:pathLst>
                <a:path w="644" h="644" extrusionOk="0">
                  <a:moveTo>
                    <a:pt x="0" y="0"/>
                  </a:moveTo>
                  <a:lnTo>
                    <a:pt x="0" y="643"/>
                  </a:lnTo>
                  <a:lnTo>
                    <a:pt x="643" y="643"/>
                  </a:lnTo>
                  <a:lnTo>
                    <a:pt x="6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7"/>
            <p:cNvSpPr/>
            <p:nvPr/>
          </p:nvSpPr>
          <p:spPr>
            <a:xfrm>
              <a:off x="2170524" y="3365803"/>
              <a:ext cx="25206" cy="25206"/>
            </a:xfrm>
            <a:custGeom>
              <a:avLst/>
              <a:gdLst/>
              <a:ahLst/>
              <a:cxnLst/>
              <a:rect l="l" t="t" r="r" b="b"/>
              <a:pathLst>
                <a:path w="644" h="644" extrusionOk="0">
                  <a:moveTo>
                    <a:pt x="1" y="0"/>
                  </a:moveTo>
                  <a:lnTo>
                    <a:pt x="1" y="643"/>
                  </a:lnTo>
                  <a:lnTo>
                    <a:pt x="644" y="643"/>
                  </a:lnTo>
                  <a:lnTo>
                    <a:pt x="6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7"/>
            <p:cNvSpPr/>
            <p:nvPr/>
          </p:nvSpPr>
          <p:spPr>
            <a:xfrm>
              <a:off x="772522" y="3378366"/>
              <a:ext cx="336017" cy="39"/>
            </a:xfrm>
            <a:custGeom>
              <a:avLst/>
              <a:gdLst/>
              <a:ahLst/>
              <a:cxnLst/>
              <a:rect l="l" t="t" r="r" b="b"/>
              <a:pathLst>
                <a:path w="8585" h="1" fill="none" extrusionOk="0">
                  <a:moveTo>
                    <a:pt x="8584" y="1"/>
                  </a:moveTo>
                  <a:lnTo>
                    <a:pt x="0" y="1"/>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7"/>
            <p:cNvSpPr/>
            <p:nvPr/>
          </p:nvSpPr>
          <p:spPr>
            <a:xfrm>
              <a:off x="751543" y="3356487"/>
              <a:ext cx="44306" cy="44306"/>
            </a:xfrm>
            <a:custGeom>
              <a:avLst/>
              <a:gdLst/>
              <a:ahLst/>
              <a:cxnLst/>
              <a:rect l="l" t="t" r="r" b="b"/>
              <a:pathLst>
                <a:path w="1132" h="1132" extrusionOk="0">
                  <a:moveTo>
                    <a:pt x="572" y="0"/>
                  </a:moveTo>
                  <a:cubicBezTo>
                    <a:pt x="250" y="0"/>
                    <a:pt x="0" y="262"/>
                    <a:pt x="0" y="572"/>
                  </a:cubicBezTo>
                  <a:cubicBezTo>
                    <a:pt x="0" y="881"/>
                    <a:pt x="250" y="1131"/>
                    <a:pt x="572" y="1131"/>
                  </a:cubicBezTo>
                  <a:cubicBezTo>
                    <a:pt x="881" y="1131"/>
                    <a:pt x="1131" y="881"/>
                    <a:pt x="1131" y="572"/>
                  </a:cubicBezTo>
                  <a:cubicBezTo>
                    <a:pt x="1119" y="262"/>
                    <a:pt x="869" y="0"/>
                    <a:pt x="5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 name="Google Shape;149;p7"/>
          <p:cNvGrpSpPr/>
          <p:nvPr/>
        </p:nvGrpSpPr>
        <p:grpSpPr>
          <a:xfrm>
            <a:off x="8821689" y="76202"/>
            <a:ext cx="246104" cy="246125"/>
            <a:chOff x="821447" y="1650414"/>
            <a:chExt cx="221376" cy="221415"/>
          </a:xfrm>
        </p:grpSpPr>
        <p:sp>
          <p:nvSpPr>
            <p:cNvPr id="150" name="Google Shape;150;p7"/>
            <p:cNvSpPr/>
            <p:nvPr/>
          </p:nvSpPr>
          <p:spPr>
            <a:xfrm>
              <a:off x="932330" y="1650414"/>
              <a:ext cx="39" cy="221415"/>
            </a:xfrm>
            <a:custGeom>
              <a:avLst/>
              <a:gdLst/>
              <a:ahLst/>
              <a:cxnLst/>
              <a:rect l="l" t="t" r="r" b="b"/>
              <a:pathLst>
                <a:path w="1" h="5657" fill="none" extrusionOk="0">
                  <a:moveTo>
                    <a:pt x="1" y="1"/>
                  </a:moveTo>
                  <a:lnTo>
                    <a:pt x="1" y="5656"/>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7"/>
            <p:cNvSpPr/>
            <p:nvPr/>
          </p:nvSpPr>
          <p:spPr>
            <a:xfrm>
              <a:off x="821447" y="1761336"/>
              <a:ext cx="221376" cy="39"/>
            </a:xfrm>
            <a:custGeom>
              <a:avLst/>
              <a:gdLst/>
              <a:ahLst/>
              <a:cxnLst/>
              <a:rect l="l" t="t" r="r" b="b"/>
              <a:pathLst>
                <a:path w="5656" h="1" fill="none" extrusionOk="0">
                  <a:moveTo>
                    <a:pt x="5656" y="0"/>
                  </a:move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7"/>
            <p:cNvSpPr/>
            <p:nvPr/>
          </p:nvSpPr>
          <p:spPr>
            <a:xfrm>
              <a:off x="866184" y="1695151"/>
              <a:ext cx="129593" cy="129593"/>
            </a:xfrm>
            <a:custGeom>
              <a:avLst/>
              <a:gdLst/>
              <a:ahLst/>
              <a:cxnLst/>
              <a:rect l="l" t="t" r="r" b="b"/>
              <a:pathLst>
                <a:path w="3311" h="3311" fill="none" extrusionOk="0">
                  <a:moveTo>
                    <a:pt x="3310" y="1656"/>
                  </a:moveTo>
                  <a:cubicBezTo>
                    <a:pt x="3310" y="2572"/>
                    <a:pt x="2572" y="3311"/>
                    <a:pt x="1655" y="3311"/>
                  </a:cubicBezTo>
                  <a:cubicBezTo>
                    <a:pt x="738" y="3311"/>
                    <a:pt x="0" y="2572"/>
                    <a:pt x="0" y="1656"/>
                  </a:cubicBezTo>
                  <a:cubicBezTo>
                    <a:pt x="0" y="739"/>
                    <a:pt x="738" y="1"/>
                    <a:pt x="1655" y="1"/>
                  </a:cubicBezTo>
                  <a:cubicBezTo>
                    <a:pt x="2572" y="1"/>
                    <a:pt x="3310" y="739"/>
                    <a:pt x="3310" y="1656"/>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53"/>
        <p:cNvGrpSpPr/>
        <p:nvPr/>
      </p:nvGrpSpPr>
      <p:grpSpPr>
        <a:xfrm>
          <a:off x="0" y="0"/>
          <a:ext cx="0" cy="0"/>
          <a:chOff x="0" y="0"/>
          <a:chExt cx="0" cy="0"/>
        </a:xfrm>
      </p:grpSpPr>
      <p:sp>
        <p:nvSpPr>
          <p:cNvPr id="154" name="Google Shape;154;p8"/>
          <p:cNvSpPr txBox="1">
            <a:spLocks noGrp="1"/>
          </p:cNvSpPr>
          <p:nvPr>
            <p:ph type="title"/>
          </p:nvPr>
        </p:nvSpPr>
        <p:spPr>
          <a:xfrm>
            <a:off x="1768550" y="1307100"/>
            <a:ext cx="56070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55" name="Google Shape;155;p8"/>
          <p:cNvGrpSpPr/>
          <p:nvPr/>
        </p:nvGrpSpPr>
        <p:grpSpPr>
          <a:xfrm rot="10800000" flipH="1">
            <a:off x="242689" y="216257"/>
            <a:ext cx="2310556" cy="1090842"/>
            <a:chOff x="751543" y="2718975"/>
            <a:chExt cx="1444188" cy="681819"/>
          </a:xfrm>
        </p:grpSpPr>
        <p:sp>
          <p:nvSpPr>
            <p:cNvPr id="156" name="Google Shape;156;p8"/>
            <p:cNvSpPr/>
            <p:nvPr/>
          </p:nvSpPr>
          <p:spPr>
            <a:xfrm>
              <a:off x="799998" y="2731578"/>
              <a:ext cx="1382699" cy="646828"/>
            </a:xfrm>
            <a:custGeom>
              <a:avLst/>
              <a:gdLst/>
              <a:ahLst/>
              <a:cxnLst/>
              <a:rect l="l" t="t" r="r" b="b"/>
              <a:pathLst>
                <a:path w="35327" h="16526" fill="none" extrusionOk="0">
                  <a:moveTo>
                    <a:pt x="298" y="0"/>
                  </a:moveTo>
                  <a:lnTo>
                    <a:pt x="298" y="11287"/>
                  </a:lnTo>
                  <a:cubicBezTo>
                    <a:pt x="298" y="11287"/>
                    <a:pt x="1" y="16526"/>
                    <a:pt x="6835" y="16526"/>
                  </a:cubicBezTo>
                  <a:lnTo>
                    <a:pt x="35326" y="16526"/>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8"/>
            <p:cNvSpPr/>
            <p:nvPr/>
          </p:nvSpPr>
          <p:spPr>
            <a:xfrm>
              <a:off x="798589" y="2718975"/>
              <a:ext cx="25206" cy="24736"/>
            </a:xfrm>
            <a:custGeom>
              <a:avLst/>
              <a:gdLst/>
              <a:ahLst/>
              <a:cxnLst/>
              <a:rect l="l" t="t" r="r" b="b"/>
              <a:pathLst>
                <a:path w="644" h="632" extrusionOk="0">
                  <a:moveTo>
                    <a:pt x="1" y="1"/>
                  </a:moveTo>
                  <a:lnTo>
                    <a:pt x="1" y="632"/>
                  </a:lnTo>
                  <a:lnTo>
                    <a:pt x="644" y="632"/>
                  </a:lnTo>
                  <a:lnTo>
                    <a:pt x="6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8"/>
            <p:cNvSpPr/>
            <p:nvPr/>
          </p:nvSpPr>
          <p:spPr>
            <a:xfrm>
              <a:off x="798589" y="3163096"/>
              <a:ext cx="25206" cy="25206"/>
            </a:xfrm>
            <a:custGeom>
              <a:avLst/>
              <a:gdLst/>
              <a:ahLst/>
              <a:cxnLst/>
              <a:rect l="l" t="t" r="r" b="b"/>
              <a:pathLst>
                <a:path w="644" h="644" extrusionOk="0">
                  <a:moveTo>
                    <a:pt x="1" y="0"/>
                  </a:moveTo>
                  <a:lnTo>
                    <a:pt x="1" y="643"/>
                  </a:lnTo>
                  <a:lnTo>
                    <a:pt x="644" y="643"/>
                  </a:lnTo>
                  <a:lnTo>
                    <a:pt x="6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8"/>
            <p:cNvSpPr/>
            <p:nvPr/>
          </p:nvSpPr>
          <p:spPr>
            <a:xfrm>
              <a:off x="1049790" y="3365803"/>
              <a:ext cx="25206" cy="25206"/>
            </a:xfrm>
            <a:custGeom>
              <a:avLst/>
              <a:gdLst/>
              <a:ahLst/>
              <a:cxnLst/>
              <a:rect l="l" t="t" r="r" b="b"/>
              <a:pathLst>
                <a:path w="644" h="644" extrusionOk="0">
                  <a:moveTo>
                    <a:pt x="0" y="0"/>
                  </a:moveTo>
                  <a:lnTo>
                    <a:pt x="0" y="643"/>
                  </a:lnTo>
                  <a:lnTo>
                    <a:pt x="643" y="643"/>
                  </a:lnTo>
                  <a:lnTo>
                    <a:pt x="6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8"/>
            <p:cNvSpPr/>
            <p:nvPr/>
          </p:nvSpPr>
          <p:spPr>
            <a:xfrm>
              <a:off x="2170524" y="3365803"/>
              <a:ext cx="25206" cy="25206"/>
            </a:xfrm>
            <a:custGeom>
              <a:avLst/>
              <a:gdLst/>
              <a:ahLst/>
              <a:cxnLst/>
              <a:rect l="l" t="t" r="r" b="b"/>
              <a:pathLst>
                <a:path w="644" h="644" extrusionOk="0">
                  <a:moveTo>
                    <a:pt x="1" y="0"/>
                  </a:moveTo>
                  <a:lnTo>
                    <a:pt x="1" y="643"/>
                  </a:lnTo>
                  <a:lnTo>
                    <a:pt x="644" y="643"/>
                  </a:lnTo>
                  <a:lnTo>
                    <a:pt x="6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8"/>
            <p:cNvSpPr/>
            <p:nvPr/>
          </p:nvSpPr>
          <p:spPr>
            <a:xfrm>
              <a:off x="772522" y="3378366"/>
              <a:ext cx="336017" cy="39"/>
            </a:xfrm>
            <a:custGeom>
              <a:avLst/>
              <a:gdLst/>
              <a:ahLst/>
              <a:cxnLst/>
              <a:rect l="l" t="t" r="r" b="b"/>
              <a:pathLst>
                <a:path w="8585" h="1" fill="none" extrusionOk="0">
                  <a:moveTo>
                    <a:pt x="8584" y="1"/>
                  </a:moveTo>
                  <a:lnTo>
                    <a:pt x="0" y="1"/>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8"/>
            <p:cNvSpPr/>
            <p:nvPr/>
          </p:nvSpPr>
          <p:spPr>
            <a:xfrm>
              <a:off x="751543" y="3356487"/>
              <a:ext cx="44306" cy="44306"/>
            </a:xfrm>
            <a:custGeom>
              <a:avLst/>
              <a:gdLst/>
              <a:ahLst/>
              <a:cxnLst/>
              <a:rect l="l" t="t" r="r" b="b"/>
              <a:pathLst>
                <a:path w="1132" h="1132" extrusionOk="0">
                  <a:moveTo>
                    <a:pt x="572" y="0"/>
                  </a:moveTo>
                  <a:cubicBezTo>
                    <a:pt x="250" y="0"/>
                    <a:pt x="0" y="262"/>
                    <a:pt x="0" y="572"/>
                  </a:cubicBezTo>
                  <a:cubicBezTo>
                    <a:pt x="0" y="881"/>
                    <a:pt x="250" y="1131"/>
                    <a:pt x="572" y="1131"/>
                  </a:cubicBezTo>
                  <a:cubicBezTo>
                    <a:pt x="881" y="1131"/>
                    <a:pt x="1131" y="881"/>
                    <a:pt x="1131" y="572"/>
                  </a:cubicBezTo>
                  <a:cubicBezTo>
                    <a:pt x="1119" y="262"/>
                    <a:pt x="869" y="0"/>
                    <a:pt x="5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2"/>
        </a:solidFill>
        <a:effectLst/>
      </p:bgPr>
    </p:bg>
    <p:spTree>
      <p:nvGrpSpPr>
        <p:cNvPr id="1" name="Shape 203"/>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04"/>
        <p:cNvGrpSpPr/>
        <p:nvPr/>
      </p:nvGrpSpPr>
      <p:grpSpPr>
        <a:xfrm>
          <a:off x="0" y="0"/>
          <a:ext cx="0" cy="0"/>
          <a:chOff x="0" y="0"/>
          <a:chExt cx="0" cy="0"/>
        </a:xfrm>
      </p:grpSpPr>
      <p:sp>
        <p:nvSpPr>
          <p:cNvPr id="205" name="Google Shape;20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06" name="Google Shape;206;p13"/>
          <p:cNvSpPr txBox="1">
            <a:spLocks noGrp="1"/>
          </p:cNvSpPr>
          <p:nvPr>
            <p:ph type="subTitle" idx="1"/>
          </p:nvPr>
        </p:nvSpPr>
        <p:spPr>
          <a:xfrm>
            <a:off x="720000" y="2285393"/>
            <a:ext cx="2361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7" name="Google Shape;207;p13"/>
          <p:cNvSpPr txBox="1">
            <a:spLocks noGrp="1"/>
          </p:cNvSpPr>
          <p:nvPr>
            <p:ph type="subTitle" idx="2"/>
          </p:nvPr>
        </p:nvSpPr>
        <p:spPr>
          <a:xfrm>
            <a:off x="3408620" y="2285393"/>
            <a:ext cx="2361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8" name="Google Shape;208;p13"/>
          <p:cNvSpPr txBox="1">
            <a:spLocks noGrp="1"/>
          </p:cNvSpPr>
          <p:nvPr>
            <p:ph type="subTitle" idx="3"/>
          </p:nvPr>
        </p:nvSpPr>
        <p:spPr>
          <a:xfrm>
            <a:off x="720000" y="4018575"/>
            <a:ext cx="2361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9" name="Google Shape;209;p13"/>
          <p:cNvSpPr txBox="1">
            <a:spLocks noGrp="1"/>
          </p:cNvSpPr>
          <p:nvPr>
            <p:ph type="subTitle" idx="4"/>
          </p:nvPr>
        </p:nvSpPr>
        <p:spPr>
          <a:xfrm>
            <a:off x="3408620" y="4018575"/>
            <a:ext cx="2361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0" name="Google Shape;210;p13"/>
          <p:cNvSpPr txBox="1">
            <a:spLocks noGrp="1"/>
          </p:cNvSpPr>
          <p:nvPr>
            <p:ph type="subTitle" idx="5"/>
          </p:nvPr>
        </p:nvSpPr>
        <p:spPr>
          <a:xfrm>
            <a:off x="6118547" y="2285393"/>
            <a:ext cx="2361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1" name="Google Shape;211;p13"/>
          <p:cNvSpPr txBox="1">
            <a:spLocks noGrp="1"/>
          </p:cNvSpPr>
          <p:nvPr>
            <p:ph type="subTitle" idx="6"/>
          </p:nvPr>
        </p:nvSpPr>
        <p:spPr>
          <a:xfrm>
            <a:off x="6118547" y="4018575"/>
            <a:ext cx="2361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2" name="Google Shape;212;p13"/>
          <p:cNvSpPr txBox="1">
            <a:spLocks noGrp="1"/>
          </p:cNvSpPr>
          <p:nvPr>
            <p:ph type="title" idx="7" hasCustomPrompt="1"/>
          </p:nvPr>
        </p:nvSpPr>
        <p:spPr>
          <a:xfrm>
            <a:off x="796200" y="1332020"/>
            <a:ext cx="734700" cy="447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3" name="Google Shape;213;p13"/>
          <p:cNvSpPr txBox="1">
            <a:spLocks noGrp="1"/>
          </p:cNvSpPr>
          <p:nvPr>
            <p:ph type="title" idx="8" hasCustomPrompt="1"/>
          </p:nvPr>
        </p:nvSpPr>
        <p:spPr>
          <a:xfrm>
            <a:off x="796200" y="3064616"/>
            <a:ext cx="734700" cy="447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4" name="Google Shape;214;p13"/>
          <p:cNvSpPr txBox="1">
            <a:spLocks noGrp="1"/>
          </p:cNvSpPr>
          <p:nvPr>
            <p:ph type="title" idx="9" hasCustomPrompt="1"/>
          </p:nvPr>
        </p:nvSpPr>
        <p:spPr>
          <a:xfrm>
            <a:off x="3484820" y="1332020"/>
            <a:ext cx="734700" cy="447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5" name="Google Shape;215;p13"/>
          <p:cNvSpPr txBox="1">
            <a:spLocks noGrp="1"/>
          </p:cNvSpPr>
          <p:nvPr>
            <p:ph type="title" idx="13" hasCustomPrompt="1"/>
          </p:nvPr>
        </p:nvSpPr>
        <p:spPr>
          <a:xfrm>
            <a:off x="3484820" y="3064616"/>
            <a:ext cx="734700" cy="447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6" name="Google Shape;216;p13"/>
          <p:cNvSpPr txBox="1">
            <a:spLocks noGrp="1"/>
          </p:cNvSpPr>
          <p:nvPr>
            <p:ph type="title" idx="14" hasCustomPrompt="1"/>
          </p:nvPr>
        </p:nvSpPr>
        <p:spPr>
          <a:xfrm>
            <a:off x="6194749" y="1332020"/>
            <a:ext cx="734700" cy="447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7" name="Google Shape;217;p13"/>
          <p:cNvSpPr txBox="1">
            <a:spLocks noGrp="1"/>
          </p:cNvSpPr>
          <p:nvPr>
            <p:ph type="title" idx="15" hasCustomPrompt="1"/>
          </p:nvPr>
        </p:nvSpPr>
        <p:spPr>
          <a:xfrm>
            <a:off x="6194749" y="3064616"/>
            <a:ext cx="734700" cy="447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8" name="Google Shape;218;p13"/>
          <p:cNvSpPr txBox="1">
            <a:spLocks noGrp="1"/>
          </p:cNvSpPr>
          <p:nvPr>
            <p:ph type="subTitle" idx="16"/>
          </p:nvPr>
        </p:nvSpPr>
        <p:spPr>
          <a:xfrm>
            <a:off x="720000" y="1877312"/>
            <a:ext cx="23616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b="1">
                <a:solidFill>
                  <a:schemeClr val="dk1"/>
                </a:solidFill>
                <a:latin typeface="DM Sans"/>
                <a:ea typeface="DM Sans"/>
                <a:cs typeface="DM Sans"/>
                <a:sym typeface="DM Sa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19" name="Google Shape;219;p13"/>
          <p:cNvSpPr txBox="1">
            <a:spLocks noGrp="1"/>
          </p:cNvSpPr>
          <p:nvPr>
            <p:ph type="subTitle" idx="17"/>
          </p:nvPr>
        </p:nvSpPr>
        <p:spPr>
          <a:xfrm>
            <a:off x="3408620" y="1877312"/>
            <a:ext cx="23616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b="1">
                <a:solidFill>
                  <a:schemeClr val="dk1"/>
                </a:solidFill>
                <a:latin typeface="DM Sans"/>
                <a:ea typeface="DM Sans"/>
                <a:cs typeface="DM Sans"/>
                <a:sym typeface="DM Sa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20" name="Google Shape;220;p13"/>
          <p:cNvSpPr txBox="1">
            <a:spLocks noGrp="1"/>
          </p:cNvSpPr>
          <p:nvPr>
            <p:ph type="subTitle" idx="18"/>
          </p:nvPr>
        </p:nvSpPr>
        <p:spPr>
          <a:xfrm>
            <a:off x="6118547" y="1877312"/>
            <a:ext cx="23616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b="1">
                <a:solidFill>
                  <a:schemeClr val="dk1"/>
                </a:solidFill>
                <a:latin typeface="DM Sans"/>
                <a:ea typeface="DM Sans"/>
                <a:cs typeface="DM Sans"/>
                <a:sym typeface="DM Sa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21" name="Google Shape;221;p13"/>
          <p:cNvSpPr txBox="1">
            <a:spLocks noGrp="1"/>
          </p:cNvSpPr>
          <p:nvPr>
            <p:ph type="subTitle" idx="19"/>
          </p:nvPr>
        </p:nvSpPr>
        <p:spPr>
          <a:xfrm>
            <a:off x="720000" y="3609975"/>
            <a:ext cx="23616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b="1">
                <a:solidFill>
                  <a:schemeClr val="dk1"/>
                </a:solidFill>
                <a:latin typeface="DM Sans"/>
                <a:ea typeface="DM Sans"/>
                <a:cs typeface="DM Sans"/>
                <a:sym typeface="DM Sa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22" name="Google Shape;222;p13"/>
          <p:cNvSpPr txBox="1">
            <a:spLocks noGrp="1"/>
          </p:cNvSpPr>
          <p:nvPr>
            <p:ph type="subTitle" idx="20"/>
          </p:nvPr>
        </p:nvSpPr>
        <p:spPr>
          <a:xfrm>
            <a:off x="3408620" y="3609975"/>
            <a:ext cx="23616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b="1">
                <a:solidFill>
                  <a:schemeClr val="dk1"/>
                </a:solidFill>
                <a:latin typeface="DM Sans"/>
                <a:ea typeface="DM Sans"/>
                <a:cs typeface="DM Sans"/>
                <a:sym typeface="DM Sa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23" name="Google Shape;223;p13"/>
          <p:cNvSpPr txBox="1">
            <a:spLocks noGrp="1"/>
          </p:cNvSpPr>
          <p:nvPr>
            <p:ph type="subTitle" idx="21"/>
          </p:nvPr>
        </p:nvSpPr>
        <p:spPr>
          <a:xfrm>
            <a:off x="6118547" y="3609975"/>
            <a:ext cx="23616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b="1">
                <a:solidFill>
                  <a:schemeClr val="dk1"/>
                </a:solidFill>
                <a:latin typeface="DM Sans"/>
                <a:ea typeface="DM Sans"/>
                <a:cs typeface="DM Sans"/>
                <a:sym typeface="DM Sa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224" name="Google Shape;224;p13"/>
          <p:cNvGrpSpPr/>
          <p:nvPr/>
        </p:nvGrpSpPr>
        <p:grpSpPr>
          <a:xfrm>
            <a:off x="6974163" y="62205"/>
            <a:ext cx="1562747" cy="497391"/>
            <a:chOff x="2376988" y="575316"/>
            <a:chExt cx="976778" cy="310889"/>
          </a:xfrm>
        </p:grpSpPr>
        <p:sp>
          <p:nvSpPr>
            <p:cNvPr id="225" name="Google Shape;225;p13"/>
            <p:cNvSpPr/>
            <p:nvPr/>
          </p:nvSpPr>
          <p:spPr>
            <a:xfrm>
              <a:off x="2401685" y="575316"/>
              <a:ext cx="444591" cy="136599"/>
            </a:xfrm>
            <a:custGeom>
              <a:avLst/>
              <a:gdLst/>
              <a:ahLst/>
              <a:cxnLst/>
              <a:rect l="l" t="t" r="r" b="b"/>
              <a:pathLst>
                <a:path w="11359" h="3490" extrusionOk="0">
                  <a:moveTo>
                    <a:pt x="5763" y="1"/>
                  </a:moveTo>
                  <a:lnTo>
                    <a:pt x="5763" y="144"/>
                  </a:lnTo>
                  <a:lnTo>
                    <a:pt x="5811" y="144"/>
                  </a:lnTo>
                  <a:cubicBezTo>
                    <a:pt x="5942" y="144"/>
                    <a:pt x="6073" y="144"/>
                    <a:pt x="6215" y="156"/>
                  </a:cubicBezTo>
                  <a:lnTo>
                    <a:pt x="6227" y="13"/>
                  </a:lnTo>
                  <a:cubicBezTo>
                    <a:pt x="6073" y="1"/>
                    <a:pt x="5942" y="1"/>
                    <a:pt x="5811" y="1"/>
                  </a:cubicBezTo>
                  <a:close/>
                  <a:moveTo>
                    <a:pt x="5322" y="13"/>
                  </a:moveTo>
                  <a:lnTo>
                    <a:pt x="4870" y="60"/>
                  </a:lnTo>
                  <a:lnTo>
                    <a:pt x="4882" y="203"/>
                  </a:lnTo>
                  <a:cubicBezTo>
                    <a:pt x="5037" y="191"/>
                    <a:pt x="5180" y="180"/>
                    <a:pt x="5322" y="156"/>
                  </a:cubicBezTo>
                  <a:lnTo>
                    <a:pt x="5322" y="13"/>
                  </a:lnTo>
                  <a:close/>
                  <a:moveTo>
                    <a:pt x="6668" y="60"/>
                  </a:moveTo>
                  <a:lnTo>
                    <a:pt x="6656" y="203"/>
                  </a:lnTo>
                  <a:cubicBezTo>
                    <a:pt x="6811" y="215"/>
                    <a:pt x="6954" y="251"/>
                    <a:pt x="7085" y="275"/>
                  </a:cubicBezTo>
                  <a:lnTo>
                    <a:pt x="7120" y="132"/>
                  </a:lnTo>
                  <a:cubicBezTo>
                    <a:pt x="6965" y="96"/>
                    <a:pt x="6823" y="72"/>
                    <a:pt x="6668" y="60"/>
                  </a:cubicBezTo>
                  <a:close/>
                  <a:moveTo>
                    <a:pt x="4429" y="144"/>
                  </a:moveTo>
                  <a:cubicBezTo>
                    <a:pt x="4275" y="180"/>
                    <a:pt x="4132" y="215"/>
                    <a:pt x="3977" y="251"/>
                  </a:cubicBezTo>
                  <a:lnTo>
                    <a:pt x="4025" y="394"/>
                  </a:lnTo>
                  <a:cubicBezTo>
                    <a:pt x="4156" y="346"/>
                    <a:pt x="4310" y="322"/>
                    <a:pt x="4453" y="299"/>
                  </a:cubicBezTo>
                  <a:lnTo>
                    <a:pt x="4429" y="144"/>
                  </a:lnTo>
                  <a:close/>
                  <a:moveTo>
                    <a:pt x="7549" y="239"/>
                  </a:moveTo>
                  <a:lnTo>
                    <a:pt x="7501" y="382"/>
                  </a:lnTo>
                  <a:cubicBezTo>
                    <a:pt x="7656" y="430"/>
                    <a:pt x="7787" y="477"/>
                    <a:pt x="7918" y="513"/>
                  </a:cubicBezTo>
                  <a:lnTo>
                    <a:pt x="7966" y="382"/>
                  </a:lnTo>
                  <a:cubicBezTo>
                    <a:pt x="7847" y="311"/>
                    <a:pt x="7704" y="263"/>
                    <a:pt x="7549" y="239"/>
                  </a:cubicBezTo>
                  <a:close/>
                  <a:moveTo>
                    <a:pt x="3560" y="394"/>
                  </a:moveTo>
                  <a:cubicBezTo>
                    <a:pt x="3417" y="441"/>
                    <a:pt x="3275" y="501"/>
                    <a:pt x="3144" y="561"/>
                  </a:cubicBezTo>
                  <a:lnTo>
                    <a:pt x="3203" y="692"/>
                  </a:lnTo>
                  <a:cubicBezTo>
                    <a:pt x="3334" y="632"/>
                    <a:pt x="3477" y="572"/>
                    <a:pt x="3620" y="537"/>
                  </a:cubicBezTo>
                  <a:lnTo>
                    <a:pt x="3560" y="394"/>
                  </a:lnTo>
                  <a:close/>
                  <a:moveTo>
                    <a:pt x="8394" y="537"/>
                  </a:moveTo>
                  <a:lnTo>
                    <a:pt x="8335" y="668"/>
                  </a:lnTo>
                  <a:cubicBezTo>
                    <a:pt x="8478" y="727"/>
                    <a:pt x="8609" y="787"/>
                    <a:pt x="8740" y="858"/>
                  </a:cubicBezTo>
                  <a:lnTo>
                    <a:pt x="8799" y="727"/>
                  </a:lnTo>
                  <a:cubicBezTo>
                    <a:pt x="8680" y="656"/>
                    <a:pt x="8549" y="596"/>
                    <a:pt x="8394" y="537"/>
                  </a:cubicBezTo>
                  <a:close/>
                  <a:moveTo>
                    <a:pt x="2727" y="751"/>
                  </a:moveTo>
                  <a:cubicBezTo>
                    <a:pt x="2596" y="834"/>
                    <a:pt x="2465" y="906"/>
                    <a:pt x="2346" y="977"/>
                  </a:cubicBezTo>
                  <a:lnTo>
                    <a:pt x="2417" y="1108"/>
                  </a:lnTo>
                  <a:cubicBezTo>
                    <a:pt x="2548" y="1037"/>
                    <a:pt x="2667" y="965"/>
                    <a:pt x="2798" y="894"/>
                  </a:cubicBezTo>
                  <a:lnTo>
                    <a:pt x="2727" y="751"/>
                  </a:lnTo>
                  <a:close/>
                  <a:moveTo>
                    <a:pt x="9204" y="930"/>
                  </a:moveTo>
                  <a:lnTo>
                    <a:pt x="9132" y="1073"/>
                  </a:lnTo>
                  <a:cubicBezTo>
                    <a:pt x="9251" y="1144"/>
                    <a:pt x="9382" y="1215"/>
                    <a:pt x="9502" y="1311"/>
                  </a:cubicBezTo>
                  <a:lnTo>
                    <a:pt x="9585" y="1192"/>
                  </a:lnTo>
                  <a:cubicBezTo>
                    <a:pt x="9466" y="1096"/>
                    <a:pt x="9335" y="1013"/>
                    <a:pt x="9204" y="930"/>
                  </a:cubicBezTo>
                  <a:close/>
                  <a:moveTo>
                    <a:pt x="1965" y="1227"/>
                  </a:moveTo>
                  <a:cubicBezTo>
                    <a:pt x="1846" y="1323"/>
                    <a:pt x="1727" y="1406"/>
                    <a:pt x="1608" y="1513"/>
                  </a:cubicBezTo>
                  <a:lnTo>
                    <a:pt x="1703" y="1632"/>
                  </a:lnTo>
                  <a:cubicBezTo>
                    <a:pt x="1822" y="1549"/>
                    <a:pt x="1929" y="1454"/>
                    <a:pt x="2060" y="1370"/>
                  </a:cubicBezTo>
                  <a:lnTo>
                    <a:pt x="1965" y="1227"/>
                  </a:lnTo>
                  <a:close/>
                  <a:moveTo>
                    <a:pt x="9942" y="1454"/>
                  </a:moveTo>
                  <a:lnTo>
                    <a:pt x="9859" y="1573"/>
                  </a:lnTo>
                  <a:cubicBezTo>
                    <a:pt x="9978" y="1668"/>
                    <a:pt x="10085" y="1763"/>
                    <a:pt x="10180" y="1858"/>
                  </a:cubicBezTo>
                  <a:lnTo>
                    <a:pt x="10287" y="1751"/>
                  </a:lnTo>
                  <a:cubicBezTo>
                    <a:pt x="10180" y="1644"/>
                    <a:pt x="10061" y="1549"/>
                    <a:pt x="9942" y="1454"/>
                  </a:cubicBezTo>
                  <a:close/>
                  <a:moveTo>
                    <a:pt x="1274" y="1811"/>
                  </a:moveTo>
                  <a:cubicBezTo>
                    <a:pt x="1167" y="1918"/>
                    <a:pt x="1048" y="2025"/>
                    <a:pt x="953" y="2132"/>
                  </a:cubicBezTo>
                  <a:lnTo>
                    <a:pt x="1060" y="2239"/>
                  </a:lnTo>
                  <a:lnTo>
                    <a:pt x="1370" y="1930"/>
                  </a:lnTo>
                  <a:lnTo>
                    <a:pt x="1274" y="1811"/>
                  </a:lnTo>
                  <a:close/>
                  <a:moveTo>
                    <a:pt x="10621" y="2061"/>
                  </a:moveTo>
                  <a:lnTo>
                    <a:pt x="10514" y="2168"/>
                  </a:lnTo>
                  <a:cubicBezTo>
                    <a:pt x="10621" y="2275"/>
                    <a:pt x="10704" y="2394"/>
                    <a:pt x="10811" y="2501"/>
                  </a:cubicBezTo>
                  <a:lnTo>
                    <a:pt x="10930" y="2406"/>
                  </a:lnTo>
                  <a:cubicBezTo>
                    <a:pt x="10811" y="2287"/>
                    <a:pt x="10716" y="2180"/>
                    <a:pt x="10621" y="2061"/>
                  </a:cubicBezTo>
                  <a:close/>
                  <a:moveTo>
                    <a:pt x="655" y="2466"/>
                  </a:moveTo>
                  <a:lnTo>
                    <a:pt x="393" y="2823"/>
                  </a:lnTo>
                  <a:lnTo>
                    <a:pt x="512" y="2918"/>
                  </a:lnTo>
                  <a:lnTo>
                    <a:pt x="774" y="2561"/>
                  </a:lnTo>
                  <a:lnTo>
                    <a:pt x="655" y="2466"/>
                  </a:lnTo>
                  <a:close/>
                  <a:moveTo>
                    <a:pt x="11192" y="2763"/>
                  </a:moveTo>
                  <a:lnTo>
                    <a:pt x="11073" y="2858"/>
                  </a:lnTo>
                  <a:cubicBezTo>
                    <a:pt x="11097" y="2882"/>
                    <a:pt x="11121" y="2918"/>
                    <a:pt x="11133" y="2942"/>
                  </a:cubicBezTo>
                  <a:cubicBezTo>
                    <a:pt x="11168" y="2989"/>
                    <a:pt x="11192" y="3025"/>
                    <a:pt x="11228" y="3061"/>
                  </a:cubicBezTo>
                  <a:cubicBezTo>
                    <a:pt x="11276" y="3037"/>
                    <a:pt x="11311" y="3001"/>
                    <a:pt x="11359" y="2989"/>
                  </a:cubicBezTo>
                  <a:cubicBezTo>
                    <a:pt x="11299" y="2942"/>
                    <a:pt x="11276" y="2894"/>
                    <a:pt x="11252" y="2858"/>
                  </a:cubicBezTo>
                  <a:cubicBezTo>
                    <a:pt x="11240" y="2823"/>
                    <a:pt x="11216" y="2799"/>
                    <a:pt x="11192" y="2763"/>
                  </a:cubicBezTo>
                  <a:close/>
                  <a:moveTo>
                    <a:pt x="143" y="3216"/>
                  </a:moveTo>
                  <a:cubicBezTo>
                    <a:pt x="119" y="3239"/>
                    <a:pt x="96" y="3287"/>
                    <a:pt x="84" y="3311"/>
                  </a:cubicBezTo>
                  <a:cubicBezTo>
                    <a:pt x="48" y="3359"/>
                    <a:pt x="24" y="3406"/>
                    <a:pt x="0" y="3454"/>
                  </a:cubicBezTo>
                  <a:cubicBezTo>
                    <a:pt x="60" y="3454"/>
                    <a:pt x="107" y="3466"/>
                    <a:pt x="155" y="3489"/>
                  </a:cubicBezTo>
                  <a:cubicBezTo>
                    <a:pt x="179" y="3454"/>
                    <a:pt x="203" y="3406"/>
                    <a:pt x="227" y="3359"/>
                  </a:cubicBezTo>
                  <a:cubicBezTo>
                    <a:pt x="238" y="3335"/>
                    <a:pt x="262" y="3299"/>
                    <a:pt x="274" y="3287"/>
                  </a:cubicBezTo>
                  <a:lnTo>
                    <a:pt x="143" y="321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3"/>
            <p:cNvSpPr/>
            <p:nvPr/>
          </p:nvSpPr>
          <p:spPr>
            <a:xfrm>
              <a:off x="2877001" y="741700"/>
              <a:ext cx="451128" cy="144505"/>
            </a:xfrm>
            <a:custGeom>
              <a:avLst/>
              <a:gdLst/>
              <a:ahLst/>
              <a:cxnLst/>
              <a:rect l="l" t="t" r="r" b="b"/>
              <a:pathLst>
                <a:path w="11526" h="3692" extrusionOk="0">
                  <a:moveTo>
                    <a:pt x="11347" y="0"/>
                  </a:moveTo>
                  <a:cubicBezTo>
                    <a:pt x="11324" y="48"/>
                    <a:pt x="11312" y="84"/>
                    <a:pt x="11288" y="131"/>
                  </a:cubicBezTo>
                  <a:cubicBezTo>
                    <a:pt x="10169" y="2203"/>
                    <a:pt x="7978" y="3525"/>
                    <a:pt x="5597" y="3525"/>
                  </a:cubicBezTo>
                  <a:cubicBezTo>
                    <a:pt x="3406" y="3525"/>
                    <a:pt x="1382" y="2429"/>
                    <a:pt x="215" y="632"/>
                  </a:cubicBezTo>
                  <a:cubicBezTo>
                    <a:pt x="179" y="596"/>
                    <a:pt x="167" y="548"/>
                    <a:pt x="132" y="501"/>
                  </a:cubicBezTo>
                  <a:cubicBezTo>
                    <a:pt x="96" y="524"/>
                    <a:pt x="48" y="548"/>
                    <a:pt x="1" y="560"/>
                  </a:cubicBezTo>
                  <a:lnTo>
                    <a:pt x="96" y="703"/>
                  </a:lnTo>
                  <a:cubicBezTo>
                    <a:pt x="1298" y="2548"/>
                    <a:pt x="3370" y="3691"/>
                    <a:pt x="5609" y="3691"/>
                  </a:cubicBezTo>
                  <a:cubicBezTo>
                    <a:pt x="8073" y="3691"/>
                    <a:pt x="10300" y="2334"/>
                    <a:pt x="11443" y="191"/>
                  </a:cubicBezTo>
                  <a:cubicBezTo>
                    <a:pt x="11478" y="155"/>
                    <a:pt x="11502" y="108"/>
                    <a:pt x="11526" y="60"/>
                  </a:cubicBezTo>
                  <a:cubicBezTo>
                    <a:pt x="11466" y="48"/>
                    <a:pt x="11419" y="36"/>
                    <a:pt x="11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3"/>
            <p:cNvSpPr/>
            <p:nvPr/>
          </p:nvSpPr>
          <p:spPr>
            <a:xfrm>
              <a:off x="2818291" y="681581"/>
              <a:ext cx="90922" cy="90922"/>
            </a:xfrm>
            <a:custGeom>
              <a:avLst/>
              <a:gdLst/>
              <a:ahLst/>
              <a:cxnLst/>
              <a:rect l="l" t="t" r="r" b="b"/>
              <a:pathLst>
                <a:path w="2323" h="2323" extrusionOk="0">
                  <a:moveTo>
                    <a:pt x="1132" y="167"/>
                  </a:moveTo>
                  <a:cubicBezTo>
                    <a:pt x="1679" y="167"/>
                    <a:pt x="2144" y="620"/>
                    <a:pt x="2144" y="1179"/>
                  </a:cubicBezTo>
                  <a:cubicBezTo>
                    <a:pt x="2144" y="1536"/>
                    <a:pt x="1953" y="1870"/>
                    <a:pt x="1644" y="2048"/>
                  </a:cubicBezTo>
                  <a:cubicBezTo>
                    <a:pt x="1596" y="2072"/>
                    <a:pt x="1548" y="2084"/>
                    <a:pt x="1501" y="2108"/>
                  </a:cubicBezTo>
                  <a:cubicBezTo>
                    <a:pt x="1382" y="2144"/>
                    <a:pt x="1263" y="2179"/>
                    <a:pt x="1132" y="2179"/>
                  </a:cubicBezTo>
                  <a:cubicBezTo>
                    <a:pt x="584" y="2179"/>
                    <a:pt x="120" y="1727"/>
                    <a:pt x="120" y="1167"/>
                  </a:cubicBezTo>
                  <a:cubicBezTo>
                    <a:pt x="120" y="822"/>
                    <a:pt x="286" y="524"/>
                    <a:pt x="548" y="346"/>
                  </a:cubicBezTo>
                  <a:cubicBezTo>
                    <a:pt x="596" y="322"/>
                    <a:pt x="643" y="286"/>
                    <a:pt x="691" y="274"/>
                  </a:cubicBezTo>
                  <a:cubicBezTo>
                    <a:pt x="822" y="203"/>
                    <a:pt x="989" y="167"/>
                    <a:pt x="1132" y="167"/>
                  </a:cubicBezTo>
                  <a:close/>
                  <a:moveTo>
                    <a:pt x="1144" y="1"/>
                  </a:moveTo>
                  <a:cubicBezTo>
                    <a:pt x="953" y="1"/>
                    <a:pt x="774" y="48"/>
                    <a:pt x="608" y="143"/>
                  </a:cubicBezTo>
                  <a:cubicBezTo>
                    <a:pt x="572" y="167"/>
                    <a:pt x="524" y="179"/>
                    <a:pt x="489" y="215"/>
                  </a:cubicBezTo>
                  <a:cubicBezTo>
                    <a:pt x="191" y="417"/>
                    <a:pt x="1" y="763"/>
                    <a:pt x="1" y="1167"/>
                  </a:cubicBezTo>
                  <a:cubicBezTo>
                    <a:pt x="1" y="1810"/>
                    <a:pt x="524" y="2322"/>
                    <a:pt x="1167" y="2322"/>
                  </a:cubicBezTo>
                  <a:cubicBezTo>
                    <a:pt x="1322" y="2322"/>
                    <a:pt x="1477" y="2298"/>
                    <a:pt x="1608" y="2239"/>
                  </a:cubicBezTo>
                  <a:cubicBezTo>
                    <a:pt x="1655" y="2227"/>
                    <a:pt x="1703" y="2191"/>
                    <a:pt x="1739" y="2168"/>
                  </a:cubicBezTo>
                  <a:cubicBezTo>
                    <a:pt x="2084" y="1953"/>
                    <a:pt x="2322" y="1584"/>
                    <a:pt x="2322" y="1167"/>
                  </a:cubicBezTo>
                  <a:cubicBezTo>
                    <a:pt x="2298" y="524"/>
                    <a:pt x="1786" y="1"/>
                    <a:pt x="1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3"/>
            <p:cNvSpPr/>
            <p:nvPr/>
          </p:nvSpPr>
          <p:spPr>
            <a:xfrm>
              <a:off x="2376988" y="704400"/>
              <a:ext cx="45716" cy="45716"/>
            </a:xfrm>
            <a:custGeom>
              <a:avLst/>
              <a:gdLst/>
              <a:ahLst/>
              <a:cxnLst/>
              <a:rect l="l" t="t" r="r" b="b"/>
              <a:pathLst>
                <a:path w="1168" h="1168" extrusionOk="0">
                  <a:moveTo>
                    <a:pt x="619" y="156"/>
                  </a:moveTo>
                  <a:cubicBezTo>
                    <a:pt x="667" y="156"/>
                    <a:pt x="727" y="168"/>
                    <a:pt x="774" y="191"/>
                  </a:cubicBezTo>
                  <a:cubicBezTo>
                    <a:pt x="917" y="275"/>
                    <a:pt x="1012" y="418"/>
                    <a:pt x="1012" y="584"/>
                  </a:cubicBezTo>
                  <a:cubicBezTo>
                    <a:pt x="1024" y="823"/>
                    <a:pt x="834" y="1013"/>
                    <a:pt x="572" y="1013"/>
                  </a:cubicBezTo>
                  <a:cubicBezTo>
                    <a:pt x="334" y="1013"/>
                    <a:pt x="143" y="823"/>
                    <a:pt x="143" y="584"/>
                  </a:cubicBezTo>
                  <a:cubicBezTo>
                    <a:pt x="143" y="346"/>
                    <a:pt x="334" y="156"/>
                    <a:pt x="572" y="156"/>
                  </a:cubicBezTo>
                  <a:close/>
                  <a:moveTo>
                    <a:pt x="572" y="1"/>
                  </a:moveTo>
                  <a:cubicBezTo>
                    <a:pt x="250" y="1"/>
                    <a:pt x="0" y="275"/>
                    <a:pt x="0" y="584"/>
                  </a:cubicBezTo>
                  <a:cubicBezTo>
                    <a:pt x="0" y="906"/>
                    <a:pt x="262" y="1168"/>
                    <a:pt x="572" y="1168"/>
                  </a:cubicBezTo>
                  <a:cubicBezTo>
                    <a:pt x="905" y="1168"/>
                    <a:pt x="1155" y="894"/>
                    <a:pt x="1155" y="584"/>
                  </a:cubicBezTo>
                  <a:cubicBezTo>
                    <a:pt x="1167" y="358"/>
                    <a:pt x="1036" y="168"/>
                    <a:pt x="858" y="61"/>
                  </a:cubicBezTo>
                  <a:cubicBezTo>
                    <a:pt x="810" y="37"/>
                    <a:pt x="774" y="13"/>
                    <a:pt x="715" y="13"/>
                  </a:cubicBezTo>
                  <a:cubicBezTo>
                    <a:pt x="667" y="1"/>
                    <a:pt x="619" y="1"/>
                    <a:pt x="5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3"/>
            <p:cNvSpPr/>
            <p:nvPr/>
          </p:nvSpPr>
          <p:spPr>
            <a:xfrm>
              <a:off x="3308050" y="704400"/>
              <a:ext cx="45716" cy="45716"/>
            </a:xfrm>
            <a:custGeom>
              <a:avLst/>
              <a:gdLst/>
              <a:ahLst/>
              <a:cxnLst/>
              <a:rect l="l" t="t" r="r" b="b"/>
              <a:pathLst>
                <a:path w="1168" h="1168" extrusionOk="0">
                  <a:moveTo>
                    <a:pt x="584" y="132"/>
                  </a:moveTo>
                  <a:cubicBezTo>
                    <a:pt x="823" y="132"/>
                    <a:pt x="1013" y="334"/>
                    <a:pt x="1013" y="572"/>
                  </a:cubicBezTo>
                  <a:cubicBezTo>
                    <a:pt x="1013" y="823"/>
                    <a:pt x="823" y="1013"/>
                    <a:pt x="584" y="1013"/>
                  </a:cubicBezTo>
                  <a:cubicBezTo>
                    <a:pt x="549" y="1013"/>
                    <a:pt x="525" y="1013"/>
                    <a:pt x="513" y="1001"/>
                  </a:cubicBezTo>
                  <a:cubicBezTo>
                    <a:pt x="465" y="989"/>
                    <a:pt x="406" y="965"/>
                    <a:pt x="358" y="942"/>
                  </a:cubicBezTo>
                  <a:cubicBezTo>
                    <a:pt x="227" y="870"/>
                    <a:pt x="156" y="715"/>
                    <a:pt x="156" y="572"/>
                  </a:cubicBezTo>
                  <a:cubicBezTo>
                    <a:pt x="156" y="334"/>
                    <a:pt x="346" y="132"/>
                    <a:pt x="584" y="132"/>
                  </a:cubicBezTo>
                  <a:close/>
                  <a:moveTo>
                    <a:pt x="584" y="1"/>
                  </a:moveTo>
                  <a:cubicBezTo>
                    <a:pt x="251" y="1"/>
                    <a:pt x="1" y="275"/>
                    <a:pt x="1" y="584"/>
                  </a:cubicBezTo>
                  <a:cubicBezTo>
                    <a:pt x="1" y="811"/>
                    <a:pt x="120" y="989"/>
                    <a:pt x="299" y="1084"/>
                  </a:cubicBezTo>
                  <a:cubicBezTo>
                    <a:pt x="346" y="1120"/>
                    <a:pt x="394" y="1132"/>
                    <a:pt x="430" y="1144"/>
                  </a:cubicBezTo>
                  <a:cubicBezTo>
                    <a:pt x="477" y="1168"/>
                    <a:pt x="537" y="1168"/>
                    <a:pt x="584" y="1168"/>
                  </a:cubicBezTo>
                  <a:cubicBezTo>
                    <a:pt x="918" y="1168"/>
                    <a:pt x="1168" y="894"/>
                    <a:pt x="1168" y="584"/>
                  </a:cubicBezTo>
                  <a:cubicBezTo>
                    <a:pt x="1168" y="251"/>
                    <a:pt x="918"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3"/>
            <p:cNvSpPr/>
            <p:nvPr/>
          </p:nvSpPr>
          <p:spPr>
            <a:xfrm>
              <a:off x="2843458" y="707218"/>
              <a:ext cx="39649" cy="39649"/>
            </a:xfrm>
            <a:custGeom>
              <a:avLst/>
              <a:gdLst/>
              <a:ahLst/>
              <a:cxnLst/>
              <a:rect l="l" t="t" r="r" b="b"/>
              <a:pathLst>
                <a:path w="1013" h="1013" extrusionOk="0">
                  <a:moveTo>
                    <a:pt x="501" y="0"/>
                  </a:moveTo>
                  <a:cubicBezTo>
                    <a:pt x="227" y="0"/>
                    <a:pt x="0" y="227"/>
                    <a:pt x="0" y="512"/>
                  </a:cubicBezTo>
                  <a:cubicBezTo>
                    <a:pt x="0" y="798"/>
                    <a:pt x="227" y="1012"/>
                    <a:pt x="501" y="1012"/>
                  </a:cubicBezTo>
                  <a:cubicBezTo>
                    <a:pt x="786" y="1012"/>
                    <a:pt x="1012" y="798"/>
                    <a:pt x="1012" y="512"/>
                  </a:cubicBezTo>
                  <a:cubicBezTo>
                    <a:pt x="1012" y="227"/>
                    <a:pt x="786" y="0"/>
                    <a:pt x="5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 name="Google Shape;231;p13"/>
          <p:cNvGrpSpPr/>
          <p:nvPr/>
        </p:nvGrpSpPr>
        <p:grpSpPr>
          <a:xfrm>
            <a:off x="8821689" y="4821177"/>
            <a:ext cx="246104" cy="246125"/>
            <a:chOff x="821447" y="1650414"/>
            <a:chExt cx="221376" cy="221415"/>
          </a:xfrm>
        </p:grpSpPr>
        <p:sp>
          <p:nvSpPr>
            <p:cNvPr id="232" name="Google Shape;232;p13"/>
            <p:cNvSpPr/>
            <p:nvPr/>
          </p:nvSpPr>
          <p:spPr>
            <a:xfrm>
              <a:off x="932330" y="1650414"/>
              <a:ext cx="39" cy="221415"/>
            </a:xfrm>
            <a:custGeom>
              <a:avLst/>
              <a:gdLst/>
              <a:ahLst/>
              <a:cxnLst/>
              <a:rect l="l" t="t" r="r" b="b"/>
              <a:pathLst>
                <a:path w="1" h="5657" fill="none" extrusionOk="0">
                  <a:moveTo>
                    <a:pt x="1" y="1"/>
                  </a:moveTo>
                  <a:lnTo>
                    <a:pt x="1" y="5656"/>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3"/>
            <p:cNvSpPr/>
            <p:nvPr/>
          </p:nvSpPr>
          <p:spPr>
            <a:xfrm>
              <a:off x="821447" y="1761336"/>
              <a:ext cx="221376" cy="39"/>
            </a:xfrm>
            <a:custGeom>
              <a:avLst/>
              <a:gdLst/>
              <a:ahLst/>
              <a:cxnLst/>
              <a:rect l="l" t="t" r="r" b="b"/>
              <a:pathLst>
                <a:path w="5656" h="1" fill="none" extrusionOk="0">
                  <a:moveTo>
                    <a:pt x="5656" y="0"/>
                  </a:move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3"/>
            <p:cNvSpPr/>
            <p:nvPr/>
          </p:nvSpPr>
          <p:spPr>
            <a:xfrm>
              <a:off x="866184" y="1695151"/>
              <a:ext cx="129593" cy="129593"/>
            </a:xfrm>
            <a:custGeom>
              <a:avLst/>
              <a:gdLst/>
              <a:ahLst/>
              <a:cxnLst/>
              <a:rect l="l" t="t" r="r" b="b"/>
              <a:pathLst>
                <a:path w="3311" h="3311" fill="none" extrusionOk="0">
                  <a:moveTo>
                    <a:pt x="3310" y="1656"/>
                  </a:moveTo>
                  <a:cubicBezTo>
                    <a:pt x="3310" y="2572"/>
                    <a:pt x="2572" y="3311"/>
                    <a:pt x="1655" y="3311"/>
                  </a:cubicBezTo>
                  <a:cubicBezTo>
                    <a:pt x="738" y="3311"/>
                    <a:pt x="0" y="2572"/>
                    <a:pt x="0" y="1656"/>
                  </a:cubicBezTo>
                  <a:cubicBezTo>
                    <a:pt x="0" y="739"/>
                    <a:pt x="738" y="1"/>
                    <a:pt x="1655" y="1"/>
                  </a:cubicBezTo>
                  <a:cubicBezTo>
                    <a:pt x="2572" y="1"/>
                    <a:pt x="3310" y="739"/>
                    <a:pt x="3310" y="1656"/>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597"/>
        <p:cNvGrpSpPr/>
        <p:nvPr/>
      </p:nvGrpSpPr>
      <p:grpSpPr>
        <a:xfrm>
          <a:off x="0" y="0"/>
          <a:ext cx="0" cy="0"/>
          <a:chOff x="0" y="0"/>
          <a:chExt cx="0" cy="0"/>
        </a:xfrm>
      </p:grpSpPr>
      <p:grpSp>
        <p:nvGrpSpPr>
          <p:cNvPr id="598" name="Google Shape;598;p30"/>
          <p:cNvGrpSpPr/>
          <p:nvPr/>
        </p:nvGrpSpPr>
        <p:grpSpPr>
          <a:xfrm rot="10800000">
            <a:off x="7443793" y="234700"/>
            <a:ext cx="1444188" cy="681819"/>
            <a:chOff x="751543" y="2718975"/>
            <a:chExt cx="1444188" cy="681819"/>
          </a:xfrm>
        </p:grpSpPr>
        <p:sp>
          <p:nvSpPr>
            <p:cNvPr id="599" name="Google Shape;599;p30"/>
            <p:cNvSpPr/>
            <p:nvPr/>
          </p:nvSpPr>
          <p:spPr>
            <a:xfrm>
              <a:off x="799998" y="2731578"/>
              <a:ext cx="1382699" cy="646828"/>
            </a:xfrm>
            <a:custGeom>
              <a:avLst/>
              <a:gdLst/>
              <a:ahLst/>
              <a:cxnLst/>
              <a:rect l="l" t="t" r="r" b="b"/>
              <a:pathLst>
                <a:path w="35327" h="16526" fill="none" extrusionOk="0">
                  <a:moveTo>
                    <a:pt x="298" y="0"/>
                  </a:moveTo>
                  <a:lnTo>
                    <a:pt x="298" y="11287"/>
                  </a:lnTo>
                  <a:cubicBezTo>
                    <a:pt x="298" y="11287"/>
                    <a:pt x="1" y="16526"/>
                    <a:pt x="6835" y="16526"/>
                  </a:cubicBezTo>
                  <a:lnTo>
                    <a:pt x="35326" y="16526"/>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0"/>
            <p:cNvSpPr/>
            <p:nvPr/>
          </p:nvSpPr>
          <p:spPr>
            <a:xfrm>
              <a:off x="798589" y="2718975"/>
              <a:ext cx="25206" cy="24736"/>
            </a:xfrm>
            <a:custGeom>
              <a:avLst/>
              <a:gdLst/>
              <a:ahLst/>
              <a:cxnLst/>
              <a:rect l="l" t="t" r="r" b="b"/>
              <a:pathLst>
                <a:path w="644" h="632" extrusionOk="0">
                  <a:moveTo>
                    <a:pt x="1" y="1"/>
                  </a:moveTo>
                  <a:lnTo>
                    <a:pt x="1" y="632"/>
                  </a:lnTo>
                  <a:lnTo>
                    <a:pt x="644" y="632"/>
                  </a:lnTo>
                  <a:lnTo>
                    <a:pt x="6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0"/>
            <p:cNvSpPr/>
            <p:nvPr/>
          </p:nvSpPr>
          <p:spPr>
            <a:xfrm>
              <a:off x="798589" y="3163096"/>
              <a:ext cx="25206" cy="25206"/>
            </a:xfrm>
            <a:custGeom>
              <a:avLst/>
              <a:gdLst/>
              <a:ahLst/>
              <a:cxnLst/>
              <a:rect l="l" t="t" r="r" b="b"/>
              <a:pathLst>
                <a:path w="644" h="644" extrusionOk="0">
                  <a:moveTo>
                    <a:pt x="1" y="0"/>
                  </a:moveTo>
                  <a:lnTo>
                    <a:pt x="1" y="643"/>
                  </a:lnTo>
                  <a:lnTo>
                    <a:pt x="644" y="643"/>
                  </a:lnTo>
                  <a:lnTo>
                    <a:pt x="6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0"/>
            <p:cNvSpPr/>
            <p:nvPr/>
          </p:nvSpPr>
          <p:spPr>
            <a:xfrm>
              <a:off x="1049790" y="3365803"/>
              <a:ext cx="25206" cy="25206"/>
            </a:xfrm>
            <a:custGeom>
              <a:avLst/>
              <a:gdLst/>
              <a:ahLst/>
              <a:cxnLst/>
              <a:rect l="l" t="t" r="r" b="b"/>
              <a:pathLst>
                <a:path w="644" h="644" extrusionOk="0">
                  <a:moveTo>
                    <a:pt x="0" y="0"/>
                  </a:moveTo>
                  <a:lnTo>
                    <a:pt x="0" y="643"/>
                  </a:lnTo>
                  <a:lnTo>
                    <a:pt x="643" y="643"/>
                  </a:lnTo>
                  <a:lnTo>
                    <a:pt x="6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0"/>
            <p:cNvSpPr/>
            <p:nvPr/>
          </p:nvSpPr>
          <p:spPr>
            <a:xfrm>
              <a:off x="2170524" y="3365803"/>
              <a:ext cx="25206" cy="25206"/>
            </a:xfrm>
            <a:custGeom>
              <a:avLst/>
              <a:gdLst/>
              <a:ahLst/>
              <a:cxnLst/>
              <a:rect l="l" t="t" r="r" b="b"/>
              <a:pathLst>
                <a:path w="644" h="644" extrusionOk="0">
                  <a:moveTo>
                    <a:pt x="1" y="0"/>
                  </a:moveTo>
                  <a:lnTo>
                    <a:pt x="1" y="643"/>
                  </a:lnTo>
                  <a:lnTo>
                    <a:pt x="644" y="643"/>
                  </a:lnTo>
                  <a:lnTo>
                    <a:pt x="6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0"/>
            <p:cNvSpPr/>
            <p:nvPr/>
          </p:nvSpPr>
          <p:spPr>
            <a:xfrm>
              <a:off x="772522" y="3378366"/>
              <a:ext cx="336017" cy="39"/>
            </a:xfrm>
            <a:custGeom>
              <a:avLst/>
              <a:gdLst/>
              <a:ahLst/>
              <a:cxnLst/>
              <a:rect l="l" t="t" r="r" b="b"/>
              <a:pathLst>
                <a:path w="8585" h="1" fill="none" extrusionOk="0">
                  <a:moveTo>
                    <a:pt x="8584" y="1"/>
                  </a:moveTo>
                  <a:lnTo>
                    <a:pt x="0" y="1"/>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0"/>
            <p:cNvSpPr/>
            <p:nvPr/>
          </p:nvSpPr>
          <p:spPr>
            <a:xfrm>
              <a:off x="751543" y="3356487"/>
              <a:ext cx="44306" cy="44306"/>
            </a:xfrm>
            <a:custGeom>
              <a:avLst/>
              <a:gdLst/>
              <a:ahLst/>
              <a:cxnLst/>
              <a:rect l="l" t="t" r="r" b="b"/>
              <a:pathLst>
                <a:path w="1132" h="1132" extrusionOk="0">
                  <a:moveTo>
                    <a:pt x="572" y="0"/>
                  </a:moveTo>
                  <a:cubicBezTo>
                    <a:pt x="250" y="0"/>
                    <a:pt x="0" y="262"/>
                    <a:pt x="0" y="572"/>
                  </a:cubicBezTo>
                  <a:cubicBezTo>
                    <a:pt x="0" y="881"/>
                    <a:pt x="250" y="1131"/>
                    <a:pt x="572" y="1131"/>
                  </a:cubicBezTo>
                  <a:cubicBezTo>
                    <a:pt x="881" y="1131"/>
                    <a:pt x="1131" y="881"/>
                    <a:pt x="1131" y="572"/>
                  </a:cubicBezTo>
                  <a:cubicBezTo>
                    <a:pt x="1119" y="262"/>
                    <a:pt x="869" y="0"/>
                    <a:pt x="5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6" name="Google Shape;606;p30"/>
          <p:cNvGrpSpPr/>
          <p:nvPr/>
        </p:nvGrpSpPr>
        <p:grpSpPr>
          <a:xfrm>
            <a:off x="76189" y="76202"/>
            <a:ext cx="246104" cy="246125"/>
            <a:chOff x="821447" y="1650414"/>
            <a:chExt cx="221376" cy="221415"/>
          </a:xfrm>
        </p:grpSpPr>
        <p:sp>
          <p:nvSpPr>
            <p:cNvPr id="607" name="Google Shape;607;p30"/>
            <p:cNvSpPr/>
            <p:nvPr/>
          </p:nvSpPr>
          <p:spPr>
            <a:xfrm>
              <a:off x="932330" y="1650414"/>
              <a:ext cx="39" cy="221415"/>
            </a:xfrm>
            <a:custGeom>
              <a:avLst/>
              <a:gdLst/>
              <a:ahLst/>
              <a:cxnLst/>
              <a:rect l="l" t="t" r="r" b="b"/>
              <a:pathLst>
                <a:path w="1" h="5657" fill="none" extrusionOk="0">
                  <a:moveTo>
                    <a:pt x="1" y="1"/>
                  </a:moveTo>
                  <a:lnTo>
                    <a:pt x="1" y="5656"/>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0"/>
            <p:cNvSpPr/>
            <p:nvPr/>
          </p:nvSpPr>
          <p:spPr>
            <a:xfrm>
              <a:off x="821447" y="1761336"/>
              <a:ext cx="221376" cy="39"/>
            </a:xfrm>
            <a:custGeom>
              <a:avLst/>
              <a:gdLst/>
              <a:ahLst/>
              <a:cxnLst/>
              <a:rect l="l" t="t" r="r" b="b"/>
              <a:pathLst>
                <a:path w="5656" h="1" fill="none" extrusionOk="0">
                  <a:moveTo>
                    <a:pt x="5656" y="0"/>
                  </a:move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0"/>
            <p:cNvSpPr/>
            <p:nvPr/>
          </p:nvSpPr>
          <p:spPr>
            <a:xfrm>
              <a:off x="866184" y="1695151"/>
              <a:ext cx="129593" cy="129593"/>
            </a:xfrm>
            <a:custGeom>
              <a:avLst/>
              <a:gdLst/>
              <a:ahLst/>
              <a:cxnLst/>
              <a:rect l="l" t="t" r="r" b="b"/>
              <a:pathLst>
                <a:path w="3311" h="3311" fill="none" extrusionOk="0">
                  <a:moveTo>
                    <a:pt x="3310" y="1656"/>
                  </a:moveTo>
                  <a:cubicBezTo>
                    <a:pt x="3310" y="2572"/>
                    <a:pt x="2572" y="3311"/>
                    <a:pt x="1655" y="3311"/>
                  </a:cubicBezTo>
                  <a:cubicBezTo>
                    <a:pt x="738" y="3311"/>
                    <a:pt x="0" y="2572"/>
                    <a:pt x="0" y="1656"/>
                  </a:cubicBezTo>
                  <a:cubicBezTo>
                    <a:pt x="0" y="739"/>
                    <a:pt x="738" y="1"/>
                    <a:pt x="1655" y="1"/>
                  </a:cubicBezTo>
                  <a:cubicBezTo>
                    <a:pt x="2572" y="1"/>
                    <a:pt x="3310" y="739"/>
                    <a:pt x="3310" y="1656"/>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610"/>
        <p:cNvGrpSpPr/>
        <p:nvPr/>
      </p:nvGrpSpPr>
      <p:grpSpPr>
        <a:xfrm>
          <a:off x="0" y="0"/>
          <a:ext cx="0" cy="0"/>
          <a:chOff x="0" y="0"/>
          <a:chExt cx="0" cy="0"/>
        </a:xfrm>
      </p:grpSpPr>
      <p:grpSp>
        <p:nvGrpSpPr>
          <p:cNvPr id="611" name="Google Shape;611;p31"/>
          <p:cNvGrpSpPr/>
          <p:nvPr/>
        </p:nvGrpSpPr>
        <p:grpSpPr>
          <a:xfrm>
            <a:off x="8204448" y="-533391"/>
            <a:ext cx="1747196" cy="1747196"/>
            <a:chOff x="6998874" y="164307"/>
            <a:chExt cx="409678" cy="409678"/>
          </a:xfrm>
        </p:grpSpPr>
        <p:sp>
          <p:nvSpPr>
            <p:cNvPr id="612" name="Google Shape;612;p31"/>
            <p:cNvSpPr/>
            <p:nvPr/>
          </p:nvSpPr>
          <p:spPr>
            <a:xfrm>
              <a:off x="7048269" y="214171"/>
              <a:ext cx="360284" cy="359814"/>
            </a:xfrm>
            <a:custGeom>
              <a:avLst/>
              <a:gdLst/>
              <a:ahLst/>
              <a:cxnLst/>
              <a:rect l="l" t="t" r="r" b="b"/>
              <a:pathLst>
                <a:path w="9205" h="9193" fill="none" extrusionOk="0">
                  <a:moveTo>
                    <a:pt x="9204" y="4596"/>
                  </a:moveTo>
                  <a:cubicBezTo>
                    <a:pt x="9204" y="2049"/>
                    <a:pt x="7156" y="1"/>
                    <a:pt x="4608" y="1"/>
                  </a:cubicBezTo>
                  <a:cubicBezTo>
                    <a:pt x="2060" y="1"/>
                    <a:pt x="1" y="2049"/>
                    <a:pt x="1" y="4596"/>
                  </a:cubicBezTo>
                  <a:cubicBezTo>
                    <a:pt x="1" y="7144"/>
                    <a:pt x="2060" y="9192"/>
                    <a:pt x="4608" y="9192"/>
                  </a:cubicBezTo>
                  <a:cubicBezTo>
                    <a:pt x="7156" y="9192"/>
                    <a:pt x="9204" y="7144"/>
                    <a:pt x="9204" y="4596"/>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1"/>
            <p:cNvSpPr/>
            <p:nvPr/>
          </p:nvSpPr>
          <p:spPr>
            <a:xfrm>
              <a:off x="6998874" y="164307"/>
              <a:ext cx="229791" cy="229791"/>
            </a:xfrm>
            <a:custGeom>
              <a:avLst/>
              <a:gdLst/>
              <a:ahLst/>
              <a:cxnLst/>
              <a:rect l="l" t="t" r="r" b="b"/>
              <a:pathLst>
                <a:path w="5871" h="5871" fill="none" extrusionOk="0">
                  <a:moveTo>
                    <a:pt x="5870" y="1"/>
                  </a:moveTo>
                  <a:cubicBezTo>
                    <a:pt x="2644" y="1"/>
                    <a:pt x="0" y="2620"/>
                    <a:pt x="0" y="5870"/>
                  </a:cubicBezTo>
                  <a:lnTo>
                    <a:pt x="5870" y="5870"/>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1"/>
            <p:cNvSpPr/>
            <p:nvPr/>
          </p:nvSpPr>
          <p:spPr>
            <a:xfrm>
              <a:off x="7124239" y="289672"/>
              <a:ext cx="208812" cy="208812"/>
            </a:xfrm>
            <a:custGeom>
              <a:avLst/>
              <a:gdLst/>
              <a:ahLst/>
              <a:cxnLst/>
              <a:rect l="l" t="t" r="r" b="b"/>
              <a:pathLst>
                <a:path w="5335" h="5335" fill="none" extrusionOk="0">
                  <a:moveTo>
                    <a:pt x="5334" y="2667"/>
                  </a:moveTo>
                  <a:cubicBezTo>
                    <a:pt x="5334" y="4144"/>
                    <a:pt x="4144" y="5334"/>
                    <a:pt x="2667" y="5334"/>
                  </a:cubicBezTo>
                  <a:cubicBezTo>
                    <a:pt x="1191" y="5334"/>
                    <a:pt x="0" y="4144"/>
                    <a:pt x="0" y="2667"/>
                  </a:cubicBezTo>
                  <a:cubicBezTo>
                    <a:pt x="0" y="1191"/>
                    <a:pt x="1191" y="0"/>
                    <a:pt x="2667" y="0"/>
                  </a:cubicBezTo>
                  <a:lnTo>
                    <a:pt x="2667" y="266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1"/>
            <p:cNvSpPr/>
            <p:nvPr/>
          </p:nvSpPr>
          <p:spPr>
            <a:xfrm>
              <a:off x="7182010" y="347443"/>
              <a:ext cx="93231" cy="93271"/>
            </a:xfrm>
            <a:custGeom>
              <a:avLst/>
              <a:gdLst/>
              <a:ahLst/>
              <a:cxnLst/>
              <a:rect l="l" t="t" r="r" b="b"/>
              <a:pathLst>
                <a:path w="2382" h="2383" fill="none" extrusionOk="0">
                  <a:moveTo>
                    <a:pt x="2382" y="1191"/>
                  </a:moveTo>
                  <a:cubicBezTo>
                    <a:pt x="2382" y="537"/>
                    <a:pt x="1846" y="1"/>
                    <a:pt x="1191" y="1"/>
                  </a:cubicBezTo>
                  <a:cubicBezTo>
                    <a:pt x="536" y="1"/>
                    <a:pt x="1" y="537"/>
                    <a:pt x="1" y="1191"/>
                  </a:cubicBezTo>
                  <a:cubicBezTo>
                    <a:pt x="1" y="1846"/>
                    <a:pt x="536" y="2382"/>
                    <a:pt x="1191" y="2382"/>
                  </a:cubicBezTo>
                  <a:cubicBezTo>
                    <a:pt x="1846" y="2382"/>
                    <a:pt x="2382" y="1846"/>
                    <a:pt x="2382" y="1191"/>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6" name="Google Shape;616;p31"/>
          <p:cNvGrpSpPr/>
          <p:nvPr/>
        </p:nvGrpSpPr>
        <p:grpSpPr>
          <a:xfrm>
            <a:off x="80376" y="4176772"/>
            <a:ext cx="788136" cy="854451"/>
            <a:chOff x="5298397" y="2239001"/>
            <a:chExt cx="492616" cy="534065"/>
          </a:xfrm>
        </p:grpSpPr>
        <p:sp>
          <p:nvSpPr>
            <p:cNvPr id="617" name="Google Shape;617;p31"/>
            <p:cNvSpPr/>
            <p:nvPr/>
          </p:nvSpPr>
          <p:spPr>
            <a:xfrm>
              <a:off x="5302116" y="2239001"/>
              <a:ext cx="376605" cy="250731"/>
            </a:xfrm>
            <a:custGeom>
              <a:avLst/>
              <a:gdLst/>
              <a:ahLst/>
              <a:cxnLst/>
              <a:rect l="l" t="t" r="r" b="b"/>
              <a:pathLst>
                <a:path w="9622" h="6406" fill="none" extrusionOk="0">
                  <a:moveTo>
                    <a:pt x="8383" y="6406"/>
                  </a:moveTo>
                  <a:lnTo>
                    <a:pt x="1227" y="6406"/>
                  </a:lnTo>
                  <a:cubicBezTo>
                    <a:pt x="537" y="6406"/>
                    <a:pt x="1" y="5858"/>
                    <a:pt x="1" y="5191"/>
                  </a:cubicBezTo>
                  <a:lnTo>
                    <a:pt x="1" y="1215"/>
                  </a:lnTo>
                  <a:cubicBezTo>
                    <a:pt x="1" y="536"/>
                    <a:pt x="549" y="0"/>
                    <a:pt x="1227" y="0"/>
                  </a:cubicBezTo>
                  <a:lnTo>
                    <a:pt x="8383" y="0"/>
                  </a:lnTo>
                  <a:cubicBezTo>
                    <a:pt x="9061" y="0"/>
                    <a:pt x="9597" y="548"/>
                    <a:pt x="9597" y="1215"/>
                  </a:cubicBezTo>
                  <a:lnTo>
                    <a:pt x="9597" y="5191"/>
                  </a:lnTo>
                  <a:cubicBezTo>
                    <a:pt x="9621" y="5858"/>
                    <a:pt x="9061" y="6406"/>
                    <a:pt x="8383" y="6406"/>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1"/>
            <p:cNvSpPr/>
            <p:nvPr/>
          </p:nvSpPr>
          <p:spPr>
            <a:xfrm>
              <a:off x="5298397" y="2521866"/>
              <a:ext cx="492616" cy="251201"/>
            </a:xfrm>
            <a:custGeom>
              <a:avLst/>
              <a:gdLst/>
              <a:ahLst/>
              <a:cxnLst/>
              <a:rect l="l" t="t" r="r" b="b"/>
              <a:pathLst>
                <a:path w="12586" h="6418" fill="none" extrusionOk="0">
                  <a:moveTo>
                    <a:pt x="11359" y="6418"/>
                  </a:moveTo>
                  <a:lnTo>
                    <a:pt x="1227" y="6418"/>
                  </a:lnTo>
                  <a:cubicBezTo>
                    <a:pt x="548" y="6418"/>
                    <a:pt x="1" y="5858"/>
                    <a:pt x="1" y="5191"/>
                  </a:cubicBezTo>
                  <a:lnTo>
                    <a:pt x="1" y="1215"/>
                  </a:lnTo>
                  <a:cubicBezTo>
                    <a:pt x="1" y="536"/>
                    <a:pt x="560" y="0"/>
                    <a:pt x="1227" y="0"/>
                  </a:cubicBezTo>
                  <a:lnTo>
                    <a:pt x="11359" y="0"/>
                  </a:lnTo>
                  <a:cubicBezTo>
                    <a:pt x="12050" y="0"/>
                    <a:pt x="12585" y="548"/>
                    <a:pt x="12585" y="1215"/>
                  </a:cubicBezTo>
                  <a:lnTo>
                    <a:pt x="12585" y="5179"/>
                  </a:lnTo>
                  <a:cubicBezTo>
                    <a:pt x="12585" y="5870"/>
                    <a:pt x="12038" y="6418"/>
                    <a:pt x="11359"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1"/>
            <p:cNvSpPr/>
            <p:nvPr/>
          </p:nvSpPr>
          <p:spPr>
            <a:xfrm>
              <a:off x="5402784" y="2401158"/>
              <a:ext cx="34991" cy="37340"/>
            </a:xfrm>
            <a:custGeom>
              <a:avLst/>
              <a:gdLst/>
              <a:ahLst/>
              <a:cxnLst/>
              <a:rect l="l" t="t" r="r" b="b"/>
              <a:pathLst>
                <a:path w="894" h="954" fill="none" extrusionOk="0">
                  <a:moveTo>
                    <a:pt x="1" y="953"/>
                  </a:moveTo>
                  <a:lnTo>
                    <a:pt x="894" y="477"/>
                  </a:lnTo>
                  <a:lnTo>
                    <a:pt x="1" y="1"/>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1"/>
            <p:cNvSpPr/>
            <p:nvPr/>
          </p:nvSpPr>
          <p:spPr>
            <a:xfrm>
              <a:off x="5331471" y="2419789"/>
              <a:ext cx="104895" cy="39"/>
            </a:xfrm>
            <a:custGeom>
              <a:avLst/>
              <a:gdLst/>
              <a:ahLst/>
              <a:cxnLst/>
              <a:rect l="l" t="t" r="r" b="b"/>
              <a:pathLst>
                <a:path w="2680" h="1" fill="none" extrusionOk="0">
                  <a:moveTo>
                    <a:pt x="2680" y="1"/>
                  </a:moveTo>
                  <a:lnTo>
                    <a:pt x="1" y="1"/>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1"/>
            <p:cNvSpPr/>
            <p:nvPr/>
          </p:nvSpPr>
          <p:spPr>
            <a:xfrm>
              <a:off x="5449869" y="2395561"/>
              <a:ext cx="39" cy="48964"/>
            </a:xfrm>
            <a:custGeom>
              <a:avLst/>
              <a:gdLst/>
              <a:ahLst/>
              <a:cxnLst/>
              <a:rect l="l" t="t" r="r" b="b"/>
              <a:pathLst>
                <a:path w="1" h="1251" fill="none" extrusionOk="0">
                  <a:moveTo>
                    <a:pt x="0" y="1251"/>
                  </a:moveTo>
                  <a:lnTo>
                    <a:pt x="0" y="1"/>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1"/>
            <p:cNvSpPr/>
            <p:nvPr/>
          </p:nvSpPr>
          <p:spPr>
            <a:xfrm>
              <a:off x="5340825" y="2636507"/>
              <a:ext cx="80628" cy="69474"/>
            </a:xfrm>
            <a:custGeom>
              <a:avLst/>
              <a:gdLst/>
              <a:ahLst/>
              <a:cxnLst/>
              <a:rect l="l" t="t" r="r" b="b"/>
              <a:pathLst>
                <a:path w="2060" h="1775" fill="none" extrusionOk="0">
                  <a:moveTo>
                    <a:pt x="2060" y="1107"/>
                  </a:moveTo>
                  <a:lnTo>
                    <a:pt x="1036" y="0"/>
                  </a:lnTo>
                  <a:lnTo>
                    <a:pt x="0" y="1107"/>
                  </a:lnTo>
                  <a:lnTo>
                    <a:pt x="476" y="1107"/>
                  </a:lnTo>
                  <a:lnTo>
                    <a:pt x="476" y="1774"/>
                  </a:lnTo>
                  <a:lnTo>
                    <a:pt x="1584" y="1774"/>
                  </a:lnTo>
                  <a:lnTo>
                    <a:pt x="1584" y="110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1"/>
            <p:cNvSpPr/>
            <p:nvPr/>
          </p:nvSpPr>
          <p:spPr>
            <a:xfrm>
              <a:off x="5359456" y="2718036"/>
              <a:ext cx="43367" cy="14012"/>
            </a:xfrm>
            <a:custGeom>
              <a:avLst/>
              <a:gdLst/>
              <a:ahLst/>
              <a:cxnLst/>
              <a:rect l="l" t="t" r="r" b="b"/>
              <a:pathLst>
                <a:path w="1108" h="358" fill="none" extrusionOk="0">
                  <a:moveTo>
                    <a:pt x="0" y="1"/>
                  </a:moveTo>
                  <a:lnTo>
                    <a:pt x="1108" y="1"/>
                  </a:lnTo>
                  <a:lnTo>
                    <a:pt x="1108" y="358"/>
                  </a:lnTo>
                  <a:lnTo>
                    <a:pt x="0" y="358"/>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Lexend Deca"/>
              <a:buNone/>
              <a:defRPr sz="3500" b="1">
                <a:solidFill>
                  <a:schemeClr val="dk1"/>
                </a:solidFill>
                <a:latin typeface="Lexend Deca"/>
                <a:ea typeface="Lexend Deca"/>
                <a:cs typeface="Lexend Deca"/>
                <a:sym typeface="Lexend Deca"/>
              </a:defRPr>
            </a:lvl1pPr>
            <a:lvl2pPr lvl="1"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2pPr>
            <a:lvl3pPr lvl="2"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3pPr>
            <a:lvl4pPr lvl="3"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4pPr>
            <a:lvl5pPr lvl="4"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5pPr>
            <a:lvl6pPr lvl="5"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6pPr>
            <a:lvl7pPr lvl="6"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7pPr>
            <a:lvl8pPr lvl="7"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8pPr>
            <a:lvl9pPr lvl="8"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marL="914400" lvl="1"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2pPr>
            <a:lvl3pPr marL="1371600" lvl="2"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3pPr>
            <a:lvl4pPr marL="1828800" lvl="3"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4pPr>
            <a:lvl5pPr marL="2286000" lvl="4"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5pPr>
            <a:lvl6pPr marL="2743200" lvl="5"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6pPr>
            <a:lvl7pPr marL="3200400" lvl="6"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7pPr>
            <a:lvl8pPr marL="3657600" lvl="7"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8pPr>
            <a:lvl9pPr marL="4114800" lvl="8"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4" r:id="rId4"/>
    <p:sldLayoutId id="2147483658" r:id="rId5"/>
    <p:sldLayoutId id="2147483659" r:id="rId6"/>
    <p:sldLayoutId id="2147483676" r:id="rId7"/>
    <p:sldLayoutId id="2147483677"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22.svg"/></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28.svg"/></Relationships>
</file>

<file path=ppt/slides/_rels/slide33.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42.xml"/><Relationship Id="rId1" Type="http://schemas.openxmlformats.org/officeDocument/2006/relationships/slideLayout" Target="../slideLayouts/slideLayout3.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 Id="rId9" Type="http://schemas.openxmlformats.org/officeDocument/2006/relationships/image" Target="../media/image41.svg"/></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svg"/><Relationship Id="rId2" Type="http://schemas.openxmlformats.org/officeDocument/2006/relationships/notesSlide" Target="../notesSlides/notesSlide43.xml"/><Relationship Id="rId1" Type="http://schemas.openxmlformats.org/officeDocument/2006/relationships/slideLayout" Target="../slideLayouts/slideLayout3.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4.xml"/><Relationship Id="rId1" Type="http://schemas.openxmlformats.org/officeDocument/2006/relationships/slideLayout" Target="../slideLayouts/slideLayout3.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41.svg"/></Relationships>
</file>

<file path=ppt/slides/_rels/slide45.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7.png"/><Relationship Id="rId7"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3.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41.svg"/></Relationships>
</file>

<file path=ppt/slides/_rels/slide46.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7.png"/><Relationship Id="rId7" Type="http://schemas.openxmlformats.org/officeDocument/2006/relationships/image" Target="../media/image42.png"/><Relationship Id="rId2" Type="http://schemas.openxmlformats.org/officeDocument/2006/relationships/notesSlide" Target="../notesSlides/notesSlide46.xml"/><Relationship Id="rId1" Type="http://schemas.openxmlformats.org/officeDocument/2006/relationships/slideLayout" Target="../slideLayouts/slideLayout3.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41.sv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9.xml"/><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3.xml"/><Relationship Id="rId1" Type="http://schemas.openxmlformats.org/officeDocument/2006/relationships/slideLayout" Target="../slideLayouts/slideLayout3.xml"/><Relationship Id="rId4" Type="http://schemas.openxmlformats.org/officeDocument/2006/relationships/image" Target="../media/image28.svg"/></Relationships>
</file>

<file path=ppt/slides/_rels/slide5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4.xml"/><Relationship Id="rId1" Type="http://schemas.openxmlformats.org/officeDocument/2006/relationships/slideLayout" Target="../slideLayouts/slideLayout3.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28.sv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6.xml"/><Relationship Id="rId1" Type="http://schemas.openxmlformats.org/officeDocument/2006/relationships/slideLayout" Target="../slideLayouts/slideLayout3.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28.sv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35"/>
          <p:cNvSpPr txBox="1">
            <a:spLocks noGrp="1"/>
          </p:cNvSpPr>
          <p:nvPr>
            <p:ph type="ctrTitle"/>
          </p:nvPr>
        </p:nvSpPr>
        <p:spPr>
          <a:xfrm>
            <a:off x="1657650" y="1180075"/>
            <a:ext cx="5828700" cy="2114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500" dirty="0">
                <a:latin typeface="Lexend Deca"/>
                <a:ea typeface="Lexend Deca"/>
                <a:cs typeface="Lexend Deca"/>
                <a:sym typeface="Lexend Deca"/>
              </a:rPr>
              <a:t>Graph</a:t>
            </a:r>
            <a:br>
              <a:rPr lang="en" sz="5500" dirty="0">
                <a:latin typeface="Lexend Deca"/>
                <a:ea typeface="Lexend Deca"/>
                <a:cs typeface="Lexend Deca"/>
                <a:sym typeface="Lexend Deca"/>
              </a:rPr>
            </a:br>
            <a:r>
              <a:rPr lang="en" sz="5500" dirty="0">
                <a:latin typeface="Lexend Deca"/>
                <a:ea typeface="Lexend Deca"/>
                <a:cs typeface="Lexend Deca"/>
                <a:sym typeface="Lexend Deca"/>
              </a:rPr>
              <a:t>Datenbanken</a:t>
            </a:r>
            <a:br>
              <a:rPr lang="en" sz="5500" dirty="0">
                <a:latin typeface="Lexend Deca"/>
                <a:ea typeface="Lexend Deca"/>
                <a:cs typeface="Lexend Deca"/>
                <a:sym typeface="Lexend Deca"/>
              </a:rPr>
            </a:br>
            <a:endParaRPr sz="4000" b="0" dirty="0">
              <a:latin typeface="Lexend Deca Light"/>
              <a:ea typeface="Lexend Deca Light"/>
              <a:cs typeface="Lexend Deca Light"/>
              <a:sym typeface="Lexend Deca Light"/>
            </a:endParaRPr>
          </a:p>
        </p:txBody>
      </p:sp>
      <p:sp>
        <p:nvSpPr>
          <p:cNvPr id="635" name="Google Shape;635;p35"/>
          <p:cNvSpPr txBox="1">
            <a:spLocks noGrp="1"/>
          </p:cNvSpPr>
          <p:nvPr>
            <p:ph type="subTitle" idx="1"/>
          </p:nvPr>
        </p:nvSpPr>
        <p:spPr>
          <a:xfrm>
            <a:off x="1659600" y="2976049"/>
            <a:ext cx="5824800" cy="154551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t>Advanced Data Models</a:t>
            </a:r>
          </a:p>
          <a:p>
            <a:pPr marL="0" lvl="0" indent="0" algn="ctr" rtl="0">
              <a:spcBef>
                <a:spcPts val="0"/>
              </a:spcBef>
              <a:spcAft>
                <a:spcPts val="0"/>
              </a:spcAft>
              <a:buNone/>
            </a:pPr>
            <a:r>
              <a:rPr lang="en" sz="1200" dirty="0"/>
              <a:t>Name: </a:t>
            </a:r>
            <a:r>
              <a:rPr lang="en" sz="1200" b="1" dirty="0"/>
              <a:t>Dominik Ölke</a:t>
            </a:r>
          </a:p>
          <a:p>
            <a:pPr marL="0" lvl="0" indent="0" algn="ctr" rtl="0">
              <a:spcBef>
                <a:spcPts val="0"/>
              </a:spcBef>
              <a:spcAft>
                <a:spcPts val="0"/>
              </a:spcAft>
              <a:buNone/>
            </a:pPr>
            <a:r>
              <a:rPr lang="en" sz="1200" dirty="0"/>
              <a:t>Matrikelnummer: </a:t>
            </a:r>
            <a:r>
              <a:rPr lang="en" sz="1200" b="1" dirty="0"/>
              <a:t>00768790</a:t>
            </a:r>
          </a:p>
        </p:txBody>
      </p:sp>
      <p:grpSp>
        <p:nvGrpSpPr>
          <p:cNvPr id="636" name="Google Shape;636;p35"/>
          <p:cNvGrpSpPr/>
          <p:nvPr/>
        </p:nvGrpSpPr>
        <p:grpSpPr>
          <a:xfrm>
            <a:off x="116476" y="2818685"/>
            <a:ext cx="1109440" cy="2219632"/>
            <a:chOff x="1990206" y="3718102"/>
            <a:chExt cx="693443" cy="1387356"/>
          </a:xfrm>
        </p:grpSpPr>
        <p:sp>
          <p:nvSpPr>
            <p:cNvPr id="637" name="Google Shape;637;p35"/>
            <p:cNvSpPr/>
            <p:nvPr/>
          </p:nvSpPr>
          <p:spPr>
            <a:xfrm>
              <a:off x="2431980" y="4000027"/>
              <a:ext cx="251670" cy="251240"/>
            </a:xfrm>
            <a:custGeom>
              <a:avLst/>
              <a:gdLst/>
              <a:ahLst/>
              <a:cxnLst/>
              <a:rect l="l" t="t" r="r" b="b"/>
              <a:pathLst>
                <a:path w="6430" h="6419" fill="none" extrusionOk="0">
                  <a:moveTo>
                    <a:pt x="5203" y="6418"/>
                  </a:moveTo>
                  <a:lnTo>
                    <a:pt x="1227" y="6418"/>
                  </a:lnTo>
                  <a:cubicBezTo>
                    <a:pt x="536" y="6418"/>
                    <a:pt x="0" y="5871"/>
                    <a:pt x="0" y="5204"/>
                  </a:cubicBezTo>
                  <a:lnTo>
                    <a:pt x="0" y="1227"/>
                  </a:lnTo>
                  <a:cubicBezTo>
                    <a:pt x="0" y="537"/>
                    <a:pt x="560" y="1"/>
                    <a:pt x="1227" y="1"/>
                  </a:cubicBezTo>
                  <a:lnTo>
                    <a:pt x="5203" y="1"/>
                  </a:lnTo>
                  <a:cubicBezTo>
                    <a:pt x="5882" y="1"/>
                    <a:pt x="6418" y="560"/>
                    <a:pt x="6418" y="1227"/>
                  </a:cubicBezTo>
                  <a:lnTo>
                    <a:pt x="6418" y="5204"/>
                  </a:lnTo>
                  <a:cubicBezTo>
                    <a:pt x="6430" y="5871"/>
                    <a:pt x="5882" y="6418"/>
                    <a:pt x="5203"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5"/>
            <p:cNvSpPr/>
            <p:nvPr/>
          </p:nvSpPr>
          <p:spPr>
            <a:xfrm>
              <a:off x="1993455" y="4000027"/>
              <a:ext cx="376566" cy="251240"/>
            </a:xfrm>
            <a:custGeom>
              <a:avLst/>
              <a:gdLst/>
              <a:ahLst/>
              <a:cxnLst/>
              <a:rect l="l" t="t" r="r" b="b"/>
              <a:pathLst>
                <a:path w="9621" h="6419" fill="none" extrusionOk="0">
                  <a:moveTo>
                    <a:pt x="8382" y="6418"/>
                  </a:moveTo>
                  <a:lnTo>
                    <a:pt x="1227" y="6418"/>
                  </a:lnTo>
                  <a:cubicBezTo>
                    <a:pt x="536" y="6418"/>
                    <a:pt x="0" y="5871"/>
                    <a:pt x="0" y="5204"/>
                  </a:cubicBezTo>
                  <a:lnTo>
                    <a:pt x="0" y="1227"/>
                  </a:lnTo>
                  <a:cubicBezTo>
                    <a:pt x="0" y="537"/>
                    <a:pt x="548" y="1"/>
                    <a:pt x="1227" y="1"/>
                  </a:cubicBezTo>
                  <a:lnTo>
                    <a:pt x="8382" y="1"/>
                  </a:lnTo>
                  <a:cubicBezTo>
                    <a:pt x="9061" y="1"/>
                    <a:pt x="9597" y="560"/>
                    <a:pt x="9597" y="1227"/>
                  </a:cubicBezTo>
                  <a:lnTo>
                    <a:pt x="9597" y="5204"/>
                  </a:lnTo>
                  <a:cubicBezTo>
                    <a:pt x="9621" y="5871"/>
                    <a:pt x="9061" y="6418"/>
                    <a:pt x="838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5"/>
            <p:cNvSpPr/>
            <p:nvPr/>
          </p:nvSpPr>
          <p:spPr>
            <a:xfrm>
              <a:off x="2534957" y="4080186"/>
              <a:ext cx="65755" cy="84856"/>
            </a:xfrm>
            <a:custGeom>
              <a:avLst/>
              <a:gdLst/>
              <a:ahLst/>
              <a:cxnLst/>
              <a:rect l="l" t="t" r="r" b="b"/>
              <a:pathLst>
                <a:path w="1680" h="2168" extrusionOk="0">
                  <a:moveTo>
                    <a:pt x="846" y="203"/>
                  </a:moveTo>
                  <a:cubicBezTo>
                    <a:pt x="1024" y="203"/>
                    <a:pt x="1167" y="263"/>
                    <a:pt x="1263" y="394"/>
                  </a:cubicBezTo>
                  <a:cubicBezTo>
                    <a:pt x="1370" y="536"/>
                    <a:pt x="1429" y="715"/>
                    <a:pt x="1429" y="941"/>
                  </a:cubicBezTo>
                  <a:cubicBezTo>
                    <a:pt x="1429" y="1167"/>
                    <a:pt x="1370" y="1358"/>
                    <a:pt x="1263" y="1489"/>
                  </a:cubicBezTo>
                  <a:cubicBezTo>
                    <a:pt x="1167" y="1620"/>
                    <a:pt x="1024" y="1679"/>
                    <a:pt x="846" y="1679"/>
                  </a:cubicBezTo>
                  <a:cubicBezTo>
                    <a:pt x="667" y="1679"/>
                    <a:pt x="524" y="1620"/>
                    <a:pt x="417" y="1489"/>
                  </a:cubicBezTo>
                  <a:cubicBezTo>
                    <a:pt x="310" y="1358"/>
                    <a:pt x="262" y="1167"/>
                    <a:pt x="262" y="941"/>
                  </a:cubicBezTo>
                  <a:cubicBezTo>
                    <a:pt x="262" y="715"/>
                    <a:pt x="310" y="536"/>
                    <a:pt x="417" y="394"/>
                  </a:cubicBezTo>
                  <a:cubicBezTo>
                    <a:pt x="524" y="263"/>
                    <a:pt x="667" y="203"/>
                    <a:pt x="846" y="203"/>
                  </a:cubicBezTo>
                  <a:close/>
                  <a:moveTo>
                    <a:pt x="846" y="1"/>
                  </a:moveTo>
                  <a:cubicBezTo>
                    <a:pt x="584" y="1"/>
                    <a:pt x="382" y="84"/>
                    <a:pt x="227" y="251"/>
                  </a:cubicBezTo>
                  <a:cubicBezTo>
                    <a:pt x="72" y="429"/>
                    <a:pt x="1" y="656"/>
                    <a:pt x="1" y="941"/>
                  </a:cubicBezTo>
                  <a:cubicBezTo>
                    <a:pt x="1" y="1227"/>
                    <a:pt x="72" y="1453"/>
                    <a:pt x="227" y="1632"/>
                  </a:cubicBezTo>
                  <a:cubicBezTo>
                    <a:pt x="382" y="1799"/>
                    <a:pt x="584" y="1882"/>
                    <a:pt x="846" y="1882"/>
                  </a:cubicBezTo>
                  <a:lnTo>
                    <a:pt x="941" y="1882"/>
                  </a:lnTo>
                  <a:lnTo>
                    <a:pt x="1215" y="2168"/>
                  </a:lnTo>
                  <a:lnTo>
                    <a:pt x="1513" y="2168"/>
                  </a:lnTo>
                  <a:lnTo>
                    <a:pt x="1191" y="1822"/>
                  </a:lnTo>
                  <a:cubicBezTo>
                    <a:pt x="1346" y="1751"/>
                    <a:pt x="1477" y="1632"/>
                    <a:pt x="1560" y="1489"/>
                  </a:cubicBezTo>
                  <a:cubicBezTo>
                    <a:pt x="1644" y="1334"/>
                    <a:pt x="1679" y="1156"/>
                    <a:pt x="1679" y="941"/>
                  </a:cubicBezTo>
                  <a:cubicBezTo>
                    <a:pt x="1679" y="656"/>
                    <a:pt x="1608" y="429"/>
                    <a:pt x="1453" y="251"/>
                  </a:cubicBezTo>
                  <a:cubicBezTo>
                    <a:pt x="1298" y="84"/>
                    <a:pt x="1096" y="1"/>
                    <a:pt x="8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5"/>
            <p:cNvSpPr/>
            <p:nvPr/>
          </p:nvSpPr>
          <p:spPr>
            <a:xfrm>
              <a:off x="2092714" y="3887734"/>
              <a:ext cx="36870" cy="49904"/>
            </a:xfrm>
            <a:custGeom>
              <a:avLst/>
              <a:gdLst/>
              <a:ahLst/>
              <a:cxnLst/>
              <a:rect l="l" t="t" r="r" b="b"/>
              <a:pathLst>
                <a:path w="942" h="1275" extrusionOk="0">
                  <a:moveTo>
                    <a:pt x="465" y="131"/>
                  </a:moveTo>
                  <a:cubicBezTo>
                    <a:pt x="560" y="131"/>
                    <a:pt x="620" y="167"/>
                    <a:pt x="679" y="239"/>
                  </a:cubicBezTo>
                  <a:cubicBezTo>
                    <a:pt x="727" y="298"/>
                    <a:pt x="751" y="381"/>
                    <a:pt x="751" y="500"/>
                  </a:cubicBezTo>
                  <a:cubicBezTo>
                    <a:pt x="751" y="608"/>
                    <a:pt x="727" y="691"/>
                    <a:pt x="679" y="762"/>
                  </a:cubicBezTo>
                  <a:cubicBezTo>
                    <a:pt x="620" y="822"/>
                    <a:pt x="560" y="858"/>
                    <a:pt x="465" y="858"/>
                  </a:cubicBezTo>
                  <a:cubicBezTo>
                    <a:pt x="381" y="858"/>
                    <a:pt x="322" y="822"/>
                    <a:pt x="262" y="762"/>
                  </a:cubicBezTo>
                  <a:cubicBezTo>
                    <a:pt x="215" y="691"/>
                    <a:pt x="191" y="608"/>
                    <a:pt x="191" y="500"/>
                  </a:cubicBezTo>
                  <a:cubicBezTo>
                    <a:pt x="191" y="393"/>
                    <a:pt x="215" y="298"/>
                    <a:pt x="262" y="239"/>
                  </a:cubicBezTo>
                  <a:cubicBezTo>
                    <a:pt x="322" y="167"/>
                    <a:pt x="381" y="131"/>
                    <a:pt x="465" y="131"/>
                  </a:cubicBezTo>
                  <a:close/>
                  <a:moveTo>
                    <a:pt x="465" y="0"/>
                  </a:moveTo>
                  <a:cubicBezTo>
                    <a:pt x="322" y="0"/>
                    <a:pt x="215" y="36"/>
                    <a:pt x="131" y="131"/>
                  </a:cubicBezTo>
                  <a:cubicBezTo>
                    <a:pt x="36" y="227"/>
                    <a:pt x="0" y="346"/>
                    <a:pt x="0" y="500"/>
                  </a:cubicBezTo>
                  <a:cubicBezTo>
                    <a:pt x="0" y="655"/>
                    <a:pt x="36" y="774"/>
                    <a:pt x="131" y="858"/>
                  </a:cubicBezTo>
                  <a:cubicBezTo>
                    <a:pt x="215" y="953"/>
                    <a:pt x="322" y="1001"/>
                    <a:pt x="465" y="1001"/>
                  </a:cubicBezTo>
                  <a:cubicBezTo>
                    <a:pt x="620" y="1001"/>
                    <a:pt x="727" y="953"/>
                    <a:pt x="810" y="870"/>
                  </a:cubicBezTo>
                  <a:cubicBezTo>
                    <a:pt x="893" y="774"/>
                    <a:pt x="941" y="655"/>
                    <a:pt x="941" y="500"/>
                  </a:cubicBezTo>
                  <a:cubicBezTo>
                    <a:pt x="941" y="346"/>
                    <a:pt x="893" y="227"/>
                    <a:pt x="810" y="131"/>
                  </a:cubicBezTo>
                  <a:cubicBezTo>
                    <a:pt x="727" y="36"/>
                    <a:pt x="620" y="0"/>
                    <a:pt x="465" y="0"/>
                  </a:cubicBezTo>
                  <a:close/>
                  <a:moveTo>
                    <a:pt x="48" y="1132"/>
                  </a:moveTo>
                  <a:lnTo>
                    <a:pt x="48" y="1274"/>
                  </a:lnTo>
                  <a:lnTo>
                    <a:pt x="893" y="1274"/>
                  </a:lnTo>
                  <a:lnTo>
                    <a:pt x="893" y="11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5"/>
            <p:cNvSpPr/>
            <p:nvPr/>
          </p:nvSpPr>
          <p:spPr>
            <a:xfrm>
              <a:off x="2093653" y="3766087"/>
              <a:ext cx="34052" cy="50373"/>
            </a:xfrm>
            <a:custGeom>
              <a:avLst/>
              <a:gdLst/>
              <a:ahLst/>
              <a:cxnLst/>
              <a:rect l="l" t="t" r="r" b="b"/>
              <a:pathLst>
                <a:path w="870" h="1287" extrusionOk="0">
                  <a:moveTo>
                    <a:pt x="679" y="513"/>
                  </a:moveTo>
                  <a:lnTo>
                    <a:pt x="679" y="549"/>
                  </a:lnTo>
                  <a:cubicBezTo>
                    <a:pt x="679" y="644"/>
                    <a:pt x="655" y="715"/>
                    <a:pt x="608" y="775"/>
                  </a:cubicBezTo>
                  <a:cubicBezTo>
                    <a:pt x="548" y="834"/>
                    <a:pt x="477" y="858"/>
                    <a:pt x="393" y="858"/>
                  </a:cubicBezTo>
                  <a:cubicBezTo>
                    <a:pt x="334" y="858"/>
                    <a:pt x="274" y="846"/>
                    <a:pt x="238" y="811"/>
                  </a:cubicBezTo>
                  <a:cubicBezTo>
                    <a:pt x="203" y="787"/>
                    <a:pt x="179" y="739"/>
                    <a:pt x="179" y="691"/>
                  </a:cubicBezTo>
                  <a:cubicBezTo>
                    <a:pt x="179" y="632"/>
                    <a:pt x="203" y="584"/>
                    <a:pt x="250" y="549"/>
                  </a:cubicBezTo>
                  <a:cubicBezTo>
                    <a:pt x="310" y="525"/>
                    <a:pt x="393" y="513"/>
                    <a:pt x="524" y="513"/>
                  </a:cubicBezTo>
                  <a:close/>
                  <a:moveTo>
                    <a:pt x="417" y="1"/>
                  </a:moveTo>
                  <a:cubicBezTo>
                    <a:pt x="369" y="1"/>
                    <a:pt x="310" y="13"/>
                    <a:pt x="250" y="25"/>
                  </a:cubicBezTo>
                  <a:cubicBezTo>
                    <a:pt x="191" y="37"/>
                    <a:pt x="131" y="49"/>
                    <a:pt x="72" y="72"/>
                  </a:cubicBezTo>
                  <a:lnTo>
                    <a:pt x="72" y="227"/>
                  </a:lnTo>
                  <a:cubicBezTo>
                    <a:pt x="131" y="203"/>
                    <a:pt x="179" y="179"/>
                    <a:pt x="238" y="168"/>
                  </a:cubicBezTo>
                  <a:cubicBezTo>
                    <a:pt x="298" y="156"/>
                    <a:pt x="346" y="144"/>
                    <a:pt x="393" y="144"/>
                  </a:cubicBezTo>
                  <a:cubicBezTo>
                    <a:pt x="488" y="144"/>
                    <a:pt x="560" y="168"/>
                    <a:pt x="608" y="203"/>
                  </a:cubicBezTo>
                  <a:cubicBezTo>
                    <a:pt x="655" y="239"/>
                    <a:pt x="679" y="299"/>
                    <a:pt x="679" y="370"/>
                  </a:cubicBezTo>
                  <a:lnTo>
                    <a:pt x="465" y="370"/>
                  </a:lnTo>
                  <a:cubicBezTo>
                    <a:pt x="310" y="370"/>
                    <a:pt x="191" y="406"/>
                    <a:pt x="119" y="453"/>
                  </a:cubicBezTo>
                  <a:cubicBezTo>
                    <a:pt x="36" y="513"/>
                    <a:pt x="0" y="596"/>
                    <a:pt x="0" y="703"/>
                  </a:cubicBezTo>
                  <a:cubicBezTo>
                    <a:pt x="0" y="799"/>
                    <a:pt x="24" y="870"/>
                    <a:pt x="96" y="930"/>
                  </a:cubicBezTo>
                  <a:cubicBezTo>
                    <a:pt x="155" y="977"/>
                    <a:pt x="238" y="1001"/>
                    <a:pt x="334" y="1001"/>
                  </a:cubicBezTo>
                  <a:cubicBezTo>
                    <a:pt x="417" y="1001"/>
                    <a:pt x="477" y="989"/>
                    <a:pt x="536" y="965"/>
                  </a:cubicBezTo>
                  <a:cubicBezTo>
                    <a:pt x="596" y="941"/>
                    <a:pt x="643" y="894"/>
                    <a:pt x="679" y="846"/>
                  </a:cubicBezTo>
                  <a:lnTo>
                    <a:pt x="679" y="989"/>
                  </a:lnTo>
                  <a:lnTo>
                    <a:pt x="858" y="989"/>
                  </a:lnTo>
                  <a:lnTo>
                    <a:pt x="858" y="441"/>
                  </a:lnTo>
                  <a:cubicBezTo>
                    <a:pt x="858" y="299"/>
                    <a:pt x="822" y="179"/>
                    <a:pt x="750" y="108"/>
                  </a:cubicBezTo>
                  <a:cubicBezTo>
                    <a:pt x="679" y="37"/>
                    <a:pt x="572" y="1"/>
                    <a:pt x="417" y="1"/>
                  </a:cubicBezTo>
                  <a:close/>
                  <a:moveTo>
                    <a:pt x="24" y="1132"/>
                  </a:moveTo>
                  <a:lnTo>
                    <a:pt x="24" y="1287"/>
                  </a:lnTo>
                  <a:lnTo>
                    <a:pt x="869" y="1287"/>
                  </a:lnTo>
                  <a:lnTo>
                    <a:pt x="869" y="11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5"/>
            <p:cNvSpPr/>
            <p:nvPr/>
          </p:nvSpPr>
          <p:spPr>
            <a:xfrm>
              <a:off x="1993455" y="3718102"/>
              <a:ext cx="251670" cy="251201"/>
            </a:xfrm>
            <a:custGeom>
              <a:avLst/>
              <a:gdLst/>
              <a:ahLst/>
              <a:cxnLst/>
              <a:rect l="l" t="t" r="r" b="b"/>
              <a:pathLst>
                <a:path w="6430" h="6418" fill="none" extrusionOk="0">
                  <a:moveTo>
                    <a:pt x="5192" y="6418"/>
                  </a:moveTo>
                  <a:lnTo>
                    <a:pt x="1227" y="6418"/>
                  </a:lnTo>
                  <a:cubicBezTo>
                    <a:pt x="536" y="6418"/>
                    <a:pt x="0" y="5870"/>
                    <a:pt x="0" y="5204"/>
                  </a:cubicBezTo>
                  <a:lnTo>
                    <a:pt x="0" y="1227"/>
                  </a:lnTo>
                  <a:cubicBezTo>
                    <a:pt x="0" y="548"/>
                    <a:pt x="548" y="1"/>
                    <a:pt x="1227" y="1"/>
                  </a:cubicBezTo>
                  <a:lnTo>
                    <a:pt x="5192" y="1"/>
                  </a:lnTo>
                  <a:cubicBezTo>
                    <a:pt x="5882" y="1"/>
                    <a:pt x="6418" y="560"/>
                    <a:pt x="6418" y="1227"/>
                  </a:cubicBezTo>
                  <a:lnTo>
                    <a:pt x="6418" y="5204"/>
                  </a:lnTo>
                  <a:cubicBezTo>
                    <a:pt x="6430" y="5870"/>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5"/>
            <p:cNvSpPr/>
            <p:nvPr/>
          </p:nvSpPr>
          <p:spPr>
            <a:xfrm>
              <a:off x="2305675" y="3718102"/>
              <a:ext cx="251670" cy="251201"/>
            </a:xfrm>
            <a:custGeom>
              <a:avLst/>
              <a:gdLst/>
              <a:ahLst/>
              <a:cxnLst/>
              <a:rect l="l" t="t" r="r" b="b"/>
              <a:pathLst>
                <a:path w="6430" h="6418" fill="none" extrusionOk="0">
                  <a:moveTo>
                    <a:pt x="5216" y="6418"/>
                  </a:moveTo>
                  <a:lnTo>
                    <a:pt x="1227" y="6418"/>
                  </a:lnTo>
                  <a:cubicBezTo>
                    <a:pt x="536" y="6418"/>
                    <a:pt x="1" y="5870"/>
                    <a:pt x="1" y="5204"/>
                  </a:cubicBezTo>
                  <a:lnTo>
                    <a:pt x="1" y="1227"/>
                  </a:lnTo>
                  <a:cubicBezTo>
                    <a:pt x="1" y="548"/>
                    <a:pt x="548" y="1"/>
                    <a:pt x="1227" y="1"/>
                  </a:cubicBezTo>
                  <a:lnTo>
                    <a:pt x="5192" y="1"/>
                  </a:lnTo>
                  <a:cubicBezTo>
                    <a:pt x="5882" y="1"/>
                    <a:pt x="6418" y="560"/>
                    <a:pt x="6418" y="1227"/>
                  </a:cubicBezTo>
                  <a:lnTo>
                    <a:pt x="6418" y="5204"/>
                  </a:lnTo>
                  <a:cubicBezTo>
                    <a:pt x="6430" y="5870"/>
                    <a:pt x="5882" y="6418"/>
                    <a:pt x="521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5"/>
            <p:cNvSpPr/>
            <p:nvPr/>
          </p:nvSpPr>
          <p:spPr>
            <a:xfrm>
              <a:off x="1993455" y="4854218"/>
              <a:ext cx="251670" cy="251240"/>
            </a:xfrm>
            <a:custGeom>
              <a:avLst/>
              <a:gdLst/>
              <a:ahLst/>
              <a:cxnLst/>
              <a:rect l="l" t="t" r="r" b="b"/>
              <a:pathLst>
                <a:path w="6430" h="6419" fill="none" extrusionOk="0">
                  <a:moveTo>
                    <a:pt x="5192" y="6418"/>
                  </a:moveTo>
                  <a:lnTo>
                    <a:pt x="1227" y="6418"/>
                  </a:lnTo>
                  <a:cubicBezTo>
                    <a:pt x="536" y="6418"/>
                    <a:pt x="0" y="5871"/>
                    <a:pt x="0" y="5192"/>
                  </a:cubicBezTo>
                  <a:lnTo>
                    <a:pt x="0" y="1227"/>
                  </a:lnTo>
                  <a:cubicBezTo>
                    <a:pt x="0" y="537"/>
                    <a:pt x="548" y="1"/>
                    <a:pt x="1227" y="1"/>
                  </a:cubicBezTo>
                  <a:lnTo>
                    <a:pt x="5192" y="1"/>
                  </a:lnTo>
                  <a:cubicBezTo>
                    <a:pt x="5882" y="1"/>
                    <a:pt x="6418" y="549"/>
                    <a:pt x="6418" y="1227"/>
                  </a:cubicBezTo>
                  <a:lnTo>
                    <a:pt x="6418" y="5192"/>
                  </a:lnTo>
                  <a:cubicBezTo>
                    <a:pt x="6430" y="5871"/>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5"/>
            <p:cNvSpPr/>
            <p:nvPr/>
          </p:nvSpPr>
          <p:spPr>
            <a:xfrm>
              <a:off x="2305675" y="4854218"/>
              <a:ext cx="251670" cy="251240"/>
            </a:xfrm>
            <a:custGeom>
              <a:avLst/>
              <a:gdLst/>
              <a:ahLst/>
              <a:cxnLst/>
              <a:rect l="l" t="t" r="r" b="b"/>
              <a:pathLst>
                <a:path w="6430" h="6419" fill="none" extrusionOk="0">
                  <a:moveTo>
                    <a:pt x="5216" y="6418"/>
                  </a:moveTo>
                  <a:lnTo>
                    <a:pt x="1227" y="6418"/>
                  </a:lnTo>
                  <a:cubicBezTo>
                    <a:pt x="536" y="6418"/>
                    <a:pt x="1" y="5871"/>
                    <a:pt x="1" y="5192"/>
                  </a:cubicBezTo>
                  <a:lnTo>
                    <a:pt x="1" y="1227"/>
                  </a:lnTo>
                  <a:cubicBezTo>
                    <a:pt x="1" y="537"/>
                    <a:pt x="548" y="1"/>
                    <a:pt x="1227" y="1"/>
                  </a:cubicBezTo>
                  <a:lnTo>
                    <a:pt x="5192" y="1"/>
                  </a:lnTo>
                  <a:cubicBezTo>
                    <a:pt x="5882" y="1"/>
                    <a:pt x="6418" y="549"/>
                    <a:pt x="6418" y="1227"/>
                  </a:cubicBezTo>
                  <a:lnTo>
                    <a:pt x="6418" y="5192"/>
                  </a:lnTo>
                  <a:cubicBezTo>
                    <a:pt x="6430" y="5871"/>
                    <a:pt x="5882" y="6418"/>
                    <a:pt x="521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5"/>
            <p:cNvSpPr/>
            <p:nvPr/>
          </p:nvSpPr>
          <p:spPr>
            <a:xfrm>
              <a:off x="1990206" y="4282892"/>
              <a:ext cx="492146" cy="251240"/>
            </a:xfrm>
            <a:custGeom>
              <a:avLst/>
              <a:gdLst/>
              <a:ahLst/>
              <a:cxnLst/>
              <a:rect l="l" t="t" r="r" b="b"/>
              <a:pathLst>
                <a:path w="12574" h="6419" fill="none" extrusionOk="0">
                  <a:moveTo>
                    <a:pt x="11347" y="6418"/>
                  </a:moveTo>
                  <a:lnTo>
                    <a:pt x="1215" y="6418"/>
                  </a:lnTo>
                  <a:cubicBezTo>
                    <a:pt x="524" y="6418"/>
                    <a:pt x="0" y="5859"/>
                    <a:pt x="0" y="5192"/>
                  </a:cubicBezTo>
                  <a:lnTo>
                    <a:pt x="0" y="1215"/>
                  </a:lnTo>
                  <a:cubicBezTo>
                    <a:pt x="0" y="537"/>
                    <a:pt x="548" y="1"/>
                    <a:pt x="1215" y="1"/>
                  </a:cubicBezTo>
                  <a:lnTo>
                    <a:pt x="11347" y="1"/>
                  </a:lnTo>
                  <a:cubicBezTo>
                    <a:pt x="12037" y="1"/>
                    <a:pt x="12573" y="549"/>
                    <a:pt x="12573" y="1215"/>
                  </a:cubicBezTo>
                  <a:lnTo>
                    <a:pt x="12573" y="5192"/>
                  </a:lnTo>
                  <a:cubicBezTo>
                    <a:pt x="12573" y="5859"/>
                    <a:pt x="12025" y="6418"/>
                    <a:pt x="11347"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5"/>
            <p:cNvSpPr/>
            <p:nvPr/>
          </p:nvSpPr>
          <p:spPr>
            <a:xfrm>
              <a:off x="2032125" y="4714449"/>
              <a:ext cx="80668" cy="69474"/>
            </a:xfrm>
            <a:custGeom>
              <a:avLst/>
              <a:gdLst/>
              <a:ahLst/>
              <a:cxnLst/>
              <a:rect l="l" t="t" r="r" b="b"/>
              <a:pathLst>
                <a:path w="2061" h="1775" fill="none" extrusionOk="0">
                  <a:moveTo>
                    <a:pt x="2060" y="1107"/>
                  </a:moveTo>
                  <a:lnTo>
                    <a:pt x="1037" y="0"/>
                  </a:lnTo>
                  <a:lnTo>
                    <a:pt x="1" y="1107"/>
                  </a:lnTo>
                  <a:lnTo>
                    <a:pt x="477" y="1107"/>
                  </a:lnTo>
                  <a:lnTo>
                    <a:pt x="477" y="1774"/>
                  </a:lnTo>
                  <a:lnTo>
                    <a:pt x="1584" y="1774"/>
                  </a:lnTo>
                  <a:lnTo>
                    <a:pt x="1584" y="110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5"/>
            <p:cNvSpPr/>
            <p:nvPr/>
          </p:nvSpPr>
          <p:spPr>
            <a:xfrm>
              <a:off x="2094123" y="4162223"/>
              <a:ext cx="34991" cy="37300"/>
            </a:xfrm>
            <a:custGeom>
              <a:avLst/>
              <a:gdLst/>
              <a:ahLst/>
              <a:cxnLst/>
              <a:rect l="l" t="t" r="r" b="b"/>
              <a:pathLst>
                <a:path w="894" h="953" fill="none" extrusionOk="0">
                  <a:moveTo>
                    <a:pt x="0" y="953"/>
                  </a:moveTo>
                  <a:lnTo>
                    <a:pt x="893" y="476"/>
                  </a:ln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5"/>
            <p:cNvSpPr/>
            <p:nvPr/>
          </p:nvSpPr>
          <p:spPr>
            <a:xfrm>
              <a:off x="2022810" y="4180854"/>
              <a:ext cx="104895" cy="39"/>
            </a:xfrm>
            <a:custGeom>
              <a:avLst/>
              <a:gdLst/>
              <a:ahLst/>
              <a:cxnLst/>
              <a:rect l="l" t="t" r="r" b="b"/>
              <a:pathLst>
                <a:path w="2680" h="1" fill="none" extrusionOk="0">
                  <a:moveTo>
                    <a:pt x="2679" y="0"/>
                  </a:moveTo>
                  <a:lnTo>
                    <a:pt x="1"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5"/>
            <p:cNvSpPr/>
            <p:nvPr/>
          </p:nvSpPr>
          <p:spPr>
            <a:xfrm>
              <a:off x="2141639" y="4156157"/>
              <a:ext cx="39" cy="49904"/>
            </a:xfrm>
            <a:custGeom>
              <a:avLst/>
              <a:gdLst/>
              <a:ahLst/>
              <a:cxnLst/>
              <a:rect l="l" t="t" r="r" b="b"/>
              <a:pathLst>
                <a:path w="1" h="1275" fill="none" extrusionOk="0">
                  <a:moveTo>
                    <a:pt x="1" y="1274"/>
                  </a:moveTo>
                  <a:lnTo>
                    <a:pt x="1"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5"/>
            <p:cNvSpPr/>
            <p:nvPr/>
          </p:nvSpPr>
          <p:spPr>
            <a:xfrm>
              <a:off x="2374639" y="4566226"/>
              <a:ext cx="250770" cy="251240"/>
            </a:xfrm>
            <a:custGeom>
              <a:avLst/>
              <a:gdLst/>
              <a:ahLst/>
              <a:cxnLst/>
              <a:rect l="l" t="t" r="r" b="b"/>
              <a:pathLst>
                <a:path w="6407" h="6419" fill="none" extrusionOk="0">
                  <a:moveTo>
                    <a:pt x="5192" y="6418"/>
                  </a:moveTo>
                  <a:lnTo>
                    <a:pt x="1215" y="6418"/>
                  </a:lnTo>
                  <a:cubicBezTo>
                    <a:pt x="537" y="6418"/>
                    <a:pt x="1" y="5871"/>
                    <a:pt x="1" y="5204"/>
                  </a:cubicBezTo>
                  <a:lnTo>
                    <a:pt x="1" y="1227"/>
                  </a:lnTo>
                  <a:cubicBezTo>
                    <a:pt x="1" y="537"/>
                    <a:pt x="548" y="1"/>
                    <a:pt x="1215" y="1"/>
                  </a:cubicBezTo>
                  <a:lnTo>
                    <a:pt x="5192" y="1"/>
                  </a:lnTo>
                  <a:cubicBezTo>
                    <a:pt x="5871" y="1"/>
                    <a:pt x="6406" y="560"/>
                    <a:pt x="6406" y="1227"/>
                  </a:cubicBezTo>
                  <a:lnTo>
                    <a:pt x="6406" y="5204"/>
                  </a:lnTo>
                  <a:cubicBezTo>
                    <a:pt x="6406" y="5871"/>
                    <a:pt x="5859"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5"/>
            <p:cNvSpPr/>
            <p:nvPr/>
          </p:nvSpPr>
          <p:spPr>
            <a:xfrm>
              <a:off x="1993455" y="4566226"/>
              <a:ext cx="318326" cy="251240"/>
            </a:xfrm>
            <a:custGeom>
              <a:avLst/>
              <a:gdLst/>
              <a:ahLst/>
              <a:cxnLst/>
              <a:rect l="l" t="t" r="r" b="b"/>
              <a:pathLst>
                <a:path w="8133" h="6419" fill="none" extrusionOk="0">
                  <a:moveTo>
                    <a:pt x="6906" y="6418"/>
                  </a:moveTo>
                  <a:lnTo>
                    <a:pt x="1227" y="6418"/>
                  </a:lnTo>
                  <a:cubicBezTo>
                    <a:pt x="536" y="6418"/>
                    <a:pt x="0" y="5871"/>
                    <a:pt x="0" y="5204"/>
                  </a:cubicBezTo>
                  <a:lnTo>
                    <a:pt x="0" y="1227"/>
                  </a:lnTo>
                  <a:cubicBezTo>
                    <a:pt x="0" y="537"/>
                    <a:pt x="548" y="1"/>
                    <a:pt x="1227" y="1"/>
                  </a:cubicBezTo>
                  <a:lnTo>
                    <a:pt x="6906" y="1"/>
                  </a:lnTo>
                  <a:cubicBezTo>
                    <a:pt x="7597" y="1"/>
                    <a:pt x="8132" y="560"/>
                    <a:pt x="8132" y="1227"/>
                  </a:cubicBezTo>
                  <a:lnTo>
                    <a:pt x="8132" y="5204"/>
                  </a:lnTo>
                  <a:cubicBezTo>
                    <a:pt x="8132" y="5871"/>
                    <a:pt x="7597" y="6418"/>
                    <a:pt x="690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5"/>
            <p:cNvSpPr/>
            <p:nvPr/>
          </p:nvSpPr>
          <p:spPr>
            <a:xfrm>
              <a:off x="2183597" y="3889613"/>
              <a:ext cx="20079" cy="49864"/>
            </a:xfrm>
            <a:custGeom>
              <a:avLst/>
              <a:gdLst/>
              <a:ahLst/>
              <a:cxnLst/>
              <a:rect l="l" t="t" r="r" b="b"/>
              <a:pathLst>
                <a:path w="513" h="1274" extrusionOk="0">
                  <a:moveTo>
                    <a:pt x="0" y="0"/>
                  </a:moveTo>
                  <a:lnTo>
                    <a:pt x="393" y="1274"/>
                  </a:lnTo>
                  <a:lnTo>
                    <a:pt x="512" y="1274"/>
                  </a:lnTo>
                  <a:lnTo>
                    <a:pt x="1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5"/>
            <p:cNvSpPr/>
            <p:nvPr/>
          </p:nvSpPr>
          <p:spPr>
            <a:xfrm>
              <a:off x="2414249" y="3857440"/>
              <a:ext cx="42467" cy="70883"/>
            </a:xfrm>
            <a:custGeom>
              <a:avLst/>
              <a:gdLst/>
              <a:ahLst/>
              <a:cxnLst/>
              <a:rect l="l" t="t" r="r" b="b"/>
              <a:pathLst>
                <a:path w="1085" h="1811" extrusionOk="0">
                  <a:moveTo>
                    <a:pt x="429" y="1"/>
                  </a:moveTo>
                  <a:lnTo>
                    <a:pt x="1" y="84"/>
                  </a:lnTo>
                  <a:lnTo>
                    <a:pt x="1" y="310"/>
                  </a:lnTo>
                  <a:lnTo>
                    <a:pt x="441" y="215"/>
                  </a:lnTo>
                  <a:lnTo>
                    <a:pt x="441" y="1608"/>
                  </a:lnTo>
                  <a:lnTo>
                    <a:pt x="37" y="1608"/>
                  </a:lnTo>
                  <a:lnTo>
                    <a:pt x="37" y="1810"/>
                  </a:lnTo>
                  <a:lnTo>
                    <a:pt x="1084" y="1810"/>
                  </a:lnTo>
                  <a:lnTo>
                    <a:pt x="1084" y="1608"/>
                  </a:lnTo>
                  <a:lnTo>
                    <a:pt x="679" y="1608"/>
                  </a:lnTo>
                  <a:lnTo>
                    <a:pt x="6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5"/>
            <p:cNvSpPr/>
            <p:nvPr/>
          </p:nvSpPr>
          <p:spPr>
            <a:xfrm>
              <a:off x="2424034" y="3746987"/>
              <a:ext cx="6576" cy="49904"/>
            </a:xfrm>
            <a:custGeom>
              <a:avLst/>
              <a:gdLst/>
              <a:ahLst/>
              <a:cxnLst/>
              <a:rect l="l" t="t" r="r" b="b"/>
              <a:pathLst>
                <a:path w="168" h="1275" extrusionOk="0">
                  <a:moveTo>
                    <a:pt x="1" y="1"/>
                  </a:moveTo>
                  <a:lnTo>
                    <a:pt x="1" y="560"/>
                  </a:lnTo>
                  <a:lnTo>
                    <a:pt x="13" y="858"/>
                  </a:lnTo>
                  <a:lnTo>
                    <a:pt x="156" y="858"/>
                  </a:lnTo>
                  <a:lnTo>
                    <a:pt x="168" y="560"/>
                  </a:lnTo>
                  <a:lnTo>
                    <a:pt x="168" y="1"/>
                  </a:lnTo>
                  <a:close/>
                  <a:moveTo>
                    <a:pt x="1" y="1048"/>
                  </a:moveTo>
                  <a:lnTo>
                    <a:pt x="1" y="1275"/>
                  </a:lnTo>
                  <a:lnTo>
                    <a:pt x="168" y="1275"/>
                  </a:lnTo>
                  <a:lnTo>
                    <a:pt x="168" y="104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5"/>
            <p:cNvSpPr/>
            <p:nvPr/>
          </p:nvSpPr>
          <p:spPr>
            <a:xfrm>
              <a:off x="2482783" y="3890983"/>
              <a:ext cx="52213" cy="53191"/>
            </a:xfrm>
            <a:custGeom>
              <a:avLst/>
              <a:gdLst/>
              <a:ahLst/>
              <a:cxnLst/>
              <a:rect l="l" t="t" r="r" b="b"/>
              <a:pathLst>
                <a:path w="1334" h="1359" extrusionOk="0">
                  <a:moveTo>
                    <a:pt x="667" y="453"/>
                  </a:moveTo>
                  <a:cubicBezTo>
                    <a:pt x="738" y="453"/>
                    <a:pt x="786" y="477"/>
                    <a:pt x="822" y="513"/>
                  </a:cubicBezTo>
                  <a:cubicBezTo>
                    <a:pt x="857" y="560"/>
                    <a:pt x="869" y="620"/>
                    <a:pt x="869" y="679"/>
                  </a:cubicBezTo>
                  <a:cubicBezTo>
                    <a:pt x="869" y="751"/>
                    <a:pt x="857" y="810"/>
                    <a:pt x="822" y="858"/>
                  </a:cubicBezTo>
                  <a:cubicBezTo>
                    <a:pt x="786" y="894"/>
                    <a:pt x="738" y="918"/>
                    <a:pt x="679" y="918"/>
                  </a:cubicBezTo>
                  <a:cubicBezTo>
                    <a:pt x="607" y="918"/>
                    <a:pt x="560" y="894"/>
                    <a:pt x="524" y="858"/>
                  </a:cubicBezTo>
                  <a:cubicBezTo>
                    <a:pt x="488" y="810"/>
                    <a:pt x="476" y="751"/>
                    <a:pt x="476" y="679"/>
                  </a:cubicBezTo>
                  <a:cubicBezTo>
                    <a:pt x="476" y="620"/>
                    <a:pt x="488" y="560"/>
                    <a:pt x="524" y="513"/>
                  </a:cubicBezTo>
                  <a:cubicBezTo>
                    <a:pt x="560" y="477"/>
                    <a:pt x="607" y="453"/>
                    <a:pt x="667" y="453"/>
                  </a:cubicBezTo>
                  <a:close/>
                  <a:moveTo>
                    <a:pt x="691" y="1"/>
                  </a:moveTo>
                  <a:cubicBezTo>
                    <a:pt x="595" y="1"/>
                    <a:pt x="512" y="25"/>
                    <a:pt x="417" y="48"/>
                  </a:cubicBezTo>
                  <a:cubicBezTo>
                    <a:pt x="333" y="84"/>
                    <a:pt x="262" y="132"/>
                    <a:pt x="202" y="203"/>
                  </a:cubicBezTo>
                  <a:cubicBezTo>
                    <a:pt x="131" y="263"/>
                    <a:pt x="83" y="334"/>
                    <a:pt x="48" y="417"/>
                  </a:cubicBezTo>
                  <a:cubicBezTo>
                    <a:pt x="12" y="501"/>
                    <a:pt x="0" y="584"/>
                    <a:pt x="0" y="679"/>
                  </a:cubicBezTo>
                  <a:cubicBezTo>
                    <a:pt x="0" y="775"/>
                    <a:pt x="12" y="870"/>
                    <a:pt x="48" y="953"/>
                  </a:cubicBezTo>
                  <a:cubicBezTo>
                    <a:pt x="83" y="1025"/>
                    <a:pt x="131" y="1108"/>
                    <a:pt x="202" y="1168"/>
                  </a:cubicBezTo>
                  <a:cubicBezTo>
                    <a:pt x="262" y="1227"/>
                    <a:pt x="333" y="1275"/>
                    <a:pt x="417" y="1310"/>
                  </a:cubicBezTo>
                  <a:cubicBezTo>
                    <a:pt x="500" y="1346"/>
                    <a:pt x="583" y="1358"/>
                    <a:pt x="679" y="1358"/>
                  </a:cubicBezTo>
                  <a:cubicBezTo>
                    <a:pt x="762" y="1358"/>
                    <a:pt x="833" y="1346"/>
                    <a:pt x="905" y="1322"/>
                  </a:cubicBezTo>
                  <a:cubicBezTo>
                    <a:pt x="976" y="1299"/>
                    <a:pt x="1048" y="1251"/>
                    <a:pt x="1107" y="1203"/>
                  </a:cubicBezTo>
                  <a:lnTo>
                    <a:pt x="1048" y="1120"/>
                  </a:lnTo>
                  <a:cubicBezTo>
                    <a:pt x="988" y="1168"/>
                    <a:pt x="929" y="1191"/>
                    <a:pt x="869" y="1215"/>
                  </a:cubicBezTo>
                  <a:cubicBezTo>
                    <a:pt x="810" y="1239"/>
                    <a:pt x="750" y="1251"/>
                    <a:pt x="679" y="1251"/>
                  </a:cubicBezTo>
                  <a:cubicBezTo>
                    <a:pt x="607" y="1251"/>
                    <a:pt x="524" y="1239"/>
                    <a:pt x="452" y="1203"/>
                  </a:cubicBezTo>
                  <a:cubicBezTo>
                    <a:pt x="393" y="1179"/>
                    <a:pt x="321" y="1144"/>
                    <a:pt x="274" y="1084"/>
                  </a:cubicBezTo>
                  <a:cubicBezTo>
                    <a:pt x="214" y="1037"/>
                    <a:pt x="179" y="977"/>
                    <a:pt x="143" y="906"/>
                  </a:cubicBezTo>
                  <a:cubicBezTo>
                    <a:pt x="119" y="834"/>
                    <a:pt x="107" y="763"/>
                    <a:pt x="107" y="679"/>
                  </a:cubicBezTo>
                  <a:cubicBezTo>
                    <a:pt x="107" y="584"/>
                    <a:pt x="131" y="489"/>
                    <a:pt x="167" y="406"/>
                  </a:cubicBezTo>
                  <a:cubicBezTo>
                    <a:pt x="214" y="322"/>
                    <a:pt x="274" y="263"/>
                    <a:pt x="357" y="203"/>
                  </a:cubicBezTo>
                  <a:cubicBezTo>
                    <a:pt x="405" y="179"/>
                    <a:pt x="452" y="156"/>
                    <a:pt x="512" y="132"/>
                  </a:cubicBezTo>
                  <a:cubicBezTo>
                    <a:pt x="572" y="120"/>
                    <a:pt x="631" y="108"/>
                    <a:pt x="691" y="108"/>
                  </a:cubicBezTo>
                  <a:cubicBezTo>
                    <a:pt x="786" y="108"/>
                    <a:pt x="869" y="132"/>
                    <a:pt x="941" y="167"/>
                  </a:cubicBezTo>
                  <a:cubicBezTo>
                    <a:pt x="1012" y="203"/>
                    <a:pt x="1083" y="251"/>
                    <a:pt x="1131" y="310"/>
                  </a:cubicBezTo>
                  <a:cubicBezTo>
                    <a:pt x="1167" y="358"/>
                    <a:pt x="1191" y="394"/>
                    <a:pt x="1203" y="441"/>
                  </a:cubicBezTo>
                  <a:cubicBezTo>
                    <a:pt x="1214" y="489"/>
                    <a:pt x="1226" y="548"/>
                    <a:pt x="1226" y="596"/>
                  </a:cubicBezTo>
                  <a:cubicBezTo>
                    <a:pt x="1226" y="691"/>
                    <a:pt x="1203" y="763"/>
                    <a:pt x="1167" y="810"/>
                  </a:cubicBezTo>
                  <a:cubicBezTo>
                    <a:pt x="1119" y="870"/>
                    <a:pt x="1060" y="906"/>
                    <a:pt x="988" y="918"/>
                  </a:cubicBezTo>
                  <a:lnTo>
                    <a:pt x="988" y="358"/>
                  </a:lnTo>
                  <a:lnTo>
                    <a:pt x="881" y="358"/>
                  </a:lnTo>
                  <a:lnTo>
                    <a:pt x="881" y="465"/>
                  </a:lnTo>
                  <a:cubicBezTo>
                    <a:pt x="857" y="417"/>
                    <a:pt x="822" y="394"/>
                    <a:pt x="786" y="370"/>
                  </a:cubicBezTo>
                  <a:cubicBezTo>
                    <a:pt x="738" y="358"/>
                    <a:pt x="691" y="346"/>
                    <a:pt x="643" y="346"/>
                  </a:cubicBezTo>
                  <a:cubicBezTo>
                    <a:pt x="560" y="346"/>
                    <a:pt x="488" y="382"/>
                    <a:pt x="429" y="441"/>
                  </a:cubicBezTo>
                  <a:cubicBezTo>
                    <a:pt x="381" y="501"/>
                    <a:pt x="357" y="584"/>
                    <a:pt x="357" y="679"/>
                  </a:cubicBezTo>
                  <a:cubicBezTo>
                    <a:pt x="357" y="787"/>
                    <a:pt x="381" y="870"/>
                    <a:pt x="429" y="929"/>
                  </a:cubicBezTo>
                  <a:cubicBezTo>
                    <a:pt x="488" y="989"/>
                    <a:pt x="560" y="1025"/>
                    <a:pt x="643" y="1025"/>
                  </a:cubicBezTo>
                  <a:cubicBezTo>
                    <a:pt x="691" y="1025"/>
                    <a:pt x="738" y="1013"/>
                    <a:pt x="774" y="1001"/>
                  </a:cubicBezTo>
                  <a:cubicBezTo>
                    <a:pt x="822" y="977"/>
                    <a:pt x="857" y="953"/>
                    <a:pt x="881" y="906"/>
                  </a:cubicBezTo>
                  <a:lnTo>
                    <a:pt x="881" y="1025"/>
                  </a:lnTo>
                  <a:cubicBezTo>
                    <a:pt x="1024" y="1025"/>
                    <a:pt x="1131" y="989"/>
                    <a:pt x="1214" y="906"/>
                  </a:cubicBezTo>
                  <a:cubicBezTo>
                    <a:pt x="1298" y="834"/>
                    <a:pt x="1334" y="727"/>
                    <a:pt x="1334" y="596"/>
                  </a:cubicBezTo>
                  <a:cubicBezTo>
                    <a:pt x="1334" y="537"/>
                    <a:pt x="1322" y="477"/>
                    <a:pt x="1310" y="417"/>
                  </a:cubicBezTo>
                  <a:cubicBezTo>
                    <a:pt x="1286" y="358"/>
                    <a:pt x="1250" y="298"/>
                    <a:pt x="1214" y="251"/>
                  </a:cubicBezTo>
                  <a:cubicBezTo>
                    <a:pt x="1155" y="179"/>
                    <a:pt x="1083" y="108"/>
                    <a:pt x="988" y="72"/>
                  </a:cubicBezTo>
                  <a:cubicBezTo>
                    <a:pt x="893" y="25"/>
                    <a:pt x="798" y="1"/>
                    <a:pt x="6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5"/>
            <p:cNvSpPr/>
            <p:nvPr/>
          </p:nvSpPr>
          <p:spPr>
            <a:xfrm>
              <a:off x="2033065" y="5030857"/>
              <a:ext cx="16361" cy="35461"/>
            </a:xfrm>
            <a:custGeom>
              <a:avLst/>
              <a:gdLst/>
              <a:ahLst/>
              <a:cxnLst/>
              <a:rect l="l" t="t" r="r" b="b"/>
              <a:pathLst>
                <a:path w="418" h="906" extrusionOk="0">
                  <a:moveTo>
                    <a:pt x="322" y="0"/>
                  </a:moveTo>
                  <a:cubicBezTo>
                    <a:pt x="239" y="0"/>
                    <a:pt x="191" y="12"/>
                    <a:pt x="155" y="48"/>
                  </a:cubicBezTo>
                  <a:cubicBezTo>
                    <a:pt x="120" y="84"/>
                    <a:pt x="108" y="131"/>
                    <a:pt x="108" y="203"/>
                  </a:cubicBezTo>
                  <a:lnTo>
                    <a:pt x="108" y="250"/>
                  </a:lnTo>
                  <a:lnTo>
                    <a:pt x="0" y="250"/>
                  </a:lnTo>
                  <a:lnTo>
                    <a:pt x="0" y="334"/>
                  </a:lnTo>
                  <a:lnTo>
                    <a:pt x="108" y="334"/>
                  </a:lnTo>
                  <a:lnTo>
                    <a:pt x="108" y="905"/>
                  </a:lnTo>
                  <a:lnTo>
                    <a:pt x="215" y="905"/>
                  </a:lnTo>
                  <a:lnTo>
                    <a:pt x="215" y="334"/>
                  </a:lnTo>
                  <a:lnTo>
                    <a:pt x="393" y="334"/>
                  </a:lnTo>
                  <a:lnTo>
                    <a:pt x="393" y="250"/>
                  </a:lnTo>
                  <a:lnTo>
                    <a:pt x="215" y="250"/>
                  </a:lnTo>
                  <a:lnTo>
                    <a:pt x="215" y="191"/>
                  </a:lnTo>
                  <a:cubicBezTo>
                    <a:pt x="215" y="155"/>
                    <a:pt x="227" y="119"/>
                    <a:pt x="239" y="108"/>
                  </a:cubicBezTo>
                  <a:cubicBezTo>
                    <a:pt x="251" y="96"/>
                    <a:pt x="274" y="84"/>
                    <a:pt x="322" y="84"/>
                  </a:cubicBezTo>
                  <a:lnTo>
                    <a:pt x="417" y="84"/>
                  </a:lnTo>
                  <a:lnTo>
                    <a:pt x="4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5"/>
            <p:cNvSpPr/>
            <p:nvPr/>
          </p:nvSpPr>
          <p:spPr>
            <a:xfrm>
              <a:off x="2052635" y="5040173"/>
              <a:ext cx="21488" cy="26146"/>
            </a:xfrm>
            <a:custGeom>
              <a:avLst/>
              <a:gdLst/>
              <a:ahLst/>
              <a:cxnLst/>
              <a:rect l="l" t="t" r="r" b="b"/>
              <a:pathLst>
                <a:path w="549" h="668" extrusionOk="0">
                  <a:moveTo>
                    <a:pt x="322" y="1"/>
                  </a:moveTo>
                  <a:cubicBezTo>
                    <a:pt x="274" y="1"/>
                    <a:pt x="239" y="1"/>
                    <a:pt x="203" y="24"/>
                  </a:cubicBezTo>
                  <a:cubicBezTo>
                    <a:pt x="167" y="48"/>
                    <a:pt x="143" y="72"/>
                    <a:pt x="108" y="120"/>
                  </a:cubicBezTo>
                  <a:lnTo>
                    <a:pt x="108" y="12"/>
                  </a:lnTo>
                  <a:lnTo>
                    <a:pt x="1" y="12"/>
                  </a:lnTo>
                  <a:lnTo>
                    <a:pt x="1" y="667"/>
                  </a:lnTo>
                  <a:lnTo>
                    <a:pt x="108" y="667"/>
                  </a:lnTo>
                  <a:lnTo>
                    <a:pt x="108" y="298"/>
                  </a:lnTo>
                  <a:cubicBezTo>
                    <a:pt x="108" y="227"/>
                    <a:pt x="132" y="179"/>
                    <a:pt x="167" y="143"/>
                  </a:cubicBezTo>
                  <a:cubicBezTo>
                    <a:pt x="191" y="108"/>
                    <a:pt x="239" y="96"/>
                    <a:pt x="298" y="96"/>
                  </a:cubicBezTo>
                  <a:cubicBezTo>
                    <a:pt x="346" y="96"/>
                    <a:pt x="382" y="108"/>
                    <a:pt x="405" y="131"/>
                  </a:cubicBezTo>
                  <a:cubicBezTo>
                    <a:pt x="429" y="167"/>
                    <a:pt x="441" y="215"/>
                    <a:pt x="441" y="274"/>
                  </a:cubicBezTo>
                  <a:lnTo>
                    <a:pt x="441" y="667"/>
                  </a:lnTo>
                  <a:lnTo>
                    <a:pt x="548" y="667"/>
                  </a:lnTo>
                  <a:lnTo>
                    <a:pt x="548" y="274"/>
                  </a:lnTo>
                  <a:cubicBezTo>
                    <a:pt x="548" y="179"/>
                    <a:pt x="536" y="108"/>
                    <a:pt x="489" y="72"/>
                  </a:cubicBezTo>
                  <a:cubicBezTo>
                    <a:pt x="453" y="24"/>
                    <a:pt x="393"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5"/>
            <p:cNvSpPr/>
            <p:nvPr/>
          </p:nvSpPr>
          <p:spPr>
            <a:xfrm>
              <a:off x="2361606" y="5040173"/>
              <a:ext cx="20549" cy="26615"/>
            </a:xfrm>
            <a:custGeom>
              <a:avLst/>
              <a:gdLst/>
              <a:ahLst/>
              <a:cxnLst/>
              <a:rect l="l" t="t" r="r" b="b"/>
              <a:pathLst>
                <a:path w="525" h="680" extrusionOk="0">
                  <a:moveTo>
                    <a:pt x="334" y="1"/>
                  </a:moveTo>
                  <a:cubicBezTo>
                    <a:pt x="227" y="1"/>
                    <a:pt x="143" y="24"/>
                    <a:pt x="96" y="84"/>
                  </a:cubicBezTo>
                  <a:cubicBezTo>
                    <a:pt x="36" y="143"/>
                    <a:pt x="0" y="239"/>
                    <a:pt x="0" y="334"/>
                  </a:cubicBezTo>
                  <a:cubicBezTo>
                    <a:pt x="0" y="441"/>
                    <a:pt x="36" y="524"/>
                    <a:pt x="96" y="584"/>
                  </a:cubicBezTo>
                  <a:cubicBezTo>
                    <a:pt x="143" y="655"/>
                    <a:pt x="227" y="679"/>
                    <a:pt x="322" y="679"/>
                  </a:cubicBezTo>
                  <a:cubicBezTo>
                    <a:pt x="358" y="679"/>
                    <a:pt x="393" y="679"/>
                    <a:pt x="429" y="667"/>
                  </a:cubicBezTo>
                  <a:cubicBezTo>
                    <a:pt x="453" y="667"/>
                    <a:pt x="489" y="655"/>
                    <a:pt x="524" y="643"/>
                  </a:cubicBezTo>
                  <a:lnTo>
                    <a:pt x="524" y="536"/>
                  </a:lnTo>
                  <a:cubicBezTo>
                    <a:pt x="489" y="560"/>
                    <a:pt x="453" y="572"/>
                    <a:pt x="429" y="584"/>
                  </a:cubicBezTo>
                  <a:cubicBezTo>
                    <a:pt x="393" y="584"/>
                    <a:pt x="369" y="596"/>
                    <a:pt x="334" y="596"/>
                  </a:cubicBezTo>
                  <a:cubicBezTo>
                    <a:pt x="262" y="596"/>
                    <a:pt x="215" y="572"/>
                    <a:pt x="179" y="524"/>
                  </a:cubicBezTo>
                  <a:cubicBezTo>
                    <a:pt x="131" y="477"/>
                    <a:pt x="119" y="417"/>
                    <a:pt x="119" y="334"/>
                  </a:cubicBezTo>
                  <a:cubicBezTo>
                    <a:pt x="119" y="262"/>
                    <a:pt x="131" y="203"/>
                    <a:pt x="179" y="155"/>
                  </a:cubicBezTo>
                  <a:cubicBezTo>
                    <a:pt x="215" y="108"/>
                    <a:pt x="262" y="84"/>
                    <a:pt x="334" y="84"/>
                  </a:cubicBezTo>
                  <a:cubicBezTo>
                    <a:pt x="369" y="84"/>
                    <a:pt x="393" y="96"/>
                    <a:pt x="429" y="96"/>
                  </a:cubicBezTo>
                  <a:cubicBezTo>
                    <a:pt x="453" y="108"/>
                    <a:pt x="489" y="120"/>
                    <a:pt x="524" y="143"/>
                  </a:cubicBezTo>
                  <a:lnTo>
                    <a:pt x="524" y="36"/>
                  </a:lnTo>
                  <a:cubicBezTo>
                    <a:pt x="489" y="24"/>
                    <a:pt x="465" y="12"/>
                    <a:pt x="429" y="12"/>
                  </a:cubicBezTo>
                  <a:cubicBezTo>
                    <a:pt x="393" y="1"/>
                    <a:pt x="369" y="1"/>
                    <a:pt x="3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5"/>
            <p:cNvSpPr/>
            <p:nvPr/>
          </p:nvSpPr>
          <p:spPr>
            <a:xfrm>
              <a:off x="2387243" y="5040173"/>
              <a:ext cx="23797" cy="26615"/>
            </a:xfrm>
            <a:custGeom>
              <a:avLst/>
              <a:gdLst/>
              <a:ahLst/>
              <a:cxnLst/>
              <a:rect l="l" t="t" r="r" b="b"/>
              <a:pathLst>
                <a:path w="608" h="680" extrusionOk="0">
                  <a:moveTo>
                    <a:pt x="310" y="84"/>
                  </a:moveTo>
                  <a:cubicBezTo>
                    <a:pt x="357" y="84"/>
                    <a:pt x="405" y="108"/>
                    <a:pt x="441" y="155"/>
                  </a:cubicBezTo>
                  <a:cubicBezTo>
                    <a:pt x="476" y="203"/>
                    <a:pt x="488" y="262"/>
                    <a:pt x="488" y="334"/>
                  </a:cubicBezTo>
                  <a:cubicBezTo>
                    <a:pt x="488" y="417"/>
                    <a:pt x="476" y="477"/>
                    <a:pt x="441" y="524"/>
                  </a:cubicBezTo>
                  <a:cubicBezTo>
                    <a:pt x="405" y="572"/>
                    <a:pt x="357" y="596"/>
                    <a:pt x="310" y="596"/>
                  </a:cubicBezTo>
                  <a:cubicBezTo>
                    <a:pt x="250" y="596"/>
                    <a:pt x="203" y="572"/>
                    <a:pt x="167" y="524"/>
                  </a:cubicBezTo>
                  <a:cubicBezTo>
                    <a:pt x="131" y="477"/>
                    <a:pt x="119" y="417"/>
                    <a:pt x="119" y="334"/>
                  </a:cubicBezTo>
                  <a:cubicBezTo>
                    <a:pt x="119" y="262"/>
                    <a:pt x="131" y="203"/>
                    <a:pt x="167" y="155"/>
                  </a:cubicBezTo>
                  <a:cubicBezTo>
                    <a:pt x="203" y="108"/>
                    <a:pt x="250" y="84"/>
                    <a:pt x="310" y="84"/>
                  </a:cubicBezTo>
                  <a:close/>
                  <a:moveTo>
                    <a:pt x="310" y="1"/>
                  </a:moveTo>
                  <a:cubicBezTo>
                    <a:pt x="215" y="1"/>
                    <a:pt x="131" y="24"/>
                    <a:pt x="84" y="84"/>
                  </a:cubicBezTo>
                  <a:cubicBezTo>
                    <a:pt x="36" y="143"/>
                    <a:pt x="0" y="227"/>
                    <a:pt x="0" y="334"/>
                  </a:cubicBezTo>
                  <a:cubicBezTo>
                    <a:pt x="0" y="441"/>
                    <a:pt x="36" y="524"/>
                    <a:pt x="84" y="596"/>
                  </a:cubicBezTo>
                  <a:cubicBezTo>
                    <a:pt x="131" y="655"/>
                    <a:pt x="215" y="679"/>
                    <a:pt x="310" y="679"/>
                  </a:cubicBezTo>
                  <a:cubicBezTo>
                    <a:pt x="393" y="679"/>
                    <a:pt x="465" y="655"/>
                    <a:pt x="524" y="596"/>
                  </a:cubicBezTo>
                  <a:cubicBezTo>
                    <a:pt x="572" y="524"/>
                    <a:pt x="607" y="441"/>
                    <a:pt x="607" y="334"/>
                  </a:cubicBezTo>
                  <a:cubicBezTo>
                    <a:pt x="607" y="227"/>
                    <a:pt x="572" y="143"/>
                    <a:pt x="524" y="84"/>
                  </a:cubicBezTo>
                  <a:cubicBezTo>
                    <a:pt x="465" y="24"/>
                    <a:pt x="393" y="1"/>
                    <a:pt x="3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5"/>
            <p:cNvSpPr/>
            <p:nvPr/>
          </p:nvSpPr>
          <p:spPr>
            <a:xfrm>
              <a:off x="2417537" y="5040173"/>
              <a:ext cx="21449" cy="26146"/>
            </a:xfrm>
            <a:custGeom>
              <a:avLst/>
              <a:gdLst/>
              <a:ahLst/>
              <a:cxnLst/>
              <a:rect l="l" t="t" r="r" b="b"/>
              <a:pathLst>
                <a:path w="548" h="668" extrusionOk="0">
                  <a:moveTo>
                    <a:pt x="322" y="1"/>
                  </a:moveTo>
                  <a:cubicBezTo>
                    <a:pt x="274" y="1"/>
                    <a:pt x="238" y="1"/>
                    <a:pt x="203" y="24"/>
                  </a:cubicBezTo>
                  <a:cubicBezTo>
                    <a:pt x="167" y="48"/>
                    <a:pt x="131" y="72"/>
                    <a:pt x="107" y="120"/>
                  </a:cubicBezTo>
                  <a:lnTo>
                    <a:pt x="107" y="12"/>
                  </a:lnTo>
                  <a:lnTo>
                    <a:pt x="0" y="12"/>
                  </a:lnTo>
                  <a:lnTo>
                    <a:pt x="0" y="667"/>
                  </a:lnTo>
                  <a:lnTo>
                    <a:pt x="107" y="667"/>
                  </a:lnTo>
                  <a:lnTo>
                    <a:pt x="107" y="298"/>
                  </a:lnTo>
                  <a:cubicBezTo>
                    <a:pt x="107" y="227"/>
                    <a:pt x="131" y="179"/>
                    <a:pt x="167" y="143"/>
                  </a:cubicBezTo>
                  <a:cubicBezTo>
                    <a:pt x="191" y="108"/>
                    <a:pt x="238" y="96"/>
                    <a:pt x="298" y="96"/>
                  </a:cubicBezTo>
                  <a:cubicBezTo>
                    <a:pt x="345" y="96"/>
                    <a:pt x="381" y="108"/>
                    <a:pt x="405" y="131"/>
                  </a:cubicBezTo>
                  <a:cubicBezTo>
                    <a:pt x="429" y="167"/>
                    <a:pt x="441" y="215"/>
                    <a:pt x="441" y="274"/>
                  </a:cubicBezTo>
                  <a:lnTo>
                    <a:pt x="441" y="667"/>
                  </a:lnTo>
                  <a:lnTo>
                    <a:pt x="548" y="667"/>
                  </a:lnTo>
                  <a:lnTo>
                    <a:pt x="548" y="274"/>
                  </a:lnTo>
                  <a:cubicBezTo>
                    <a:pt x="548" y="179"/>
                    <a:pt x="536" y="108"/>
                    <a:pt x="488" y="72"/>
                  </a:cubicBezTo>
                  <a:cubicBezTo>
                    <a:pt x="453" y="24"/>
                    <a:pt x="393"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5"/>
            <p:cNvSpPr/>
            <p:nvPr/>
          </p:nvSpPr>
          <p:spPr>
            <a:xfrm>
              <a:off x="2444074" y="5033167"/>
              <a:ext cx="16361" cy="33152"/>
            </a:xfrm>
            <a:custGeom>
              <a:avLst/>
              <a:gdLst/>
              <a:ahLst/>
              <a:cxnLst/>
              <a:rect l="l" t="t" r="r" b="b"/>
              <a:pathLst>
                <a:path w="418" h="847" extrusionOk="0">
                  <a:moveTo>
                    <a:pt x="84" y="1"/>
                  </a:moveTo>
                  <a:lnTo>
                    <a:pt x="84" y="191"/>
                  </a:lnTo>
                  <a:lnTo>
                    <a:pt x="1" y="191"/>
                  </a:lnTo>
                  <a:lnTo>
                    <a:pt x="1" y="275"/>
                  </a:lnTo>
                  <a:lnTo>
                    <a:pt x="84" y="275"/>
                  </a:lnTo>
                  <a:lnTo>
                    <a:pt x="84" y="632"/>
                  </a:lnTo>
                  <a:cubicBezTo>
                    <a:pt x="84" y="715"/>
                    <a:pt x="96" y="763"/>
                    <a:pt x="132" y="799"/>
                  </a:cubicBezTo>
                  <a:cubicBezTo>
                    <a:pt x="167" y="834"/>
                    <a:pt x="215" y="846"/>
                    <a:pt x="298" y="846"/>
                  </a:cubicBezTo>
                  <a:lnTo>
                    <a:pt x="418" y="846"/>
                  </a:lnTo>
                  <a:lnTo>
                    <a:pt x="418" y="751"/>
                  </a:lnTo>
                  <a:lnTo>
                    <a:pt x="298" y="751"/>
                  </a:lnTo>
                  <a:cubicBezTo>
                    <a:pt x="263" y="751"/>
                    <a:pt x="227" y="751"/>
                    <a:pt x="215" y="727"/>
                  </a:cubicBezTo>
                  <a:cubicBezTo>
                    <a:pt x="203" y="715"/>
                    <a:pt x="191" y="680"/>
                    <a:pt x="191" y="632"/>
                  </a:cubicBezTo>
                  <a:lnTo>
                    <a:pt x="191" y="275"/>
                  </a:lnTo>
                  <a:lnTo>
                    <a:pt x="418" y="275"/>
                  </a:lnTo>
                  <a:lnTo>
                    <a:pt x="418" y="191"/>
                  </a:lnTo>
                  <a:lnTo>
                    <a:pt x="191" y="191"/>
                  </a:lnTo>
                  <a:lnTo>
                    <a:pt x="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5"/>
            <p:cNvSpPr/>
            <p:nvPr/>
          </p:nvSpPr>
          <p:spPr>
            <a:xfrm>
              <a:off x="2465523" y="5040173"/>
              <a:ext cx="14951" cy="26146"/>
            </a:xfrm>
            <a:custGeom>
              <a:avLst/>
              <a:gdLst/>
              <a:ahLst/>
              <a:cxnLst/>
              <a:rect l="l" t="t" r="r" b="b"/>
              <a:pathLst>
                <a:path w="382" h="668" extrusionOk="0">
                  <a:moveTo>
                    <a:pt x="334" y="1"/>
                  </a:moveTo>
                  <a:cubicBezTo>
                    <a:pt x="274" y="1"/>
                    <a:pt x="239" y="1"/>
                    <a:pt x="203" y="24"/>
                  </a:cubicBezTo>
                  <a:cubicBezTo>
                    <a:pt x="167" y="48"/>
                    <a:pt x="131" y="72"/>
                    <a:pt x="108" y="120"/>
                  </a:cubicBezTo>
                  <a:lnTo>
                    <a:pt x="108" y="12"/>
                  </a:lnTo>
                  <a:lnTo>
                    <a:pt x="0" y="12"/>
                  </a:lnTo>
                  <a:lnTo>
                    <a:pt x="0" y="667"/>
                  </a:lnTo>
                  <a:lnTo>
                    <a:pt x="108" y="667"/>
                  </a:lnTo>
                  <a:lnTo>
                    <a:pt x="108" y="322"/>
                  </a:lnTo>
                  <a:cubicBezTo>
                    <a:pt x="108" y="251"/>
                    <a:pt x="131" y="191"/>
                    <a:pt x="155" y="155"/>
                  </a:cubicBezTo>
                  <a:cubicBezTo>
                    <a:pt x="191" y="108"/>
                    <a:pt x="239" y="96"/>
                    <a:pt x="298" y="96"/>
                  </a:cubicBezTo>
                  <a:lnTo>
                    <a:pt x="346" y="96"/>
                  </a:lnTo>
                  <a:cubicBezTo>
                    <a:pt x="358" y="96"/>
                    <a:pt x="370" y="108"/>
                    <a:pt x="381" y="108"/>
                  </a:cubicBezTo>
                  <a:lnTo>
                    <a:pt x="3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5"/>
            <p:cNvSpPr/>
            <p:nvPr/>
          </p:nvSpPr>
          <p:spPr>
            <a:xfrm>
              <a:off x="2482314" y="5040173"/>
              <a:ext cx="23327" cy="26615"/>
            </a:xfrm>
            <a:custGeom>
              <a:avLst/>
              <a:gdLst/>
              <a:ahLst/>
              <a:cxnLst/>
              <a:rect l="l" t="t" r="r" b="b"/>
              <a:pathLst>
                <a:path w="596" h="680" extrusionOk="0">
                  <a:moveTo>
                    <a:pt x="298" y="84"/>
                  </a:moveTo>
                  <a:cubicBezTo>
                    <a:pt x="357" y="84"/>
                    <a:pt x="393" y="108"/>
                    <a:pt x="429" y="155"/>
                  </a:cubicBezTo>
                  <a:cubicBezTo>
                    <a:pt x="464" y="203"/>
                    <a:pt x="476" y="262"/>
                    <a:pt x="476" y="334"/>
                  </a:cubicBezTo>
                  <a:cubicBezTo>
                    <a:pt x="476" y="417"/>
                    <a:pt x="464" y="477"/>
                    <a:pt x="429" y="524"/>
                  </a:cubicBezTo>
                  <a:cubicBezTo>
                    <a:pt x="393" y="572"/>
                    <a:pt x="357" y="596"/>
                    <a:pt x="298" y="596"/>
                  </a:cubicBezTo>
                  <a:cubicBezTo>
                    <a:pt x="238" y="596"/>
                    <a:pt x="191" y="572"/>
                    <a:pt x="155" y="524"/>
                  </a:cubicBezTo>
                  <a:cubicBezTo>
                    <a:pt x="119" y="477"/>
                    <a:pt x="107" y="417"/>
                    <a:pt x="107" y="334"/>
                  </a:cubicBezTo>
                  <a:cubicBezTo>
                    <a:pt x="107" y="262"/>
                    <a:pt x="119" y="203"/>
                    <a:pt x="155" y="155"/>
                  </a:cubicBezTo>
                  <a:cubicBezTo>
                    <a:pt x="191" y="108"/>
                    <a:pt x="238" y="84"/>
                    <a:pt x="298" y="84"/>
                  </a:cubicBezTo>
                  <a:close/>
                  <a:moveTo>
                    <a:pt x="298" y="1"/>
                  </a:moveTo>
                  <a:cubicBezTo>
                    <a:pt x="203" y="1"/>
                    <a:pt x="131" y="24"/>
                    <a:pt x="72" y="84"/>
                  </a:cubicBezTo>
                  <a:cubicBezTo>
                    <a:pt x="24" y="143"/>
                    <a:pt x="0" y="227"/>
                    <a:pt x="0" y="334"/>
                  </a:cubicBezTo>
                  <a:cubicBezTo>
                    <a:pt x="0" y="441"/>
                    <a:pt x="24" y="524"/>
                    <a:pt x="72" y="596"/>
                  </a:cubicBezTo>
                  <a:cubicBezTo>
                    <a:pt x="131" y="655"/>
                    <a:pt x="203" y="679"/>
                    <a:pt x="298" y="679"/>
                  </a:cubicBezTo>
                  <a:cubicBezTo>
                    <a:pt x="393" y="679"/>
                    <a:pt x="464" y="655"/>
                    <a:pt x="512" y="596"/>
                  </a:cubicBezTo>
                  <a:cubicBezTo>
                    <a:pt x="572" y="524"/>
                    <a:pt x="595" y="441"/>
                    <a:pt x="595" y="334"/>
                  </a:cubicBezTo>
                  <a:cubicBezTo>
                    <a:pt x="595" y="227"/>
                    <a:pt x="572" y="143"/>
                    <a:pt x="512" y="84"/>
                  </a:cubicBezTo>
                  <a:cubicBezTo>
                    <a:pt x="464" y="24"/>
                    <a:pt x="393" y="1"/>
                    <a:pt x="2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5"/>
            <p:cNvSpPr/>
            <p:nvPr/>
          </p:nvSpPr>
          <p:spPr>
            <a:xfrm>
              <a:off x="2512608" y="5030857"/>
              <a:ext cx="4227" cy="35461"/>
            </a:xfrm>
            <a:custGeom>
              <a:avLst/>
              <a:gdLst/>
              <a:ahLst/>
              <a:cxnLst/>
              <a:rect l="l" t="t" r="r" b="b"/>
              <a:pathLst>
                <a:path w="108" h="906" extrusionOk="0">
                  <a:moveTo>
                    <a:pt x="0" y="0"/>
                  </a:moveTo>
                  <a:lnTo>
                    <a:pt x="0" y="905"/>
                  </a:lnTo>
                  <a:lnTo>
                    <a:pt x="107" y="905"/>
                  </a:lnTo>
                  <a:lnTo>
                    <a:pt x="1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5"/>
            <p:cNvSpPr/>
            <p:nvPr/>
          </p:nvSpPr>
          <p:spPr>
            <a:xfrm>
              <a:off x="2454328" y="4893398"/>
              <a:ext cx="63876" cy="33582"/>
            </a:xfrm>
            <a:custGeom>
              <a:avLst/>
              <a:gdLst/>
              <a:ahLst/>
              <a:cxnLst/>
              <a:rect l="l" t="t" r="r" b="b"/>
              <a:pathLst>
                <a:path w="1632" h="858" fill="none" extrusionOk="0">
                  <a:moveTo>
                    <a:pt x="1632" y="857"/>
                  </a:moveTo>
                  <a:lnTo>
                    <a:pt x="822" y="0"/>
                  </a:lnTo>
                  <a:lnTo>
                    <a:pt x="1" y="857"/>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5"/>
            <p:cNvSpPr/>
            <p:nvPr/>
          </p:nvSpPr>
          <p:spPr>
            <a:xfrm>
              <a:off x="2480905" y="4614251"/>
              <a:ext cx="34052" cy="63407"/>
            </a:xfrm>
            <a:custGeom>
              <a:avLst/>
              <a:gdLst/>
              <a:ahLst/>
              <a:cxnLst/>
              <a:rect l="l" t="t" r="r" b="b"/>
              <a:pathLst>
                <a:path w="870" h="1620" fill="none" extrusionOk="0">
                  <a:moveTo>
                    <a:pt x="0" y="1619"/>
                  </a:moveTo>
                  <a:lnTo>
                    <a:pt x="870" y="822"/>
                  </a:ln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5"/>
            <p:cNvSpPr/>
            <p:nvPr/>
          </p:nvSpPr>
          <p:spPr>
            <a:xfrm>
              <a:off x="2480905" y="4706974"/>
              <a:ext cx="34052" cy="63876"/>
            </a:xfrm>
            <a:custGeom>
              <a:avLst/>
              <a:gdLst/>
              <a:ahLst/>
              <a:cxnLst/>
              <a:rect l="l" t="t" r="r" b="b"/>
              <a:pathLst>
                <a:path w="870" h="1632" fill="none" extrusionOk="0">
                  <a:moveTo>
                    <a:pt x="870" y="1"/>
                  </a:moveTo>
                  <a:lnTo>
                    <a:pt x="0" y="822"/>
                  </a:lnTo>
                  <a:lnTo>
                    <a:pt x="870" y="1632"/>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5"/>
            <p:cNvSpPr/>
            <p:nvPr/>
          </p:nvSpPr>
          <p:spPr>
            <a:xfrm>
              <a:off x="2032125" y="4397533"/>
              <a:ext cx="80668" cy="69943"/>
            </a:xfrm>
            <a:custGeom>
              <a:avLst/>
              <a:gdLst/>
              <a:ahLst/>
              <a:cxnLst/>
              <a:rect l="l" t="t" r="r" b="b"/>
              <a:pathLst>
                <a:path w="2061" h="1787" fill="none" extrusionOk="0">
                  <a:moveTo>
                    <a:pt x="2060" y="1108"/>
                  </a:moveTo>
                  <a:lnTo>
                    <a:pt x="1037" y="1"/>
                  </a:lnTo>
                  <a:lnTo>
                    <a:pt x="1" y="1108"/>
                  </a:lnTo>
                  <a:lnTo>
                    <a:pt x="477" y="1108"/>
                  </a:lnTo>
                  <a:lnTo>
                    <a:pt x="477" y="1787"/>
                  </a:lnTo>
                  <a:lnTo>
                    <a:pt x="1584" y="1787"/>
                  </a:lnTo>
                  <a:lnTo>
                    <a:pt x="1584" y="1108"/>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5"/>
            <p:cNvSpPr/>
            <p:nvPr/>
          </p:nvSpPr>
          <p:spPr>
            <a:xfrm>
              <a:off x="2050756" y="4479570"/>
              <a:ext cx="43406" cy="14012"/>
            </a:xfrm>
            <a:custGeom>
              <a:avLst/>
              <a:gdLst/>
              <a:ahLst/>
              <a:cxnLst/>
              <a:rect l="l" t="t" r="r" b="b"/>
              <a:pathLst>
                <a:path w="1109" h="358" fill="none" extrusionOk="0">
                  <a:moveTo>
                    <a:pt x="1" y="0"/>
                  </a:moveTo>
                  <a:lnTo>
                    <a:pt x="1108" y="0"/>
                  </a:lnTo>
                  <a:lnTo>
                    <a:pt x="1108" y="358"/>
                  </a:lnTo>
                  <a:lnTo>
                    <a:pt x="1" y="358"/>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1" name="Google Shape;671;p35"/>
          <p:cNvGrpSpPr/>
          <p:nvPr/>
        </p:nvGrpSpPr>
        <p:grpSpPr>
          <a:xfrm>
            <a:off x="7326528" y="539499"/>
            <a:ext cx="1104243" cy="852948"/>
            <a:chOff x="6614871" y="4003785"/>
            <a:chExt cx="690195" cy="533126"/>
          </a:xfrm>
        </p:grpSpPr>
        <p:sp>
          <p:nvSpPr>
            <p:cNvPr id="672" name="Google Shape;672;p35"/>
            <p:cNvSpPr/>
            <p:nvPr/>
          </p:nvSpPr>
          <p:spPr>
            <a:xfrm>
              <a:off x="6740706" y="4285710"/>
              <a:ext cx="252140" cy="251201"/>
            </a:xfrm>
            <a:custGeom>
              <a:avLst/>
              <a:gdLst/>
              <a:ahLst/>
              <a:cxnLst/>
              <a:rect l="l" t="t" r="r" b="b"/>
              <a:pathLst>
                <a:path w="6442" h="6418" fill="none" extrusionOk="0">
                  <a:moveTo>
                    <a:pt x="5203" y="6418"/>
                  </a:moveTo>
                  <a:lnTo>
                    <a:pt x="1227" y="6418"/>
                  </a:lnTo>
                  <a:cubicBezTo>
                    <a:pt x="548" y="6418"/>
                    <a:pt x="0" y="5870"/>
                    <a:pt x="0" y="5191"/>
                  </a:cubicBezTo>
                  <a:lnTo>
                    <a:pt x="0" y="1227"/>
                  </a:lnTo>
                  <a:cubicBezTo>
                    <a:pt x="0" y="536"/>
                    <a:pt x="560" y="0"/>
                    <a:pt x="1227" y="0"/>
                  </a:cubicBezTo>
                  <a:lnTo>
                    <a:pt x="5203" y="0"/>
                  </a:lnTo>
                  <a:cubicBezTo>
                    <a:pt x="5882" y="0"/>
                    <a:pt x="6418" y="548"/>
                    <a:pt x="6418" y="1227"/>
                  </a:cubicBezTo>
                  <a:lnTo>
                    <a:pt x="6418" y="5191"/>
                  </a:lnTo>
                  <a:cubicBezTo>
                    <a:pt x="6442" y="5870"/>
                    <a:pt x="5882" y="6418"/>
                    <a:pt x="5203"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5"/>
            <p:cNvSpPr/>
            <p:nvPr/>
          </p:nvSpPr>
          <p:spPr>
            <a:xfrm>
              <a:off x="6843684" y="4365399"/>
              <a:ext cx="66225" cy="74131"/>
            </a:xfrm>
            <a:custGeom>
              <a:avLst/>
              <a:gdLst/>
              <a:ahLst/>
              <a:cxnLst/>
              <a:rect l="l" t="t" r="r" b="b"/>
              <a:pathLst>
                <a:path w="1692" h="1894" extrusionOk="0">
                  <a:moveTo>
                    <a:pt x="846" y="203"/>
                  </a:moveTo>
                  <a:cubicBezTo>
                    <a:pt x="1025" y="203"/>
                    <a:pt x="1168" y="274"/>
                    <a:pt x="1275" y="405"/>
                  </a:cubicBezTo>
                  <a:cubicBezTo>
                    <a:pt x="1382" y="536"/>
                    <a:pt x="1429" y="715"/>
                    <a:pt x="1429" y="953"/>
                  </a:cubicBezTo>
                  <a:cubicBezTo>
                    <a:pt x="1429" y="1179"/>
                    <a:pt x="1382" y="1358"/>
                    <a:pt x="1275" y="1489"/>
                  </a:cubicBezTo>
                  <a:cubicBezTo>
                    <a:pt x="1168" y="1620"/>
                    <a:pt x="1025" y="1691"/>
                    <a:pt x="846" y="1691"/>
                  </a:cubicBezTo>
                  <a:cubicBezTo>
                    <a:pt x="667" y="1691"/>
                    <a:pt x="525" y="1620"/>
                    <a:pt x="417" y="1489"/>
                  </a:cubicBezTo>
                  <a:cubicBezTo>
                    <a:pt x="322" y="1358"/>
                    <a:pt x="263" y="1179"/>
                    <a:pt x="263" y="953"/>
                  </a:cubicBezTo>
                  <a:cubicBezTo>
                    <a:pt x="263" y="715"/>
                    <a:pt x="322" y="536"/>
                    <a:pt x="417" y="405"/>
                  </a:cubicBezTo>
                  <a:cubicBezTo>
                    <a:pt x="525" y="274"/>
                    <a:pt x="667" y="203"/>
                    <a:pt x="846" y="203"/>
                  </a:cubicBezTo>
                  <a:close/>
                  <a:moveTo>
                    <a:pt x="846" y="0"/>
                  </a:moveTo>
                  <a:cubicBezTo>
                    <a:pt x="596" y="0"/>
                    <a:pt x="394" y="96"/>
                    <a:pt x="239" y="262"/>
                  </a:cubicBezTo>
                  <a:cubicBezTo>
                    <a:pt x="84" y="429"/>
                    <a:pt x="1" y="655"/>
                    <a:pt x="1" y="953"/>
                  </a:cubicBezTo>
                  <a:cubicBezTo>
                    <a:pt x="1" y="1239"/>
                    <a:pt x="84" y="1465"/>
                    <a:pt x="239" y="1631"/>
                  </a:cubicBezTo>
                  <a:cubicBezTo>
                    <a:pt x="394" y="1810"/>
                    <a:pt x="596" y="1893"/>
                    <a:pt x="846" y="1893"/>
                  </a:cubicBezTo>
                  <a:cubicBezTo>
                    <a:pt x="1108" y="1893"/>
                    <a:pt x="1310" y="1810"/>
                    <a:pt x="1453" y="1631"/>
                  </a:cubicBezTo>
                  <a:cubicBezTo>
                    <a:pt x="1608" y="1465"/>
                    <a:pt x="1691" y="1239"/>
                    <a:pt x="1691" y="953"/>
                  </a:cubicBezTo>
                  <a:cubicBezTo>
                    <a:pt x="1691" y="655"/>
                    <a:pt x="1608" y="429"/>
                    <a:pt x="1453" y="262"/>
                  </a:cubicBezTo>
                  <a:cubicBezTo>
                    <a:pt x="1310" y="96"/>
                    <a:pt x="1108" y="0"/>
                    <a:pt x="8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5"/>
            <p:cNvSpPr/>
            <p:nvPr/>
          </p:nvSpPr>
          <p:spPr>
            <a:xfrm>
              <a:off x="7053396" y="4285710"/>
              <a:ext cx="251670" cy="251201"/>
            </a:xfrm>
            <a:custGeom>
              <a:avLst/>
              <a:gdLst/>
              <a:ahLst/>
              <a:cxnLst/>
              <a:rect l="l" t="t" r="r" b="b"/>
              <a:pathLst>
                <a:path w="6430" h="6418" fill="none" extrusionOk="0">
                  <a:moveTo>
                    <a:pt x="5204" y="6418"/>
                  </a:moveTo>
                  <a:lnTo>
                    <a:pt x="1215" y="6418"/>
                  </a:lnTo>
                  <a:cubicBezTo>
                    <a:pt x="536" y="6418"/>
                    <a:pt x="1" y="5870"/>
                    <a:pt x="1" y="5191"/>
                  </a:cubicBezTo>
                  <a:lnTo>
                    <a:pt x="1" y="1227"/>
                  </a:lnTo>
                  <a:cubicBezTo>
                    <a:pt x="1" y="536"/>
                    <a:pt x="548" y="0"/>
                    <a:pt x="1215" y="0"/>
                  </a:cubicBezTo>
                  <a:lnTo>
                    <a:pt x="5192" y="0"/>
                  </a:lnTo>
                  <a:cubicBezTo>
                    <a:pt x="5870" y="0"/>
                    <a:pt x="6406" y="548"/>
                    <a:pt x="6406" y="1227"/>
                  </a:cubicBezTo>
                  <a:lnTo>
                    <a:pt x="6406" y="5191"/>
                  </a:lnTo>
                  <a:cubicBezTo>
                    <a:pt x="6430" y="5870"/>
                    <a:pt x="5870"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5"/>
            <p:cNvSpPr/>
            <p:nvPr/>
          </p:nvSpPr>
          <p:spPr>
            <a:xfrm>
              <a:off x="7163379" y="4366808"/>
              <a:ext cx="46185" cy="71313"/>
            </a:xfrm>
            <a:custGeom>
              <a:avLst/>
              <a:gdLst/>
              <a:ahLst/>
              <a:cxnLst/>
              <a:rect l="l" t="t" r="r" b="b"/>
              <a:pathLst>
                <a:path w="1180" h="1822" extrusionOk="0">
                  <a:moveTo>
                    <a:pt x="560" y="202"/>
                  </a:moveTo>
                  <a:cubicBezTo>
                    <a:pt x="667" y="202"/>
                    <a:pt x="762" y="238"/>
                    <a:pt x="822" y="298"/>
                  </a:cubicBezTo>
                  <a:cubicBezTo>
                    <a:pt x="881" y="357"/>
                    <a:pt x="917" y="441"/>
                    <a:pt x="917" y="548"/>
                  </a:cubicBezTo>
                  <a:cubicBezTo>
                    <a:pt x="917" y="655"/>
                    <a:pt x="881" y="738"/>
                    <a:pt x="822" y="798"/>
                  </a:cubicBezTo>
                  <a:cubicBezTo>
                    <a:pt x="762" y="857"/>
                    <a:pt x="667" y="881"/>
                    <a:pt x="560" y="881"/>
                  </a:cubicBezTo>
                  <a:lnTo>
                    <a:pt x="250" y="881"/>
                  </a:lnTo>
                  <a:lnTo>
                    <a:pt x="250" y="202"/>
                  </a:lnTo>
                  <a:close/>
                  <a:moveTo>
                    <a:pt x="0" y="0"/>
                  </a:moveTo>
                  <a:lnTo>
                    <a:pt x="0" y="1822"/>
                  </a:lnTo>
                  <a:lnTo>
                    <a:pt x="250" y="1822"/>
                  </a:lnTo>
                  <a:lnTo>
                    <a:pt x="250" y="1083"/>
                  </a:lnTo>
                  <a:lnTo>
                    <a:pt x="560" y="1083"/>
                  </a:lnTo>
                  <a:cubicBezTo>
                    <a:pt x="762" y="1083"/>
                    <a:pt x="917" y="1048"/>
                    <a:pt x="1012" y="953"/>
                  </a:cubicBezTo>
                  <a:cubicBezTo>
                    <a:pt x="1120" y="857"/>
                    <a:pt x="1179" y="726"/>
                    <a:pt x="1179" y="548"/>
                  </a:cubicBezTo>
                  <a:cubicBezTo>
                    <a:pt x="1179" y="369"/>
                    <a:pt x="1120" y="238"/>
                    <a:pt x="1012" y="143"/>
                  </a:cubicBezTo>
                  <a:cubicBezTo>
                    <a:pt x="917" y="48"/>
                    <a:pt x="762" y="0"/>
                    <a:pt x="5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5"/>
            <p:cNvSpPr/>
            <p:nvPr/>
          </p:nvSpPr>
          <p:spPr>
            <a:xfrm>
              <a:off x="6614871" y="4003785"/>
              <a:ext cx="251240" cy="251201"/>
            </a:xfrm>
            <a:custGeom>
              <a:avLst/>
              <a:gdLst/>
              <a:ahLst/>
              <a:cxnLst/>
              <a:rect l="l" t="t" r="r" b="b"/>
              <a:pathLst>
                <a:path w="6419" h="6418" fill="none" extrusionOk="0">
                  <a:moveTo>
                    <a:pt x="5204" y="6418"/>
                  </a:moveTo>
                  <a:lnTo>
                    <a:pt x="1227" y="6418"/>
                  </a:lnTo>
                  <a:cubicBezTo>
                    <a:pt x="548" y="6418"/>
                    <a:pt x="1" y="5870"/>
                    <a:pt x="1" y="5191"/>
                  </a:cubicBezTo>
                  <a:lnTo>
                    <a:pt x="1" y="1226"/>
                  </a:lnTo>
                  <a:cubicBezTo>
                    <a:pt x="1" y="536"/>
                    <a:pt x="560" y="0"/>
                    <a:pt x="1227" y="0"/>
                  </a:cubicBezTo>
                  <a:lnTo>
                    <a:pt x="5204" y="0"/>
                  </a:lnTo>
                  <a:cubicBezTo>
                    <a:pt x="5882" y="0"/>
                    <a:pt x="6418" y="548"/>
                    <a:pt x="6418" y="1226"/>
                  </a:cubicBezTo>
                  <a:lnTo>
                    <a:pt x="6418" y="5191"/>
                  </a:lnTo>
                  <a:cubicBezTo>
                    <a:pt x="6418" y="5870"/>
                    <a:pt x="5871"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5"/>
            <p:cNvSpPr/>
            <p:nvPr/>
          </p:nvSpPr>
          <p:spPr>
            <a:xfrm>
              <a:off x="6927091" y="4003785"/>
              <a:ext cx="252179" cy="251201"/>
            </a:xfrm>
            <a:custGeom>
              <a:avLst/>
              <a:gdLst/>
              <a:ahLst/>
              <a:cxnLst/>
              <a:rect l="l" t="t" r="r" b="b"/>
              <a:pathLst>
                <a:path w="6443" h="6418" fill="none" extrusionOk="0">
                  <a:moveTo>
                    <a:pt x="5204" y="6418"/>
                  </a:moveTo>
                  <a:lnTo>
                    <a:pt x="1227" y="6418"/>
                  </a:lnTo>
                  <a:cubicBezTo>
                    <a:pt x="549" y="6418"/>
                    <a:pt x="1" y="5870"/>
                    <a:pt x="1" y="5191"/>
                  </a:cubicBezTo>
                  <a:lnTo>
                    <a:pt x="1" y="1226"/>
                  </a:lnTo>
                  <a:cubicBezTo>
                    <a:pt x="1" y="536"/>
                    <a:pt x="561" y="0"/>
                    <a:pt x="1227" y="0"/>
                  </a:cubicBezTo>
                  <a:lnTo>
                    <a:pt x="5204" y="0"/>
                  </a:lnTo>
                  <a:cubicBezTo>
                    <a:pt x="5883" y="0"/>
                    <a:pt x="6418" y="548"/>
                    <a:pt x="6418" y="1226"/>
                  </a:cubicBezTo>
                  <a:lnTo>
                    <a:pt x="6418" y="5191"/>
                  </a:lnTo>
                  <a:cubicBezTo>
                    <a:pt x="6442" y="5870"/>
                    <a:pt x="5883"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5"/>
            <p:cNvSpPr/>
            <p:nvPr/>
          </p:nvSpPr>
          <p:spPr>
            <a:xfrm>
              <a:off x="6718318" y="4141244"/>
              <a:ext cx="49003" cy="74131"/>
            </a:xfrm>
            <a:custGeom>
              <a:avLst/>
              <a:gdLst/>
              <a:ahLst/>
              <a:cxnLst/>
              <a:rect l="l" t="t" r="r" b="b"/>
              <a:pathLst>
                <a:path w="1252" h="1894" extrusionOk="0">
                  <a:moveTo>
                    <a:pt x="608" y="203"/>
                  </a:moveTo>
                  <a:cubicBezTo>
                    <a:pt x="715" y="203"/>
                    <a:pt x="799" y="239"/>
                    <a:pt x="858" y="310"/>
                  </a:cubicBezTo>
                  <a:cubicBezTo>
                    <a:pt x="930" y="393"/>
                    <a:pt x="965" y="489"/>
                    <a:pt x="965" y="620"/>
                  </a:cubicBezTo>
                  <a:cubicBezTo>
                    <a:pt x="965" y="750"/>
                    <a:pt x="930" y="858"/>
                    <a:pt x="858" y="929"/>
                  </a:cubicBezTo>
                  <a:cubicBezTo>
                    <a:pt x="799" y="1012"/>
                    <a:pt x="715" y="1048"/>
                    <a:pt x="608" y="1048"/>
                  </a:cubicBezTo>
                  <a:cubicBezTo>
                    <a:pt x="489" y="1048"/>
                    <a:pt x="406" y="1012"/>
                    <a:pt x="334" y="929"/>
                  </a:cubicBezTo>
                  <a:cubicBezTo>
                    <a:pt x="275" y="858"/>
                    <a:pt x="239" y="750"/>
                    <a:pt x="239" y="620"/>
                  </a:cubicBezTo>
                  <a:cubicBezTo>
                    <a:pt x="239" y="489"/>
                    <a:pt x="275" y="393"/>
                    <a:pt x="334" y="310"/>
                  </a:cubicBezTo>
                  <a:cubicBezTo>
                    <a:pt x="406" y="239"/>
                    <a:pt x="489" y="203"/>
                    <a:pt x="608" y="203"/>
                  </a:cubicBezTo>
                  <a:close/>
                  <a:moveTo>
                    <a:pt x="608" y="0"/>
                  </a:moveTo>
                  <a:cubicBezTo>
                    <a:pt x="418" y="0"/>
                    <a:pt x="275" y="60"/>
                    <a:pt x="168" y="179"/>
                  </a:cubicBezTo>
                  <a:cubicBezTo>
                    <a:pt x="49" y="286"/>
                    <a:pt x="1" y="441"/>
                    <a:pt x="1" y="620"/>
                  </a:cubicBezTo>
                  <a:cubicBezTo>
                    <a:pt x="1" y="810"/>
                    <a:pt x="49" y="965"/>
                    <a:pt x="156" y="1072"/>
                  </a:cubicBezTo>
                  <a:cubicBezTo>
                    <a:pt x="263" y="1179"/>
                    <a:pt x="406" y="1239"/>
                    <a:pt x="584" y="1239"/>
                  </a:cubicBezTo>
                  <a:cubicBezTo>
                    <a:pt x="680" y="1239"/>
                    <a:pt x="751" y="1215"/>
                    <a:pt x="822" y="1179"/>
                  </a:cubicBezTo>
                  <a:cubicBezTo>
                    <a:pt x="894" y="1143"/>
                    <a:pt x="953" y="1096"/>
                    <a:pt x="1001" y="1024"/>
                  </a:cubicBezTo>
                  <a:lnTo>
                    <a:pt x="1001" y="1024"/>
                  </a:lnTo>
                  <a:cubicBezTo>
                    <a:pt x="989" y="1251"/>
                    <a:pt x="942" y="1405"/>
                    <a:pt x="858" y="1524"/>
                  </a:cubicBezTo>
                  <a:cubicBezTo>
                    <a:pt x="775" y="1632"/>
                    <a:pt x="644" y="1679"/>
                    <a:pt x="489" y="1679"/>
                  </a:cubicBezTo>
                  <a:cubicBezTo>
                    <a:pt x="430" y="1679"/>
                    <a:pt x="358" y="1679"/>
                    <a:pt x="299" y="1655"/>
                  </a:cubicBezTo>
                  <a:cubicBezTo>
                    <a:pt x="239" y="1643"/>
                    <a:pt x="180" y="1620"/>
                    <a:pt x="108" y="1596"/>
                  </a:cubicBezTo>
                  <a:lnTo>
                    <a:pt x="108" y="1822"/>
                  </a:lnTo>
                  <a:cubicBezTo>
                    <a:pt x="180" y="1846"/>
                    <a:pt x="251" y="1858"/>
                    <a:pt x="310" y="1870"/>
                  </a:cubicBezTo>
                  <a:cubicBezTo>
                    <a:pt x="370" y="1882"/>
                    <a:pt x="441" y="1893"/>
                    <a:pt x="501" y="1893"/>
                  </a:cubicBezTo>
                  <a:cubicBezTo>
                    <a:pt x="727" y="1893"/>
                    <a:pt x="906" y="1810"/>
                    <a:pt x="1049" y="1632"/>
                  </a:cubicBezTo>
                  <a:cubicBezTo>
                    <a:pt x="1180" y="1465"/>
                    <a:pt x="1251" y="1239"/>
                    <a:pt x="1251" y="953"/>
                  </a:cubicBezTo>
                  <a:cubicBezTo>
                    <a:pt x="1251" y="643"/>
                    <a:pt x="1192" y="405"/>
                    <a:pt x="1084" y="250"/>
                  </a:cubicBezTo>
                  <a:cubicBezTo>
                    <a:pt x="977" y="84"/>
                    <a:pt x="811" y="0"/>
                    <a:pt x="6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5"/>
            <p:cNvSpPr/>
            <p:nvPr/>
          </p:nvSpPr>
          <p:spPr>
            <a:xfrm>
              <a:off x="6733231" y="4041985"/>
              <a:ext cx="12173" cy="47085"/>
            </a:xfrm>
            <a:custGeom>
              <a:avLst/>
              <a:gdLst/>
              <a:ahLst/>
              <a:cxnLst/>
              <a:rect l="l" t="t" r="r" b="b"/>
              <a:pathLst>
                <a:path w="311" h="1203" extrusionOk="0">
                  <a:moveTo>
                    <a:pt x="1" y="0"/>
                  </a:moveTo>
                  <a:cubicBezTo>
                    <a:pt x="60" y="108"/>
                    <a:pt x="108" y="203"/>
                    <a:pt x="132" y="298"/>
                  </a:cubicBezTo>
                  <a:cubicBezTo>
                    <a:pt x="168" y="405"/>
                    <a:pt x="180" y="500"/>
                    <a:pt x="180" y="608"/>
                  </a:cubicBezTo>
                  <a:cubicBezTo>
                    <a:pt x="180" y="703"/>
                    <a:pt x="168" y="798"/>
                    <a:pt x="132" y="905"/>
                  </a:cubicBezTo>
                  <a:cubicBezTo>
                    <a:pt x="108" y="1000"/>
                    <a:pt x="60" y="1096"/>
                    <a:pt x="1" y="1203"/>
                  </a:cubicBezTo>
                  <a:lnTo>
                    <a:pt x="108" y="1203"/>
                  </a:lnTo>
                  <a:cubicBezTo>
                    <a:pt x="180" y="1096"/>
                    <a:pt x="227" y="1000"/>
                    <a:pt x="263" y="893"/>
                  </a:cubicBezTo>
                  <a:cubicBezTo>
                    <a:pt x="287" y="798"/>
                    <a:pt x="310" y="703"/>
                    <a:pt x="310" y="608"/>
                  </a:cubicBezTo>
                  <a:cubicBezTo>
                    <a:pt x="310" y="500"/>
                    <a:pt x="287" y="405"/>
                    <a:pt x="263" y="310"/>
                  </a:cubicBezTo>
                  <a:cubicBezTo>
                    <a:pt x="227" y="215"/>
                    <a:pt x="180" y="108"/>
                    <a:pt x="1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5"/>
            <p:cNvSpPr/>
            <p:nvPr/>
          </p:nvSpPr>
          <p:spPr>
            <a:xfrm>
              <a:off x="7029168" y="4141244"/>
              <a:ext cx="48964" cy="74131"/>
            </a:xfrm>
            <a:custGeom>
              <a:avLst/>
              <a:gdLst/>
              <a:ahLst/>
              <a:cxnLst/>
              <a:rect l="l" t="t" r="r" b="b"/>
              <a:pathLst>
                <a:path w="1251" h="1894" extrusionOk="0">
                  <a:moveTo>
                    <a:pt x="631" y="203"/>
                  </a:moveTo>
                  <a:cubicBezTo>
                    <a:pt x="750" y="203"/>
                    <a:pt x="846" y="262"/>
                    <a:pt x="917" y="381"/>
                  </a:cubicBezTo>
                  <a:cubicBezTo>
                    <a:pt x="977" y="512"/>
                    <a:pt x="1012" y="703"/>
                    <a:pt x="1012" y="953"/>
                  </a:cubicBezTo>
                  <a:cubicBezTo>
                    <a:pt x="1012" y="1203"/>
                    <a:pt x="977" y="1382"/>
                    <a:pt x="917" y="1512"/>
                  </a:cubicBezTo>
                  <a:cubicBezTo>
                    <a:pt x="846" y="1632"/>
                    <a:pt x="750" y="1691"/>
                    <a:pt x="631" y="1691"/>
                  </a:cubicBezTo>
                  <a:cubicBezTo>
                    <a:pt x="500" y="1691"/>
                    <a:pt x="405" y="1632"/>
                    <a:pt x="346" y="1512"/>
                  </a:cubicBezTo>
                  <a:cubicBezTo>
                    <a:pt x="274" y="1382"/>
                    <a:pt x="250" y="1203"/>
                    <a:pt x="250" y="953"/>
                  </a:cubicBezTo>
                  <a:cubicBezTo>
                    <a:pt x="250" y="703"/>
                    <a:pt x="274" y="512"/>
                    <a:pt x="346" y="381"/>
                  </a:cubicBezTo>
                  <a:cubicBezTo>
                    <a:pt x="405" y="262"/>
                    <a:pt x="500" y="203"/>
                    <a:pt x="631" y="203"/>
                  </a:cubicBezTo>
                  <a:close/>
                  <a:moveTo>
                    <a:pt x="631" y="0"/>
                  </a:moveTo>
                  <a:cubicBezTo>
                    <a:pt x="417" y="0"/>
                    <a:pt x="262" y="84"/>
                    <a:pt x="155" y="250"/>
                  </a:cubicBezTo>
                  <a:cubicBezTo>
                    <a:pt x="48" y="405"/>
                    <a:pt x="0" y="643"/>
                    <a:pt x="0" y="953"/>
                  </a:cubicBezTo>
                  <a:cubicBezTo>
                    <a:pt x="0" y="1251"/>
                    <a:pt x="48" y="1489"/>
                    <a:pt x="155" y="1643"/>
                  </a:cubicBezTo>
                  <a:cubicBezTo>
                    <a:pt x="262" y="1810"/>
                    <a:pt x="417" y="1893"/>
                    <a:pt x="631" y="1893"/>
                  </a:cubicBezTo>
                  <a:cubicBezTo>
                    <a:pt x="834" y="1893"/>
                    <a:pt x="989" y="1810"/>
                    <a:pt x="1096" y="1643"/>
                  </a:cubicBezTo>
                  <a:cubicBezTo>
                    <a:pt x="1203" y="1489"/>
                    <a:pt x="1251" y="1251"/>
                    <a:pt x="1251" y="953"/>
                  </a:cubicBezTo>
                  <a:cubicBezTo>
                    <a:pt x="1251" y="643"/>
                    <a:pt x="1203" y="405"/>
                    <a:pt x="1096" y="250"/>
                  </a:cubicBezTo>
                  <a:cubicBezTo>
                    <a:pt x="989" y="84"/>
                    <a:pt x="834" y="0"/>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5"/>
            <p:cNvSpPr/>
            <p:nvPr/>
          </p:nvSpPr>
          <p:spPr>
            <a:xfrm>
              <a:off x="7041263" y="4050831"/>
              <a:ext cx="42937" cy="19609"/>
            </a:xfrm>
            <a:custGeom>
              <a:avLst/>
              <a:gdLst/>
              <a:ahLst/>
              <a:cxnLst/>
              <a:rect l="l" t="t" r="r" b="b"/>
              <a:pathLst>
                <a:path w="1097" h="501" extrusionOk="0">
                  <a:moveTo>
                    <a:pt x="1" y="1"/>
                  </a:moveTo>
                  <a:lnTo>
                    <a:pt x="1" y="143"/>
                  </a:lnTo>
                  <a:lnTo>
                    <a:pt x="1096" y="143"/>
                  </a:lnTo>
                  <a:lnTo>
                    <a:pt x="1096" y="1"/>
                  </a:lnTo>
                  <a:close/>
                  <a:moveTo>
                    <a:pt x="1" y="358"/>
                  </a:moveTo>
                  <a:lnTo>
                    <a:pt x="1" y="501"/>
                  </a:lnTo>
                  <a:lnTo>
                    <a:pt x="1096" y="501"/>
                  </a:lnTo>
                  <a:lnTo>
                    <a:pt x="1096" y="35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2" name="Google Shape;682;p35"/>
          <p:cNvGrpSpPr/>
          <p:nvPr/>
        </p:nvGrpSpPr>
        <p:grpSpPr>
          <a:xfrm>
            <a:off x="7286041" y="3963066"/>
            <a:ext cx="1759692" cy="1759692"/>
            <a:chOff x="6998874" y="164307"/>
            <a:chExt cx="409678" cy="409678"/>
          </a:xfrm>
        </p:grpSpPr>
        <p:sp>
          <p:nvSpPr>
            <p:cNvPr id="683" name="Google Shape;683;p35"/>
            <p:cNvSpPr/>
            <p:nvPr/>
          </p:nvSpPr>
          <p:spPr>
            <a:xfrm>
              <a:off x="7048269" y="214171"/>
              <a:ext cx="360284" cy="359814"/>
            </a:xfrm>
            <a:custGeom>
              <a:avLst/>
              <a:gdLst/>
              <a:ahLst/>
              <a:cxnLst/>
              <a:rect l="l" t="t" r="r" b="b"/>
              <a:pathLst>
                <a:path w="9205" h="9193" fill="none" extrusionOk="0">
                  <a:moveTo>
                    <a:pt x="9204" y="4596"/>
                  </a:moveTo>
                  <a:cubicBezTo>
                    <a:pt x="9204" y="2049"/>
                    <a:pt x="7156" y="1"/>
                    <a:pt x="4608" y="1"/>
                  </a:cubicBezTo>
                  <a:cubicBezTo>
                    <a:pt x="2060" y="1"/>
                    <a:pt x="1" y="2049"/>
                    <a:pt x="1" y="4596"/>
                  </a:cubicBezTo>
                  <a:cubicBezTo>
                    <a:pt x="1" y="7144"/>
                    <a:pt x="2060" y="9192"/>
                    <a:pt x="4608" y="9192"/>
                  </a:cubicBezTo>
                  <a:cubicBezTo>
                    <a:pt x="7156" y="9192"/>
                    <a:pt x="9204" y="7144"/>
                    <a:pt x="9204" y="4596"/>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5"/>
            <p:cNvSpPr/>
            <p:nvPr/>
          </p:nvSpPr>
          <p:spPr>
            <a:xfrm>
              <a:off x="6998874" y="164307"/>
              <a:ext cx="229791" cy="229791"/>
            </a:xfrm>
            <a:custGeom>
              <a:avLst/>
              <a:gdLst/>
              <a:ahLst/>
              <a:cxnLst/>
              <a:rect l="l" t="t" r="r" b="b"/>
              <a:pathLst>
                <a:path w="5871" h="5871" fill="none" extrusionOk="0">
                  <a:moveTo>
                    <a:pt x="5870" y="1"/>
                  </a:moveTo>
                  <a:cubicBezTo>
                    <a:pt x="2644" y="1"/>
                    <a:pt x="0" y="2620"/>
                    <a:pt x="0" y="5870"/>
                  </a:cubicBezTo>
                  <a:lnTo>
                    <a:pt x="5870" y="5870"/>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5"/>
            <p:cNvSpPr/>
            <p:nvPr/>
          </p:nvSpPr>
          <p:spPr>
            <a:xfrm>
              <a:off x="7124239" y="289672"/>
              <a:ext cx="208812" cy="208812"/>
            </a:xfrm>
            <a:custGeom>
              <a:avLst/>
              <a:gdLst/>
              <a:ahLst/>
              <a:cxnLst/>
              <a:rect l="l" t="t" r="r" b="b"/>
              <a:pathLst>
                <a:path w="5335" h="5335" fill="none" extrusionOk="0">
                  <a:moveTo>
                    <a:pt x="5334" y="2667"/>
                  </a:moveTo>
                  <a:cubicBezTo>
                    <a:pt x="5334" y="4144"/>
                    <a:pt x="4144" y="5334"/>
                    <a:pt x="2667" y="5334"/>
                  </a:cubicBezTo>
                  <a:cubicBezTo>
                    <a:pt x="1191" y="5334"/>
                    <a:pt x="0" y="4144"/>
                    <a:pt x="0" y="2667"/>
                  </a:cubicBezTo>
                  <a:cubicBezTo>
                    <a:pt x="0" y="1191"/>
                    <a:pt x="1191" y="0"/>
                    <a:pt x="2667" y="0"/>
                  </a:cubicBezTo>
                  <a:lnTo>
                    <a:pt x="2667" y="266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5"/>
            <p:cNvSpPr/>
            <p:nvPr/>
          </p:nvSpPr>
          <p:spPr>
            <a:xfrm>
              <a:off x="7182010" y="347443"/>
              <a:ext cx="93231" cy="93271"/>
            </a:xfrm>
            <a:custGeom>
              <a:avLst/>
              <a:gdLst/>
              <a:ahLst/>
              <a:cxnLst/>
              <a:rect l="l" t="t" r="r" b="b"/>
              <a:pathLst>
                <a:path w="2382" h="2383" fill="none" extrusionOk="0">
                  <a:moveTo>
                    <a:pt x="2382" y="1191"/>
                  </a:moveTo>
                  <a:cubicBezTo>
                    <a:pt x="2382" y="537"/>
                    <a:pt x="1846" y="1"/>
                    <a:pt x="1191" y="1"/>
                  </a:cubicBezTo>
                  <a:cubicBezTo>
                    <a:pt x="536" y="1"/>
                    <a:pt x="1" y="537"/>
                    <a:pt x="1" y="1191"/>
                  </a:cubicBezTo>
                  <a:cubicBezTo>
                    <a:pt x="1" y="1846"/>
                    <a:pt x="536" y="2382"/>
                    <a:pt x="1191" y="2382"/>
                  </a:cubicBezTo>
                  <a:cubicBezTo>
                    <a:pt x="1846" y="2382"/>
                    <a:pt x="2382" y="1846"/>
                    <a:pt x="2382" y="1191"/>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7" name="Google Shape;687;p35"/>
          <p:cNvGrpSpPr/>
          <p:nvPr/>
        </p:nvGrpSpPr>
        <p:grpSpPr>
          <a:xfrm>
            <a:off x="3790627" y="290805"/>
            <a:ext cx="1562747" cy="497391"/>
            <a:chOff x="2376988" y="575316"/>
            <a:chExt cx="976778" cy="310889"/>
          </a:xfrm>
        </p:grpSpPr>
        <p:sp>
          <p:nvSpPr>
            <p:cNvPr id="688" name="Google Shape;688;p35"/>
            <p:cNvSpPr/>
            <p:nvPr/>
          </p:nvSpPr>
          <p:spPr>
            <a:xfrm>
              <a:off x="2401685" y="575316"/>
              <a:ext cx="444591" cy="136599"/>
            </a:xfrm>
            <a:custGeom>
              <a:avLst/>
              <a:gdLst/>
              <a:ahLst/>
              <a:cxnLst/>
              <a:rect l="l" t="t" r="r" b="b"/>
              <a:pathLst>
                <a:path w="11359" h="3490" extrusionOk="0">
                  <a:moveTo>
                    <a:pt x="5763" y="1"/>
                  </a:moveTo>
                  <a:lnTo>
                    <a:pt x="5763" y="144"/>
                  </a:lnTo>
                  <a:lnTo>
                    <a:pt x="5811" y="144"/>
                  </a:lnTo>
                  <a:cubicBezTo>
                    <a:pt x="5942" y="144"/>
                    <a:pt x="6073" y="144"/>
                    <a:pt x="6215" y="156"/>
                  </a:cubicBezTo>
                  <a:lnTo>
                    <a:pt x="6227" y="13"/>
                  </a:lnTo>
                  <a:cubicBezTo>
                    <a:pt x="6073" y="1"/>
                    <a:pt x="5942" y="1"/>
                    <a:pt x="5811" y="1"/>
                  </a:cubicBezTo>
                  <a:close/>
                  <a:moveTo>
                    <a:pt x="5322" y="13"/>
                  </a:moveTo>
                  <a:lnTo>
                    <a:pt x="4870" y="60"/>
                  </a:lnTo>
                  <a:lnTo>
                    <a:pt x="4882" y="203"/>
                  </a:lnTo>
                  <a:cubicBezTo>
                    <a:pt x="5037" y="191"/>
                    <a:pt x="5180" y="180"/>
                    <a:pt x="5322" y="156"/>
                  </a:cubicBezTo>
                  <a:lnTo>
                    <a:pt x="5322" y="13"/>
                  </a:lnTo>
                  <a:close/>
                  <a:moveTo>
                    <a:pt x="6668" y="60"/>
                  </a:moveTo>
                  <a:lnTo>
                    <a:pt x="6656" y="203"/>
                  </a:lnTo>
                  <a:cubicBezTo>
                    <a:pt x="6811" y="215"/>
                    <a:pt x="6954" y="251"/>
                    <a:pt x="7085" y="275"/>
                  </a:cubicBezTo>
                  <a:lnTo>
                    <a:pt x="7120" y="132"/>
                  </a:lnTo>
                  <a:cubicBezTo>
                    <a:pt x="6965" y="96"/>
                    <a:pt x="6823" y="72"/>
                    <a:pt x="6668" y="60"/>
                  </a:cubicBezTo>
                  <a:close/>
                  <a:moveTo>
                    <a:pt x="4429" y="144"/>
                  </a:moveTo>
                  <a:cubicBezTo>
                    <a:pt x="4275" y="180"/>
                    <a:pt x="4132" y="215"/>
                    <a:pt x="3977" y="251"/>
                  </a:cubicBezTo>
                  <a:lnTo>
                    <a:pt x="4025" y="394"/>
                  </a:lnTo>
                  <a:cubicBezTo>
                    <a:pt x="4156" y="346"/>
                    <a:pt x="4310" y="322"/>
                    <a:pt x="4453" y="299"/>
                  </a:cubicBezTo>
                  <a:lnTo>
                    <a:pt x="4429" y="144"/>
                  </a:lnTo>
                  <a:close/>
                  <a:moveTo>
                    <a:pt x="7549" y="239"/>
                  </a:moveTo>
                  <a:lnTo>
                    <a:pt x="7501" y="382"/>
                  </a:lnTo>
                  <a:cubicBezTo>
                    <a:pt x="7656" y="430"/>
                    <a:pt x="7787" y="477"/>
                    <a:pt x="7918" y="513"/>
                  </a:cubicBezTo>
                  <a:lnTo>
                    <a:pt x="7966" y="382"/>
                  </a:lnTo>
                  <a:cubicBezTo>
                    <a:pt x="7847" y="311"/>
                    <a:pt x="7704" y="263"/>
                    <a:pt x="7549" y="239"/>
                  </a:cubicBezTo>
                  <a:close/>
                  <a:moveTo>
                    <a:pt x="3560" y="394"/>
                  </a:moveTo>
                  <a:cubicBezTo>
                    <a:pt x="3417" y="441"/>
                    <a:pt x="3275" y="501"/>
                    <a:pt x="3144" y="561"/>
                  </a:cubicBezTo>
                  <a:lnTo>
                    <a:pt x="3203" y="692"/>
                  </a:lnTo>
                  <a:cubicBezTo>
                    <a:pt x="3334" y="632"/>
                    <a:pt x="3477" y="572"/>
                    <a:pt x="3620" y="537"/>
                  </a:cubicBezTo>
                  <a:lnTo>
                    <a:pt x="3560" y="394"/>
                  </a:lnTo>
                  <a:close/>
                  <a:moveTo>
                    <a:pt x="8394" y="537"/>
                  </a:moveTo>
                  <a:lnTo>
                    <a:pt x="8335" y="668"/>
                  </a:lnTo>
                  <a:cubicBezTo>
                    <a:pt x="8478" y="727"/>
                    <a:pt x="8609" y="787"/>
                    <a:pt x="8740" y="858"/>
                  </a:cubicBezTo>
                  <a:lnTo>
                    <a:pt x="8799" y="727"/>
                  </a:lnTo>
                  <a:cubicBezTo>
                    <a:pt x="8680" y="656"/>
                    <a:pt x="8549" y="596"/>
                    <a:pt x="8394" y="537"/>
                  </a:cubicBezTo>
                  <a:close/>
                  <a:moveTo>
                    <a:pt x="2727" y="751"/>
                  </a:moveTo>
                  <a:cubicBezTo>
                    <a:pt x="2596" y="834"/>
                    <a:pt x="2465" y="906"/>
                    <a:pt x="2346" y="977"/>
                  </a:cubicBezTo>
                  <a:lnTo>
                    <a:pt x="2417" y="1108"/>
                  </a:lnTo>
                  <a:cubicBezTo>
                    <a:pt x="2548" y="1037"/>
                    <a:pt x="2667" y="965"/>
                    <a:pt x="2798" y="894"/>
                  </a:cubicBezTo>
                  <a:lnTo>
                    <a:pt x="2727" y="751"/>
                  </a:lnTo>
                  <a:close/>
                  <a:moveTo>
                    <a:pt x="9204" y="930"/>
                  </a:moveTo>
                  <a:lnTo>
                    <a:pt x="9132" y="1073"/>
                  </a:lnTo>
                  <a:cubicBezTo>
                    <a:pt x="9251" y="1144"/>
                    <a:pt x="9382" y="1215"/>
                    <a:pt x="9502" y="1311"/>
                  </a:cubicBezTo>
                  <a:lnTo>
                    <a:pt x="9585" y="1192"/>
                  </a:lnTo>
                  <a:cubicBezTo>
                    <a:pt x="9466" y="1096"/>
                    <a:pt x="9335" y="1013"/>
                    <a:pt x="9204" y="930"/>
                  </a:cubicBezTo>
                  <a:close/>
                  <a:moveTo>
                    <a:pt x="1965" y="1227"/>
                  </a:moveTo>
                  <a:cubicBezTo>
                    <a:pt x="1846" y="1323"/>
                    <a:pt x="1727" y="1406"/>
                    <a:pt x="1608" y="1513"/>
                  </a:cubicBezTo>
                  <a:lnTo>
                    <a:pt x="1703" y="1632"/>
                  </a:lnTo>
                  <a:cubicBezTo>
                    <a:pt x="1822" y="1549"/>
                    <a:pt x="1929" y="1454"/>
                    <a:pt x="2060" y="1370"/>
                  </a:cubicBezTo>
                  <a:lnTo>
                    <a:pt x="1965" y="1227"/>
                  </a:lnTo>
                  <a:close/>
                  <a:moveTo>
                    <a:pt x="9942" y="1454"/>
                  </a:moveTo>
                  <a:lnTo>
                    <a:pt x="9859" y="1573"/>
                  </a:lnTo>
                  <a:cubicBezTo>
                    <a:pt x="9978" y="1668"/>
                    <a:pt x="10085" y="1763"/>
                    <a:pt x="10180" y="1858"/>
                  </a:cubicBezTo>
                  <a:lnTo>
                    <a:pt x="10287" y="1751"/>
                  </a:lnTo>
                  <a:cubicBezTo>
                    <a:pt x="10180" y="1644"/>
                    <a:pt x="10061" y="1549"/>
                    <a:pt x="9942" y="1454"/>
                  </a:cubicBezTo>
                  <a:close/>
                  <a:moveTo>
                    <a:pt x="1274" y="1811"/>
                  </a:moveTo>
                  <a:cubicBezTo>
                    <a:pt x="1167" y="1918"/>
                    <a:pt x="1048" y="2025"/>
                    <a:pt x="953" y="2132"/>
                  </a:cubicBezTo>
                  <a:lnTo>
                    <a:pt x="1060" y="2239"/>
                  </a:lnTo>
                  <a:lnTo>
                    <a:pt x="1370" y="1930"/>
                  </a:lnTo>
                  <a:lnTo>
                    <a:pt x="1274" y="1811"/>
                  </a:lnTo>
                  <a:close/>
                  <a:moveTo>
                    <a:pt x="10621" y="2061"/>
                  </a:moveTo>
                  <a:lnTo>
                    <a:pt x="10514" y="2168"/>
                  </a:lnTo>
                  <a:cubicBezTo>
                    <a:pt x="10621" y="2275"/>
                    <a:pt x="10704" y="2394"/>
                    <a:pt x="10811" y="2501"/>
                  </a:cubicBezTo>
                  <a:lnTo>
                    <a:pt x="10930" y="2406"/>
                  </a:lnTo>
                  <a:cubicBezTo>
                    <a:pt x="10811" y="2287"/>
                    <a:pt x="10716" y="2180"/>
                    <a:pt x="10621" y="2061"/>
                  </a:cubicBezTo>
                  <a:close/>
                  <a:moveTo>
                    <a:pt x="655" y="2466"/>
                  </a:moveTo>
                  <a:lnTo>
                    <a:pt x="393" y="2823"/>
                  </a:lnTo>
                  <a:lnTo>
                    <a:pt x="512" y="2918"/>
                  </a:lnTo>
                  <a:lnTo>
                    <a:pt x="774" y="2561"/>
                  </a:lnTo>
                  <a:lnTo>
                    <a:pt x="655" y="2466"/>
                  </a:lnTo>
                  <a:close/>
                  <a:moveTo>
                    <a:pt x="11192" y="2763"/>
                  </a:moveTo>
                  <a:lnTo>
                    <a:pt x="11073" y="2858"/>
                  </a:lnTo>
                  <a:cubicBezTo>
                    <a:pt x="11097" y="2882"/>
                    <a:pt x="11121" y="2918"/>
                    <a:pt x="11133" y="2942"/>
                  </a:cubicBezTo>
                  <a:cubicBezTo>
                    <a:pt x="11168" y="2989"/>
                    <a:pt x="11192" y="3025"/>
                    <a:pt x="11228" y="3061"/>
                  </a:cubicBezTo>
                  <a:cubicBezTo>
                    <a:pt x="11276" y="3037"/>
                    <a:pt x="11311" y="3001"/>
                    <a:pt x="11359" y="2989"/>
                  </a:cubicBezTo>
                  <a:cubicBezTo>
                    <a:pt x="11299" y="2942"/>
                    <a:pt x="11276" y="2894"/>
                    <a:pt x="11252" y="2858"/>
                  </a:cubicBezTo>
                  <a:cubicBezTo>
                    <a:pt x="11240" y="2823"/>
                    <a:pt x="11216" y="2799"/>
                    <a:pt x="11192" y="2763"/>
                  </a:cubicBezTo>
                  <a:close/>
                  <a:moveTo>
                    <a:pt x="143" y="3216"/>
                  </a:moveTo>
                  <a:cubicBezTo>
                    <a:pt x="119" y="3239"/>
                    <a:pt x="96" y="3287"/>
                    <a:pt x="84" y="3311"/>
                  </a:cubicBezTo>
                  <a:cubicBezTo>
                    <a:pt x="48" y="3359"/>
                    <a:pt x="24" y="3406"/>
                    <a:pt x="0" y="3454"/>
                  </a:cubicBezTo>
                  <a:cubicBezTo>
                    <a:pt x="60" y="3454"/>
                    <a:pt x="107" y="3466"/>
                    <a:pt x="155" y="3489"/>
                  </a:cubicBezTo>
                  <a:cubicBezTo>
                    <a:pt x="179" y="3454"/>
                    <a:pt x="203" y="3406"/>
                    <a:pt x="227" y="3359"/>
                  </a:cubicBezTo>
                  <a:cubicBezTo>
                    <a:pt x="238" y="3335"/>
                    <a:pt x="262" y="3299"/>
                    <a:pt x="274" y="3287"/>
                  </a:cubicBezTo>
                  <a:lnTo>
                    <a:pt x="143" y="321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5"/>
            <p:cNvSpPr/>
            <p:nvPr/>
          </p:nvSpPr>
          <p:spPr>
            <a:xfrm>
              <a:off x="2877001" y="741700"/>
              <a:ext cx="451128" cy="144505"/>
            </a:xfrm>
            <a:custGeom>
              <a:avLst/>
              <a:gdLst/>
              <a:ahLst/>
              <a:cxnLst/>
              <a:rect l="l" t="t" r="r" b="b"/>
              <a:pathLst>
                <a:path w="11526" h="3692" extrusionOk="0">
                  <a:moveTo>
                    <a:pt x="11347" y="0"/>
                  </a:moveTo>
                  <a:cubicBezTo>
                    <a:pt x="11324" y="48"/>
                    <a:pt x="11312" y="84"/>
                    <a:pt x="11288" y="131"/>
                  </a:cubicBezTo>
                  <a:cubicBezTo>
                    <a:pt x="10169" y="2203"/>
                    <a:pt x="7978" y="3525"/>
                    <a:pt x="5597" y="3525"/>
                  </a:cubicBezTo>
                  <a:cubicBezTo>
                    <a:pt x="3406" y="3525"/>
                    <a:pt x="1382" y="2429"/>
                    <a:pt x="215" y="632"/>
                  </a:cubicBezTo>
                  <a:cubicBezTo>
                    <a:pt x="179" y="596"/>
                    <a:pt x="167" y="548"/>
                    <a:pt x="132" y="501"/>
                  </a:cubicBezTo>
                  <a:cubicBezTo>
                    <a:pt x="96" y="524"/>
                    <a:pt x="48" y="548"/>
                    <a:pt x="1" y="560"/>
                  </a:cubicBezTo>
                  <a:lnTo>
                    <a:pt x="96" y="703"/>
                  </a:lnTo>
                  <a:cubicBezTo>
                    <a:pt x="1298" y="2548"/>
                    <a:pt x="3370" y="3691"/>
                    <a:pt x="5609" y="3691"/>
                  </a:cubicBezTo>
                  <a:cubicBezTo>
                    <a:pt x="8073" y="3691"/>
                    <a:pt x="10300" y="2334"/>
                    <a:pt x="11443" y="191"/>
                  </a:cubicBezTo>
                  <a:cubicBezTo>
                    <a:pt x="11478" y="155"/>
                    <a:pt x="11502" y="108"/>
                    <a:pt x="11526" y="60"/>
                  </a:cubicBezTo>
                  <a:cubicBezTo>
                    <a:pt x="11466" y="48"/>
                    <a:pt x="11419" y="36"/>
                    <a:pt x="11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5"/>
            <p:cNvSpPr/>
            <p:nvPr/>
          </p:nvSpPr>
          <p:spPr>
            <a:xfrm>
              <a:off x="2818291" y="681581"/>
              <a:ext cx="90922" cy="90922"/>
            </a:xfrm>
            <a:custGeom>
              <a:avLst/>
              <a:gdLst/>
              <a:ahLst/>
              <a:cxnLst/>
              <a:rect l="l" t="t" r="r" b="b"/>
              <a:pathLst>
                <a:path w="2323" h="2323" extrusionOk="0">
                  <a:moveTo>
                    <a:pt x="1132" y="167"/>
                  </a:moveTo>
                  <a:cubicBezTo>
                    <a:pt x="1679" y="167"/>
                    <a:pt x="2144" y="620"/>
                    <a:pt x="2144" y="1179"/>
                  </a:cubicBezTo>
                  <a:cubicBezTo>
                    <a:pt x="2144" y="1536"/>
                    <a:pt x="1953" y="1870"/>
                    <a:pt x="1644" y="2048"/>
                  </a:cubicBezTo>
                  <a:cubicBezTo>
                    <a:pt x="1596" y="2072"/>
                    <a:pt x="1548" y="2084"/>
                    <a:pt x="1501" y="2108"/>
                  </a:cubicBezTo>
                  <a:cubicBezTo>
                    <a:pt x="1382" y="2144"/>
                    <a:pt x="1263" y="2179"/>
                    <a:pt x="1132" y="2179"/>
                  </a:cubicBezTo>
                  <a:cubicBezTo>
                    <a:pt x="584" y="2179"/>
                    <a:pt x="120" y="1727"/>
                    <a:pt x="120" y="1167"/>
                  </a:cubicBezTo>
                  <a:cubicBezTo>
                    <a:pt x="120" y="822"/>
                    <a:pt x="286" y="524"/>
                    <a:pt x="548" y="346"/>
                  </a:cubicBezTo>
                  <a:cubicBezTo>
                    <a:pt x="596" y="322"/>
                    <a:pt x="643" y="286"/>
                    <a:pt x="691" y="274"/>
                  </a:cubicBezTo>
                  <a:cubicBezTo>
                    <a:pt x="822" y="203"/>
                    <a:pt x="989" y="167"/>
                    <a:pt x="1132" y="167"/>
                  </a:cubicBezTo>
                  <a:close/>
                  <a:moveTo>
                    <a:pt x="1144" y="1"/>
                  </a:moveTo>
                  <a:cubicBezTo>
                    <a:pt x="953" y="1"/>
                    <a:pt x="774" y="48"/>
                    <a:pt x="608" y="143"/>
                  </a:cubicBezTo>
                  <a:cubicBezTo>
                    <a:pt x="572" y="167"/>
                    <a:pt x="524" y="179"/>
                    <a:pt x="489" y="215"/>
                  </a:cubicBezTo>
                  <a:cubicBezTo>
                    <a:pt x="191" y="417"/>
                    <a:pt x="1" y="763"/>
                    <a:pt x="1" y="1167"/>
                  </a:cubicBezTo>
                  <a:cubicBezTo>
                    <a:pt x="1" y="1810"/>
                    <a:pt x="524" y="2322"/>
                    <a:pt x="1167" y="2322"/>
                  </a:cubicBezTo>
                  <a:cubicBezTo>
                    <a:pt x="1322" y="2322"/>
                    <a:pt x="1477" y="2298"/>
                    <a:pt x="1608" y="2239"/>
                  </a:cubicBezTo>
                  <a:cubicBezTo>
                    <a:pt x="1655" y="2227"/>
                    <a:pt x="1703" y="2191"/>
                    <a:pt x="1739" y="2168"/>
                  </a:cubicBezTo>
                  <a:cubicBezTo>
                    <a:pt x="2084" y="1953"/>
                    <a:pt x="2322" y="1584"/>
                    <a:pt x="2322" y="1167"/>
                  </a:cubicBezTo>
                  <a:cubicBezTo>
                    <a:pt x="2298" y="524"/>
                    <a:pt x="1786" y="1"/>
                    <a:pt x="1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5"/>
            <p:cNvSpPr/>
            <p:nvPr/>
          </p:nvSpPr>
          <p:spPr>
            <a:xfrm>
              <a:off x="2376988" y="704400"/>
              <a:ext cx="45716" cy="45716"/>
            </a:xfrm>
            <a:custGeom>
              <a:avLst/>
              <a:gdLst/>
              <a:ahLst/>
              <a:cxnLst/>
              <a:rect l="l" t="t" r="r" b="b"/>
              <a:pathLst>
                <a:path w="1168" h="1168" extrusionOk="0">
                  <a:moveTo>
                    <a:pt x="619" y="156"/>
                  </a:moveTo>
                  <a:cubicBezTo>
                    <a:pt x="667" y="156"/>
                    <a:pt x="727" y="168"/>
                    <a:pt x="774" y="191"/>
                  </a:cubicBezTo>
                  <a:cubicBezTo>
                    <a:pt x="917" y="275"/>
                    <a:pt x="1012" y="418"/>
                    <a:pt x="1012" y="584"/>
                  </a:cubicBezTo>
                  <a:cubicBezTo>
                    <a:pt x="1024" y="823"/>
                    <a:pt x="834" y="1013"/>
                    <a:pt x="572" y="1013"/>
                  </a:cubicBezTo>
                  <a:cubicBezTo>
                    <a:pt x="334" y="1013"/>
                    <a:pt x="143" y="823"/>
                    <a:pt x="143" y="584"/>
                  </a:cubicBezTo>
                  <a:cubicBezTo>
                    <a:pt x="143" y="346"/>
                    <a:pt x="334" y="156"/>
                    <a:pt x="572" y="156"/>
                  </a:cubicBezTo>
                  <a:close/>
                  <a:moveTo>
                    <a:pt x="572" y="1"/>
                  </a:moveTo>
                  <a:cubicBezTo>
                    <a:pt x="250" y="1"/>
                    <a:pt x="0" y="275"/>
                    <a:pt x="0" y="584"/>
                  </a:cubicBezTo>
                  <a:cubicBezTo>
                    <a:pt x="0" y="906"/>
                    <a:pt x="262" y="1168"/>
                    <a:pt x="572" y="1168"/>
                  </a:cubicBezTo>
                  <a:cubicBezTo>
                    <a:pt x="905" y="1168"/>
                    <a:pt x="1155" y="894"/>
                    <a:pt x="1155" y="584"/>
                  </a:cubicBezTo>
                  <a:cubicBezTo>
                    <a:pt x="1167" y="358"/>
                    <a:pt x="1036" y="168"/>
                    <a:pt x="858" y="61"/>
                  </a:cubicBezTo>
                  <a:cubicBezTo>
                    <a:pt x="810" y="37"/>
                    <a:pt x="774" y="13"/>
                    <a:pt x="715" y="13"/>
                  </a:cubicBezTo>
                  <a:cubicBezTo>
                    <a:pt x="667" y="1"/>
                    <a:pt x="619" y="1"/>
                    <a:pt x="5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5"/>
            <p:cNvSpPr/>
            <p:nvPr/>
          </p:nvSpPr>
          <p:spPr>
            <a:xfrm>
              <a:off x="3308050" y="704400"/>
              <a:ext cx="45716" cy="45716"/>
            </a:xfrm>
            <a:custGeom>
              <a:avLst/>
              <a:gdLst/>
              <a:ahLst/>
              <a:cxnLst/>
              <a:rect l="l" t="t" r="r" b="b"/>
              <a:pathLst>
                <a:path w="1168" h="1168" extrusionOk="0">
                  <a:moveTo>
                    <a:pt x="584" y="132"/>
                  </a:moveTo>
                  <a:cubicBezTo>
                    <a:pt x="823" y="132"/>
                    <a:pt x="1013" y="334"/>
                    <a:pt x="1013" y="572"/>
                  </a:cubicBezTo>
                  <a:cubicBezTo>
                    <a:pt x="1013" y="823"/>
                    <a:pt x="823" y="1013"/>
                    <a:pt x="584" y="1013"/>
                  </a:cubicBezTo>
                  <a:cubicBezTo>
                    <a:pt x="549" y="1013"/>
                    <a:pt x="525" y="1013"/>
                    <a:pt x="513" y="1001"/>
                  </a:cubicBezTo>
                  <a:cubicBezTo>
                    <a:pt x="465" y="989"/>
                    <a:pt x="406" y="965"/>
                    <a:pt x="358" y="942"/>
                  </a:cubicBezTo>
                  <a:cubicBezTo>
                    <a:pt x="227" y="870"/>
                    <a:pt x="156" y="715"/>
                    <a:pt x="156" y="572"/>
                  </a:cubicBezTo>
                  <a:cubicBezTo>
                    <a:pt x="156" y="334"/>
                    <a:pt x="346" y="132"/>
                    <a:pt x="584" y="132"/>
                  </a:cubicBezTo>
                  <a:close/>
                  <a:moveTo>
                    <a:pt x="584" y="1"/>
                  </a:moveTo>
                  <a:cubicBezTo>
                    <a:pt x="251" y="1"/>
                    <a:pt x="1" y="275"/>
                    <a:pt x="1" y="584"/>
                  </a:cubicBezTo>
                  <a:cubicBezTo>
                    <a:pt x="1" y="811"/>
                    <a:pt x="120" y="989"/>
                    <a:pt x="299" y="1084"/>
                  </a:cubicBezTo>
                  <a:cubicBezTo>
                    <a:pt x="346" y="1120"/>
                    <a:pt x="394" y="1132"/>
                    <a:pt x="430" y="1144"/>
                  </a:cubicBezTo>
                  <a:cubicBezTo>
                    <a:pt x="477" y="1168"/>
                    <a:pt x="537" y="1168"/>
                    <a:pt x="584" y="1168"/>
                  </a:cubicBezTo>
                  <a:cubicBezTo>
                    <a:pt x="918" y="1168"/>
                    <a:pt x="1168" y="894"/>
                    <a:pt x="1168" y="584"/>
                  </a:cubicBezTo>
                  <a:cubicBezTo>
                    <a:pt x="1168" y="251"/>
                    <a:pt x="918"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5"/>
            <p:cNvSpPr/>
            <p:nvPr/>
          </p:nvSpPr>
          <p:spPr>
            <a:xfrm>
              <a:off x="2843458" y="707218"/>
              <a:ext cx="39649" cy="39649"/>
            </a:xfrm>
            <a:custGeom>
              <a:avLst/>
              <a:gdLst/>
              <a:ahLst/>
              <a:cxnLst/>
              <a:rect l="l" t="t" r="r" b="b"/>
              <a:pathLst>
                <a:path w="1013" h="1013" extrusionOk="0">
                  <a:moveTo>
                    <a:pt x="501" y="0"/>
                  </a:moveTo>
                  <a:cubicBezTo>
                    <a:pt x="227" y="0"/>
                    <a:pt x="0" y="227"/>
                    <a:pt x="0" y="512"/>
                  </a:cubicBezTo>
                  <a:cubicBezTo>
                    <a:pt x="0" y="798"/>
                    <a:pt x="227" y="1012"/>
                    <a:pt x="501" y="1012"/>
                  </a:cubicBezTo>
                  <a:cubicBezTo>
                    <a:pt x="786" y="1012"/>
                    <a:pt x="1012" y="798"/>
                    <a:pt x="1012" y="512"/>
                  </a:cubicBezTo>
                  <a:cubicBezTo>
                    <a:pt x="1012" y="227"/>
                    <a:pt x="786" y="0"/>
                    <a:pt x="5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4" name="Google Shape;694;p35"/>
          <p:cNvSpPr/>
          <p:nvPr/>
        </p:nvSpPr>
        <p:spPr>
          <a:xfrm>
            <a:off x="1384346" y="1000629"/>
            <a:ext cx="172921" cy="179457"/>
          </a:xfrm>
          <a:custGeom>
            <a:avLst/>
            <a:gdLst/>
            <a:ahLst/>
            <a:cxnLst/>
            <a:rect l="l" t="t" r="r" b="b"/>
            <a:pathLst>
              <a:path w="4418" h="4585" extrusionOk="0">
                <a:moveTo>
                  <a:pt x="1" y="0"/>
                </a:moveTo>
                <a:lnTo>
                  <a:pt x="1632" y="4584"/>
                </a:lnTo>
                <a:lnTo>
                  <a:pt x="2453" y="2727"/>
                </a:lnTo>
                <a:lnTo>
                  <a:pt x="4418" y="2167"/>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Agenda</a:t>
            </a:r>
            <a:endParaRPr b="0" dirty="0">
              <a:latin typeface="Lexend Deca Light"/>
              <a:ea typeface="Lexend Deca Light"/>
              <a:cs typeface="Lexend Deca Light"/>
              <a:sym typeface="Lexend Deca Light"/>
            </a:endParaRPr>
          </a:p>
        </p:txBody>
      </p:sp>
      <p:sp>
        <p:nvSpPr>
          <p:cNvPr id="709" name="Google Shape;709;p37"/>
          <p:cNvSpPr txBox="1">
            <a:spLocks noGrp="1"/>
          </p:cNvSpPr>
          <p:nvPr>
            <p:ph type="subTitle" idx="3"/>
          </p:nvPr>
        </p:nvSpPr>
        <p:spPr>
          <a:xfrm>
            <a:off x="720000" y="3144877"/>
            <a:ext cx="2361600" cy="572700"/>
          </a:xfrm>
          <a:prstGeom prst="rect">
            <a:avLst/>
          </a:prstGeom>
        </p:spPr>
        <p:txBody>
          <a:bodyPr spcFirstLastPara="1" wrap="square" lIns="91425" tIns="91425" rIns="91425" bIns="91425" anchor="t" anchorCtr="0">
            <a:noAutofit/>
          </a:bodyPr>
          <a:lstStyle/>
          <a:p>
            <a:pPr marL="0" lvl="0" indent="0"/>
            <a:r>
              <a:rPr lang="de-DE" sz="1200" dirty="0"/>
              <a:t>Wie fragt man Graph Daten ab?</a:t>
            </a:r>
            <a:endParaRPr sz="1200" dirty="0">
              <a:solidFill>
                <a:srgbClr val="666666"/>
              </a:solidFill>
            </a:endParaRPr>
          </a:p>
        </p:txBody>
      </p:sp>
      <p:sp>
        <p:nvSpPr>
          <p:cNvPr id="710" name="Google Shape;710;p37"/>
          <p:cNvSpPr txBox="1">
            <a:spLocks noGrp="1"/>
          </p:cNvSpPr>
          <p:nvPr>
            <p:ph type="subTitle" idx="1"/>
          </p:nvPr>
        </p:nvSpPr>
        <p:spPr>
          <a:xfrm>
            <a:off x="720000" y="1722683"/>
            <a:ext cx="2361600" cy="572700"/>
          </a:xfrm>
          <a:prstGeom prst="rect">
            <a:avLst/>
          </a:prstGeom>
        </p:spPr>
        <p:txBody>
          <a:bodyPr spcFirstLastPara="1" wrap="square" lIns="91425" tIns="91425" rIns="91425" bIns="91425" anchor="t" anchorCtr="0">
            <a:noAutofit/>
          </a:bodyPr>
          <a:lstStyle/>
          <a:p>
            <a:pPr marL="0" lvl="0" indent="0"/>
            <a:r>
              <a:rPr lang="de-DE" sz="1200" dirty="0"/>
              <a:t>Warum Graph Datenbanken?</a:t>
            </a:r>
            <a:endParaRPr sz="1200" dirty="0"/>
          </a:p>
        </p:txBody>
      </p:sp>
      <p:sp>
        <p:nvSpPr>
          <p:cNvPr id="711" name="Google Shape;711;p37"/>
          <p:cNvSpPr txBox="1">
            <a:spLocks noGrp="1"/>
          </p:cNvSpPr>
          <p:nvPr>
            <p:ph type="subTitle" idx="2"/>
          </p:nvPr>
        </p:nvSpPr>
        <p:spPr>
          <a:xfrm>
            <a:off x="3408620" y="1722683"/>
            <a:ext cx="2361600" cy="572700"/>
          </a:xfrm>
          <a:prstGeom prst="rect">
            <a:avLst/>
          </a:prstGeom>
        </p:spPr>
        <p:txBody>
          <a:bodyPr spcFirstLastPara="1" wrap="square" lIns="91425" tIns="91425" rIns="91425" bIns="91425" anchor="t" anchorCtr="0">
            <a:noAutofit/>
          </a:bodyPr>
          <a:lstStyle/>
          <a:p>
            <a:pPr marL="0" lvl="0" indent="0"/>
            <a:r>
              <a:rPr lang="de-DE" sz="1200" dirty="0"/>
              <a:t>Wie modelliert eine Graph Datenbank Daten?</a:t>
            </a:r>
            <a:endParaRPr sz="1200" dirty="0"/>
          </a:p>
        </p:txBody>
      </p:sp>
      <p:sp>
        <p:nvSpPr>
          <p:cNvPr id="712" name="Google Shape;712;p37"/>
          <p:cNvSpPr txBox="1">
            <a:spLocks noGrp="1"/>
          </p:cNvSpPr>
          <p:nvPr>
            <p:ph type="subTitle" idx="4"/>
          </p:nvPr>
        </p:nvSpPr>
        <p:spPr>
          <a:xfrm>
            <a:off x="3408620" y="3142358"/>
            <a:ext cx="2361600" cy="572700"/>
          </a:xfrm>
          <a:prstGeom prst="rect">
            <a:avLst/>
          </a:prstGeom>
        </p:spPr>
        <p:txBody>
          <a:bodyPr spcFirstLastPara="1" wrap="square" lIns="91425" tIns="91425" rIns="91425" bIns="91425" anchor="t" anchorCtr="0">
            <a:noAutofit/>
          </a:bodyPr>
          <a:lstStyle/>
          <a:p>
            <a:pPr marL="0" lvl="0" indent="0"/>
            <a:r>
              <a:rPr lang="de-DE" sz="1200" dirty="0"/>
              <a:t>Wie sind Graph Datenbanken technisch aufgebaut?</a:t>
            </a:r>
          </a:p>
        </p:txBody>
      </p:sp>
      <p:sp>
        <p:nvSpPr>
          <p:cNvPr id="713" name="Google Shape;713;p37"/>
          <p:cNvSpPr txBox="1">
            <a:spLocks noGrp="1"/>
          </p:cNvSpPr>
          <p:nvPr>
            <p:ph type="subTitle" idx="5"/>
          </p:nvPr>
        </p:nvSpPr>
        <p:spPr>
          <a:xfrm>
            <a:off x="6118547" y="1722683"/>
            <a:ext cx="2361600" cy="572700"/>
          </a:xfrm>
          <a:prstGeom prst="rect">
            <a:avLst/>
          </a:prstGeom>
        </p:spPr>
        <p:txBody>
          <a:bodyPr spcFirstLastPara="1" wrap="square" lIns="91425" tIns="91425" rIns="91425" bIns="91425" anchor="t" anchorCtr="0">
            <a:noAutofit/>
          </a:bodyPr>
          <a:lstStyle/>
          <a:p>
            <a:pPr marL="0" lvl="0" indent="0"/>
            <a:r>
              <a:rPr lang="de-DE" sz="1200" dirty="0"/>
              <a:t>Wie werden Graph Daten gespeichert?</a:t>
            </a:r>
          </a:p>
        </p:txBody>
      </p:sp>
      <p:sp>
        <p:nvSpPr>
          <p:cNvPr id="714" name="Google Shape;714;p37"/>
          <p:cNvSpPr txBox="1">
            <a:spLocks noGrp="1"/>
          </p:cNvSpPr>
          <p:nvPr>
            <p:ph type="subTitle" idx="6"/>
          </p:nvPr>
        </p:nvSpPr>
        <p:spPr>
          <a:xfrm>
            <a:off x="6118547" y="3401438"/>
            <a:ext cx="2361600" cy="572700"/>
          </a:xfrm>
          <a:prstGeom prst="rect">
            <a:avLst/>
          </a:prstGeom>
        </p:spPr>
        <p:txBody>
          <a:bodyPr spcFirstLastPara="1" wrap="square" lIns="91425" tIns="91425" rIns="91425" bIns="91425" anchor="t" anchorCtr="0">
            <a:noAutofit/>
          </a:bodyPr>
          <a:lstStyle/>
          <a:p>
            <a:pPr marL="0" lvl="0" indent="0"/>
            <a:r>
              <a:rPr lang="de-DE" sz="1200" dirty="0"/>
              <a:t>Wann ist ein Graph sinnvoll?</a:t>
            </a:r>
            <a:endParaRPr sz="1200" dirty="0"/>
          </a:p>
        </p:txBody>
      </p:sp>
      <p:sp>
        <p:nvSpPr>
          <p:cNvPr id="715" name="Google Shape;715;p37"/>
          <p:cNvSpPr txBox="1">
            <a:spLocks noGrp="1"/>
          </p:cNvSpPr>
          <p:nvPr>
            <p:ph type="title" idx="7"/>
          </p:nvPr>
        </p:nvSpPr>
        <p:spPr>
          <a:xfrm>
            <a:off x="796200" y="1200135"/>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716" name="Google Shape;716;p37"/>
          <p:cNvSpPr txBox="1">
            <a:spLocks noGrp="1"/>
          </p:cNvSpPr>
          <p:nvPr>
            <p:ph type="title" idx="8"/>
          </p:nvPr>
        </p:nvSpPr>
        <p:spPr>
          <a:xfrm>
            <a:off x="796200" y="2596948"/>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717" name="Google Shape;717;p37"/>
          <p:cNvSpPr txBox="1">
            <a:spLocks noGrp="1"/>
          </p:cNvSpPr>
          <p:nvPr>
            <p:ph type="title" idx="9"/>
          </p:nvPr>
        </p:nvSpPr>
        <p:spPr>
          <a:xfrm>
            <a:off x="3484820" y="1200135"/>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718" name="Google Shape;718;p37"/>
          <p:cNvSpPr txBox="1">
            <a:spLocks noGrp="1"/>
          </p:cNvSpPr>
          <p:nvPr>
            <p:ph type="title" idx="13"/>
          </p:nvPr>
        </p:nvSpPr>
        <p:spPr>
          <a:xfrm>
            <a:off x="3484820" y="2596948"/>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719" name="Google Shape;719;p37"/>
          <p:cNvSpPr txBox="1">
            <a:spLocks noGrp="1"/>
          </p:cNvSpPr>
          <p:nvPr>
            <p:ph type="title" idx="14"/>
          </p:nvPr>
        </p:nvSpPr>
        <p:spPr>
          <a:xfrm>
            <a:off x="6194749" y="1200135"/>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720" name="Google Shape;720;p37"/>
          <p:cNvSpPr txBox="1">
            <a:spLocks noGrp="1"/>
          </p:cNvSpPr>
          <p:nvPr>
            <p:ph type="title" idx="15"/>
          </p:nvPr>
        </p:nvSpPr>
        <p:spPr>
          <a:xfrm>
            <a:off x="6194749" y="2596948"/>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721" name="Google Shape;721;p37"/>
          <p:cNvSpPr txBox="1">
            <a:spLocks noGrp="1"/>
          </p:cNvSpPr>
          <p:nvPr>
            <p:ph type="subTitle" idx="16"/>
          </p:nvPr>
        </p:nvSpPr>
        <p:spPr>
          <a:xfrm>
            <a:off x="720000" y="1481654"/>
            <a:ext cx="2361600" cy="484800"/>
          </a:xfrm>
          <a:prstGeom prst="rect">
            <a:avLst/>
          </a:prstGeom>
        </p:spPr>
        <p:txBody>
          <a:bodyPr spcFirstLastPara="1" wrap="square" lIns="91425" tIns="91425" rIns="91425" bIns="91425" anchor="b" anchorCtr="0">
            <a:noAutofit/>
          </a:bodyPr>
          <a:lstStyle/>
          <a:p>
            <a:pPr marL="0" lvl="0" indent="0"/>
            <a:r>
              <a:rPr lang="de-DE" sz="1400" dirty="0"/>
              <a:t>Motivation</a:t>
            </a:r>
            <a:endParaRPr sz="1400" dirty="0"/>
          </a:p>
        </p:txBody>
      </p:sp>
      <p:sp>
        <p:nvSpPr>
          <p:cNvPr id="722" name="Google Shape;722;p37"/>
          <p:cNvSpPr txBox="1">
            <a:spLocks noGrp="1"/>
          </p:cNvSpPr>
          <p:nvPr>
            <p:ph type="subTitle" idx="17"/>
          </p:nvPr>
        </p:nvSpPr>
        <p:spPr>
          <a:xfrm>
            <a:off x="3408620" y="1481654"/>
            <a:ext cx="2361600" cy="484800"/>
          </a:xfrm>
          <a:prstGeom prst="rect">
            <a:avLst/>
          </a:prstGeom>
        </p:spPr>
        <p:txBody>
          <a:bodyPr spcFirstLastPara="1" wrap="square" lIns="91425" tIns="91425" rIns="91425" bIns="91425" anchor="b" anchorCtr="0">
            <a:noAutofit/>
          </a:bodyPr>
          <a:lstStyle/>
          <a:p>
            <a:pPr marL="0" lvl="0" indent="0"/>
            <a:r>
              <a:rPr lang="de-DE" sz="1400" dirty="0"/>
              <a:t>Modellkonzept</a:t>
            </a:r>
            <a:endParaRPr sz="1400" dirty="0"/>
          </a:p>
        </p:txBody>
      </p:sp>
      <p:sp>
        <p:nvSpPr>
          <p:cNvPr id="723" name="Google Shape;723;p37"/>
          <p:cNvSpPr txBox="1">
            <a:spLocks noGrp="1"/>
          </p:cNvSpPr>
          <p:nvPr>
            <p:ph type="subTitle" idx="18"/>
          </p:nvPr>
        </p:nvSpPr>
        <p:spPr>
          <a:xfrm>
            <a:off x="6118547" y="1481654"/>
            <a:ext cx="2361600" cy="484800"/>
          </a:xfrm>
          <a:prstGeom prst="rect">
            <a:avLst/>
          </a:prstGeom>
        </p:spPr>
        <p:txBody>
          <a:bodyPr spcFirstLastPara="1" wrap="square" lIns="91425" tIns="91425" rIns="91425" bIns="91425" anchor="b" anchorCtr="0">
            <a:noAutofit/>
          </a:bodyPr>
          <a:lstStyle/>
          <a:p>
            <a:pPr marL="0" lvl="0" indent="0"/>
            <a:r>
              <a:rPr lang="de-DE" sz="1400" dirty="0"/>
              <a:t>Datenstruktur</a:t>
            </a:r>
          </a:p>
        </p:txBody>
      </p:sp>
      <p:sp>
        <p:nvSpPr>
          <p:cNvPr id="724" name="Google Shape;724;p37"/>
          <p:cNvSpPr txBox="1">
            <a:spLocks noGrp="1"/>
          </p:cNvSpPr>
          <p:nvPr>
            <p:ph type="subTitle" idx="19"/>
          </p:nvPr>
        </p:nvSpPr>
        <p:spPr>
          <a:xfrm>
            <a:off x="720000" y="2885746"/>
            <a:ext cx="2361600" cy="484800"/>
          </a:xfrm>
          <a:prstGeom prst="rect">
            <a:avLst/>
          </a:prstGeom>
        </p:spPr>
        <p:txBody>
          <a:bodyPr spcFirstLastPara="1" wrap="square" lIns="91425" tIns="91425" rIns="91425" bIns="91425" anchor="b" anchorCtr="0">
            <a:noAutofit/>
          </a:bodyPr>
          <a:lstStyle/>
          <a:p>
            <a:pPr marL="0" lvl="0" indent="0"/>
            <a:r>
              <a:rPr lang="de-DE" sz="1400" dirty="0"/>
              <a:t>Abfragemodell  </a:t>
            </a:r>
            <a:endParaRPr sz="1400" dirty="0"/>
          </a:p>
        </p:txBody>
      </p:sp>
      <p:sp>
        <p:nvSpPr>
          <p:cNvPr id="725" name="Google Shape;725;p37"/>
          <p:cNvSpPr txBox="1">
            <a:spLocks noGrp="1"/>
          </p:cNvSpPr>
          <p:nvPr>
            <p:ph type="subTitle" idx="20"/>
          </p:nvPr>
        </p:nvSpPr>
        <p:spPr>
          <a:xfrm>
            <a:off x="3408620" y="2883227"/>
            <a:ext cx="2361600" cy="484800"/>
          </a:xfrm>
          <a:prstGeom prst="rect">
            <a:avLst/>
          </a:prstGeom>
        </p:spPr>
        <p:txBody>
          <a:bodyPr spcFirstLastPara="1" wrap="square" lIns="91425" tIns="91425" rIns="91425" bIns="91425" anchor="b" anchorCtr="0">
            <a:noAutofit/>
          </a:bodyPr>
          <a:lstStyle/>
          <a:p>
            <a:pPr marL="0" lvl="0" indent="0"/>
            <a:r>
              <a:rPr lang="de-DE" sz="1400" dirty="0"/>
              <a:t>Architekturüberblick </a:t>
            </a:r>
            <a:endParaRPr sz="1400" dirty="0"/>
          </a:p>
        </p:txBody>
      </p:sp>
      <p:sp>
        <p:nvSpPr>
          <p:cNvPr id="726" name="Google Shape;726;p37"/>
          <p:cNvSpPr txBox="1">
            <a:spLocks noGrp="1"/>
          </p:cNvSpPr>
          <p:nvPr>
            <p:ph type="subTitle" idx="21"/>
          </p:nvPr>
        </p:nvSpPr>
        <p:spPr>
          <a:xfrm>
            <a:off x="6118547" y="3142307"/>
            <a:ext cx="2361600" cy="484800"/>
          </a:xfrm>
          <a:prstGeom prst="rect">
            <a:avLst/>
          </a:prstGeom>
        </p:spPr>
        <p:txBody>
          <a:bodyPr spcFirstLastPara="1" wrap="square" lIns="91425" tIns="91425" rIns="91425" bIns="91425" anchor="b" anchorCtr="0">
            <a:noAutofit/>
          </a:bodyPr>
          <a:lstStyle/>
          <a:p>
            <a:pPr marL="0" lvl="0" indent="0"/>
            <a:r>
              <a:rPr lang="de-DE" sz="1400" dirty="0"/>
              <a:t>Vergleich zu relationalen Datenbanken</a:t>
            </a:r>
            <a:endParaRPr sz="1400" dirty="0"/>
          </a:p>
        </p:txBody>
      </p:sp>
      <p:sp>
        <p:nvSpPr>
          <p:cNvPr id="727" name="Google Shape;727;p37"/>
          <p:cNvSpPr/>
          <p:nvPr/>
        </p:nvSpPr>
        <p:spPr>
          <a:xfrm>
            <a:off x="283096" y="4792079"/>
            <a:ext cx="172921" cy="179457"/>
          </a:xfrm>
          <a:custGeom>
            <a:avLst/>
            <a:gdLst/>
            <a:ahLst/>
            <a:cxnLst/>
            <a:rect l="l" t="t" r="r" b="b"/>
            <a:pathLst>
              <a:path w="4418" h="4585" extrusionOk="0">
                <a:moveTo>
                  <a:pt x="1" y="0"/>
                </a:moveTo>
                <a:lnTo>
                  <a:pt x="1632" y="4584"/>
                </a:lnTo>
                <a:lnTo>
                  <a:pt x="2453" y="2727"/>
                </a:lnTo>
                <a:lnTo>
                  <a:pt x="4418" y="2167"/>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709;p37">
            <a:extLst>
              <a:ext uri="{FF2B5EF4-FFF2-40B4-BE49-F238E27FC236}">
                <a16:creationId xmlns:a16="http://schemas.microsoft.com/office/drawing/2014/main" id="{2E8438EE-5992-57CD-0BA9-37589A57BC29}"/>
              </a:ext>
            </a:extLst>
          </p:cNvPr>
          <p:cNvSpPr txBox="1">
            <a:spLocks/>
          </p:cNvSpPr>
          <p:nvPr/>
        </p:nvSpPr>
        <p:spPr>
          <a:xfrm>
            <a:off x="722928" y="4522661"/>
            <a:ext cx="2361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9pPr>
          </a:lstStyle>
          <a:p>
            <a:pPr marL="0" indent="0"/>
            <a:endParaRPr lang="de-DE" sz="1200" dirty="0">
              <a:solidFill>
                <a:srgbClr val="666666"/>
              </a:solidFill>
            </a:endParaRPr>
          </a:p>
        </p:txBody>
      </p:sp>
      <p:sp>
        <p:nvSpPr>
          <p:cNvPr id="3" name="Google Shape;712;p37">
            <a:extLst>
              <a:ext uri="{FF2B5EF4-FFF2-40B4-BE49-F238E27FC236}">
                <a16:creationId xmlns:a16="http://schemas.microsoft.com/office/drawing/2014/main" id="{F92C6974-0676-1422-9BF2-5E5DD7BF4B42}"/>
              </a:ext>
            </a:extLst>
          </p:cNvPr>
          <p:cNvSpPr txBox="1">
            <a:spLocks/>
          </p:cNvSpPr>
          <p:nvPr/>
        </p:nvSpPr>
        <p:spPr>
          <a:xfrm>
            <a:off x="3411548" y="4522661"/>
            <a:ext cx="2361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9pPr>
          </a:lstStyle>
          <a:p>
            <a:pPr marL="0" indent="0"/>
            <a:endParaRPr lang="de-DE" sz="1200" dirty="0"/>
          </a:p>
        </p:txBody>
      </p:sp>
      <p:sp>
        <p:nvSpPr>
          <p:cNvPr id="4" name="Google Shape;714;p37">
            <a:extLst>
              <a:ext uri="{FF2B5EF4-FFF2-40B4-BE49-F238E27FC236}">
                <a16:creationId xmlns:a16="http://schemas.microsoft.com/office/drawing/2014/main" id="{329485AD-F734-7B00-0CC9-A81445A4224C}"/>
              </a:ext>
            </a:extLst>
          </p:cNvPr>
          <p:cNvSpPr txBox="1">
            <a:spLocks/>
          </p:cNvSpPr>
          <p:nvPr/>
        </p:nvSpPr>
        <p:spPr>
          <a:xfrm>
            <a:off x="6121475" y="4522661"/>
            <a:ext cx="2361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9pPr>
          </a:lstStyle>
          <a:p>
            <a:pPr marL="0" indent="0"/>
            <a:endParaRPr lang="de-DE" sz="1200" dirty="0"/>
          </a:p>
        </p:txBody>
      </p:sp>
      <p:sp>
        <p:nvSpPr>
          <p:cNvPr id="5" name="Google Shape;716;p37">
            <a:extLst>
              <a:ext uri="{FF2B5EF4-FFF2-40B4-BE49-F238E27FC236}">
                <a16:creationId xmlns:a16="http://schemas.microsoft.com/office/drawing/2014/main" id="{809931BC-C8CB-55AD-7391-9871AAFA2E59}"/>
              </a:ext>
            </a:extLst>
          </p:cNvPr>
          <p:cNvSpPr txBox="1">
            <a:spLocks/>
          </p:cNvSpPr>
          <p:nvPr/>
        </p:nvSpPr>
        <p:spPr>
          <a:xfrm>
            <a:off x="799128" y="3937982"/>
            <a:ext cx="734700" cy="447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Lexend Deca"/>
              <a:buNone/>
              <a:defRPr sz="3000" b="1" i="0" u="none" strike="noStrike" cap="none">
                <a:solidFill>
                  <a:schemeClr val="dk2"/>
                </a:solidFill>
                <a:latin typeface="Lexend Deca"/>
                <a:ea typeface="Lexend Deca"/>
                <a:cs typeface="Lexend Deca"/>
                <a:sym typeface="Lexend Deca"/>
              </a:defRPr>
            </a:lvl1pPr>
            <a:lvl2pPr marR="0" lvl="1"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r>
              <a:rPr lang="en" dirty="0"/>
              <a:t>07</a:t>
            </a:r>
          </a:p>
        </p:txBody>
      </p:sp>
      <p:sp>
        <p:nvSpPr>
          <p:cNvPr id="6" name="Google Shape;718;p37">
            <a:extLst>
              <a:ext uri="{FF2B5EF4-FFF2-40B4-BE49-F238E27FC236}">
                <a16:creationId xmlns:a16="http://schemas.microsoft.com/office/drawing/2014/main" id="{51E446AB-2E76-27EA-1D70-340888CEC801}"/>
              </a:ext>
            </a:extLst>
          </p:cNvPr>
          <p:cNvSpPr txBox="1">
            <a:spLocks/>
          </p:cNvSpPr>
          <p:nvPr/>
        </p:nvSpPr>
        <p:spPr>
          <a:xfrm>
            <a:off x="3487748" y="3937982"/>
            <a:ext cx="734700" cy="447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Lexend Deca"/>
              <a:buNone/>
              <a:defRPr sz="3000" b="1" i="0" u="none" strike="noStrike" cap="none">
                <a:solidFill>
                  <a:schemeClr val="dk2"/>
                </a:solidFill>
                <a:latin typeface="Lexend Deca"/>
                <a:ea typeface="Lexend Deca"/>
                <a:cs typeface="Lexend Deca"/>
                <a:sym typeface="Lexend Deca"/>
              </a:defRPr>
            </a:lvl1pPr>
            <a:lvl2pPr marR="0" lvl="1"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r>
              <a:rPr lang="en" dirty="0"/>
              <a:t>08</a:t>
            </a:r>
          </a:p>
        </p:txBody>
      </p:sp>
      <p:sp>
        <p:nvSpPr>
          <p:cNvPr id="7" name="Google Shape;720;p37">
            <a:extLst>
              <a:ext uri="{FF2B5EF4-FFF2-40B4-BE49-F238E27FC236}">
                <a16:creationId xmlns:a16="http://schemas.microsoft.com/office/drawing/2014/main" id="{DFFCD4BE-23CC-DC4B-6357-E022A5A9CF21}"/>
              </a:ext>
            </a:extLst>
          </p:cNvPr>
          <p:cNvSpPr txBox="1">
            <a:spLocks/>
          </p:cNvSpPr>
          <p:nvPr/>
        </p:nvSpPr>
        <p:spPr>
          <a:xfrm>
            <a:off x="6197677" y="3937982"/>
            <a:ext cx="734700" cy="447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Lexend Deca"/>
              <a:buNone/>
              <a:defRPr sz="3000" b="1" i="0" u="none" strike="noStrike" cap="none">
                <a:solidFill>
                  <a:schemeClr val="dk2"/>
                </a:solidFill>
                <a:latin typeface="Lexend Deca"/>
                <a:ea typeface="Lexend Deca"/>
                <a:cs typeface="Lexend Deca"/>
                <a:sym typeface="Lexend Deca"/>
              </a:defRPr>
            </a:lvl1pPr>
            <a:lvl2pPr marR="0" lvl="1"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r>
              <a:rPr lang="en" dirty="0"/>
              <a:t>09</a:t>
            </a:r>
          </a:p>
        </p:txBody>
      </p:sp>
      <p:sp>
        <p:nvSpPr>
          <p:cNvPr id="8" name="Google Shape;724;p37">
            <a:extLst>
              <a:ext uri="{FF2B5EF4-FFF2-40B4-BE49-F238E27FC236}">
                <a16:creationId xmlns:a16="http://schemas.microsoft.com/office/drawing/2014/main" id="{96B70A24-C7C4-3059-F6FB-EBEA7910DB09}"/>
              </a:ext>
            </a:extLst>
          </p:cNvPr>
          <p:cNvSpPr txBox="1">
            <a:spLocks/>
          </p:cNvSpPr>
          <p:nvPr/>
        </p:nvSpPr>
        <p:spPr>
          <a:xfrm>
            <a:off x="722928" y="4263530"/>
            <a:ext cx="2361600" cy="484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Bebas Neue"/>
              <a:buNone/>
              <a:defRPr sz="2400" b="1"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de-DE" sz="1400" dirty="0"/>
              <a:t>Demo</a:t>
            </a:r>
          </a:p>
        </p:txBody>
      </p:sp>
      <p:sp>
        <p:nvSpPr>
          <p:cNvPr id="9" name="Google Shape;725;p37">
            <a:extLst>
              <a:ext uri="{FF2B5EF4-FFF2-40B4-BE49-F238E27FC236}">
                <a16:creationId xmlns:a16="http://schemas.microsoft.com/office/drawing/2014/main" id="{7D2D57C3-05FD-6F92-D043-3CC7D6EFF667}"/>
              </a:ext>
            </a:extLst>
          </p:cNvPr>
          <p:cNvSpPr txBox="1">
            <a:spLocks/>
          </p:cNvSpPr>
          <p:nvPr/>
        </p:nvSpPr>
        <p:spPr>
          <a:xfrm>
            <a:off x="3411548" y="4263530"/>
            <a:ext cx="2361600" cy="484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Bebas Neue"/>
              <a:buNone/>
              <a:defRPr sz="2400" b="1"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de-DE" sz="1400" dirty="0"/>
              <a:t>Übungen</a:t>
            </a:r>
          </a:p>
        </p:txBody>
      </p:sp>
      <p:sp>
        <p:nvSpPr>
          <p:cNvPr id="10" name="Google Shape;726;p37">
            <a:extLst>
              <a:ext uri="{FF2B5EF4-FFF2-40B4-BE49-F238E27FC236}">
                <a16:creationId xmlns:a16="http://schemas.microsoft.com/office/drawing/2014/main" id="{6FCAA94E-C09F-EE42-4B6D-8901A6DB08BC}"/>
              </a:ext>
            </a:extLst>
          </p:cNvPr>
          <p:cNvSpPr txBox="1">
            <a:spLocks/>
          </p:cNvSpPr>
          <p:nvPr/>
        </p:nvSpPr>
        <p:spPr>
          <a:xfrm>
            <a:off x="6121475" y="4263530"/>
            <a:ext cx="2361600" cy="484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Bebas Neue"/>
              <a:buNone/>
              <a:defRPr sz="2400" b="1"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de-DE" sz="1400" dirty="0"/>
              <a:t>Diskussion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6">
          <a:extLst>
            <a:ext uri="{FF2B5EF4-FFF2-40B4-BE49-F238E27FC236}">
              <a16:creationId xmlns:a16="http://schemas.microsoft.com/office/drawing/2014/main" id="{7AD0E367-D928-6E2D-9DB0-B237AD2DD2C3}"/>
            </a:ext>
          </a:extLst>
        </p:cNvPr>
        <p:cNvGrpSpPr/>
        <p:nvPr/>
      </p:nvGrpSpPr>
      <p:grpSpPr>
        <a:xfrm>
          <a:off x="0" y="0"/>
          <a:ext cx="0" cy="0"/>
          <a:chOff x="0" y="0"/>
          <a:chExt cx="0" cy="0"/>
        </a:xfrm>
      </p:grpSpPr>
      <p:sp>
        <p:nvSpPr>
          <p:cNvPr id="817" name="Google Shape;817;p39">
            <a:extLst>
              <a:ext uri="{FF2B5EF4-FFF2-40B4-BE49-F238E27FC236}">
                <a16:creationId xmlns:a16="http://schemas.microsoft.com/office/drawing/2014/main" id="{DBD741E4-2DB4-5F2F-5CF0-08FEF574817C}"/>
              </a:ext>
            </a:extLst>
          </p:cNvPr>
          <p:cNvSpPr txBox="1">
            <a:spLocks noGrp="1"/>
          </p:cNvSpPr>
          <p:nvPr>
            <p:ph type="title"/>
          </p:nvPr>
        </p:nvSpPr>
        <p:spPr>
          <a:xfrm>
            <a:off x="1701575" y="2463325"/>
            <a:ext cx="5740800" cy="858600"/>
          </a:xfrm>
          <a:prstGeom prst="rect">
            <a:avLst/>
          </a:prstGeom>
        </p:spPr>
        <p:txBody>
          <a:bodyPr spcFirstLastPara="1" wrap="square" lIns="91425" tIns="91425" rIns="91425" bIns="91425" anchor="b" anchorCtr="0">
            <a:noAutofit/>
          </a:bodyPr>
          <a:lstStyle/>
          <a:p>
            <a:pPr lvl="0"/>
            <a:r>
              <a:rPr lang="de-DE" sz="4400" dirty="0"/>
              <a:t>Motivation</a:t>
            </a:r>
            <a:endParaRPr sz="4400" b="0" dirty="0">
              <a:latin typeface="Lexend Deca Light"/>
              <a:ea typeface="Lexend Deca Light"/>
              <a:cs typeface="Lexend Deca Light"/>
              <a:sym typeface="Lexend Deca Light"/>
            </a:endParaRPr>
          </a:p>
        </p:txBody>
      </p:sp>
      <p:sp>
        <p:nvSpPr>
          <p:cNvPr id="818" name="Google Shape;818;p39">
            <a:extLst>
              <a:ext uri="{FF2B5EF4-FFF2-40B4-BE49-F238E27FC236}">
                <a16:creationId xmlns:a16="http://schemas.microsoft.com/office/drawing/2014/main" id="{B0ACE043-2D90-6183-6404-76AB73B27600}"/>
              </a:ext>
            </a:extLst>
          </p:cNvPr>
          <p:cNvSpPr txBox="1">
            <a:spLocks noGrp="1"/>
          </p:cNvSpPr>
          <p:nvPr>
            <p:ph type="title" idx="2"/>
          </p:nvPr>
        </p:nvSpPr>
        <p:spPr>
          <a:xfrm>
            <a:off x="3945150" y="1098100"/>
            <a:ext cx="12537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819" name="Google Shape;819;p39">
            <a:extLst>
              <a:ext uri="{FF2B5EF4-FFF2-40B4-BE49-F238E27FC236}">
                <a16:creationId xmlns:a16="http://schemas.microsoft.com/office/drawing/2014/main" id="{E7D446DE-788A-66DD-F956-842D3ED1520B}"/>
              </a:ext>
            </a:extLst>
          </p:cNvPr>
          <p:cNvSpPr txBox="1">
            <a:spLocks noGrp="1"/>
          </p:cNvSpPr>
          <p:nvPr>
            <p:ph type="subTitle" idx="1"/>
          </p:nvPr>
        </p:nvSpPr>
        <p:spPr>
          <a:xfrm>
            <a:off x="1701575" y="3213200"/>
            <a:ext cx="5740800" cy="375000"/>
          </a:xfrm>
          <a:prstGeom prst="rect">
            <a:avLst/>
          </a:prstGeom>
        </p:spPr>
        <p:txBody>
          <a:bodyPr spcFirstLastPara="1" wrap="square" lIns="91425" tIns="91425" rIns="91425" bIns="91425" anchor="t" anchorCtr="0">
            <a:noAutofit/>
          </a:bodyPr>
          <a:lstStyle/>
          <a:p>
            <a:pPr marL="0" lvl="0" indent="0"/>
            <a:r>
              <a:rPr lang="de-DE" dirty="0"/>
              <a:t>Warum Graph Datenbanken?</a:t>
            </a:r>
          </a:p>
        </p:txBody>
      </p:sp>
      <p:grpSp>
        <p:nvGrpSpPr>
          <p:cNvPr id="820" name="Google Shape;820;p39">
            <a:extLst>
              <a:ext uri="{FF2B5EF4-FFF2-40B4-BE49-F238E27FC236}">
                <a16:creationId xmlns:a16="http://schemas.microsoft.com/office/drawing/2014/main" id="{471E8DCC-D438-4CD2-8FA4-8936FB577B79}"/>
              </a:ext>
            </a:extLst>
          </p:cNvPr>
          <p:cNvGrpSpPr/>
          <p:nvPr/>
        </p:nvGrpSpPr>
        <p:grpSpPr>
          <a:xfrm>
            <a:off x="7826421" y="4156055"/>
            <a:ext cx="1104243" cy="852948"/>
            <a:chOff x="6614871" y="4003785"/>
            <a:chExt cx="690195" cy="533126"/>
          </a:xfrm>
        </p:grpSpPr>
        <p:sp>
          <p:nvSpPr>
            <p:cNvPr id="821" name="Google Shape;821;p39">
              <a:extLst>
                <a:ext uri="{FF2B5EF4-FFF2-40B4-BE49-F238E27FC236}">
                  <a16:creationId xmlns:a16="http://schemas.microsoft.com/office/drawing/2014/main" id="{BB191942-7E76-A28E-DDF7-16C43A2E3EBE}"/>
                </a:ext>
              </a:extLst>
            </p:cNvPr>
            <p:cNvSpPr/>
            <p:nvPr/>
          </p:nvSpPr>
          <p:spPr>
            <a:xfrm>
              <a:off x="6740706" y="4285710"/>
              <a:ext cx="252140" cy="251201"/>
            </a:xfrm>
            <a:custGeom>
              <a:avLst/>
              <a:gdLst/>
              <a:ahLst/>
              <a:cxnLst/>
              <a:rect l="l" t="t" r="r" b="b"/>
              <a:pathLst>
                <a:path w="6442" h="6418" fill="none" extrusionOk="0">
                  <a:moveTo>
                    <a:pt x="5203" y="6418"/>
                  </a:moveTo>
                  <a:lnTo>
                    <a:pt x="1227" y="6418"/>
                  </a:lnTo>
                  <a:cubicBezTo>
                    <a:pt x="548" y="6418"/>
                    <a:pt x="0" y="5870"/>
                    <a:pt x="0" y="5191"/>
                  </a:cubicBezTo>
                  <a:lnTo>
                    <a:pt x="0" y="1227"/>
                  </a:lnTo>
                  <a:cubicBezTo>
                    <a:pt x="0" y="536"/>
                    <a:pt x="560" y="0"/>
                    <a:pt x="1227" y="0"/>
                  </a:cubicBezTo>
                  <a:lnTo>
                    <a:pt x="5203" y="0"/>
                  </a:lnTo>
                  <a:cubicBezTo>
                    <a:pt x="5882" y="0"/>
                    <a:pt x="6418" y="548"/>
                    <a:pt x="6418" y="1227"/>
                  </a:cubicBezTo>
                  <a:lnTo>
                    <a:pt x="6418" y="5191"/>
                  </a:lnTo>
                  <a:cubicBezTo>
                    <a:pt x="6442" y="5870"/>
                    <a:pt x="5882" y="6418"/>
                    <a:pt x="5203"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9">
              <a:extLst>
                <a:ext uri="{FF2B5EF4-FFF2-40B4-BE49-F238E27FC236}">
                  <a16:creationId xmlns:a16="http://schemas.microsoft.com/office/drawing/2014/main" id="{DF2F7A30-409D-6767-6298-1CBD107DD687}"/>
                </a:ext>
              </a:extLst>
            </p:cNvPr>
            <p:cNvSpPr/>
            <p:nvPr/>
          </p:nvSpPr>
          <p:spPr>
            <a:xfrm>
              <a:off x="6843684" y="4365399"/>
              <a:ext cx="66225" cy="74131"/>
            </a:xfrm>
            <a:custGeom>
              <a:avLst/>
              <a:gdLst/>
              <a:ahLst/>
              <a:cxnLst/>
              <a:rect l="l" t="t" r="r" b="b"/>
              <a:pathLst>
                <a:path w="1692" h="1894" extrusionOk="0">
                  <a:moveTo>
                    <a:pt x="846" y="203"/>
                  </a:moveTo>
                  <a:cubicBezTo>
                    <a:pt x="1025" y="203"/>
                    <a:pt x="1168" y="274"/>
                    <a:pt x="1275" y="405"/>
                  </a:cubicBezTo>
                  <a:cubicBezTo>
                    <a:pt x="1382" y="536"/>
                    <a:pt x="1429" y="715"/>
                    <a:pt x="1429" y="953"/>
                  </a:cubicBezTo>
                  <a:cubicBezTo>
                    <a:pt x="1429" y="1179"/>
                    <a:pt x="1382" y="1358"/>
                    <a:pt x="1275" y="1489"/>
                  </a:cubicBezTo>
                  <a:cubicBezTo>
                    <a:pt x="1168" y="1620"/>
                    <a:pt x="1025" y="1691"/>
                    <a:pt x="846" y="1691"/>
                  </a:cubicBezTo>
                  <a:cubicBezTo>
                    <a:pt x="667" y="1691"/>
                    <a:pt x="525" y="1620"/>
                    <a:pt x="417" y="1489"/>
                  </a:cubicBezTo>
                  <a:cubicBezTo>
                    <a:pt x="322" y="1358"/>
                    <a:pt x="263" y="1179"/>
                    <a:pt x="263" y="953"/>
                  </a:cubicBezTo>
                  <a:cubicBezTo>
                    <a:pt x="263" y="715"/>
                    <a:pt x="322" y="536"/>
                    <a:pt x="417" y="405"/>
                  </a:cubicBezTo>
                  <a:cubicBezTo>
                    <a:pt x="525" y="274"/>
                    <a:pt x="667" y="203"/>
                    <a:pt x="846" y="203"/>
                  </a:cubicBezTo>
                  <a:close/>
                  <a:moveTo>
                    <a:pt x="846" y="0"/>
                  </a:moveTo>
                  <a:cubicBezTo>
                    <a:pt x="596" y="0"/>
                    <a:pt x="394" y="96"/>
                    <a:pt x="239" y="262"/>
                  </a:cubicBezTo>
                  <a:cubicBezTo>
                    <a:pt x="84" y="429"/>
                    <a:pt x="1" y="655"/>
                    <a:pt x="1" y="953"/>
                  </a:cubicBezTo>
                  <a:cubicBezTo>
                    <a:pt x="1" y="1239"/>
                    <a:pt x="84" y="1465"/>
                    <a:pt x="239" y="1631"/>
                  </a:cubicBezTo>
                  <a:cubicBezTo>
                    <a:pt x="394" y="1810"/>
                    <a:pt x="596" y="1893"/>
                    <a:pt x="846" y="1893"/>
                  </a:cubicBezTo>
                  <a:cubicBezTo>
                    <a:pt x="1108" y="1893"/>
                    <a:pt x="1310" y="1810"/>
                    <a:pt x="1453" y="1631"/>
                  </a:cubicBezTo>
                  <a:cubicBezTo>
                    <a:pt x="1608" y="1465"/>
                    <a:pt x="1691" y="1239"/>
                    <a:pt x="1691" y="953"/>
                  </a:cubicBezTo>
                  <a:cubicBezTo>
                    <a:pt x="1691" y="655"/>
                    <a:pt x="1608" y="429"/>
                    <a:pt x="1453" y="262"/>
                  </a:cubicBezTo>
                  <a:cubicBezTo>
                    <a:pt x="1310" y="96"/>
                    <a:pt x="1108" y="0"/>
                    <a:pt x="8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9">
              <a:extLst>
                <a:ext uri="{FF2B5EF4-FFF2-40B4-BE49-F238E27FC236}">
                  <a16:creationId xmlns:a16="http://schemas.microsoft.com/office/drawing/2014/main" id="{14862020-70E2-4D3F-F8F2-FACDF0EFF702}"/>
                </a:ext>
              </a:extLst>
            </p:cNvPr>
            <p:cNvSpPr/>
            <p:nvPr/>
          </p:nvSpPr>
          <p:spPr>
            <a:xfrm>
              <a:off x="7053396" y="4285710"/>
              <a:ext cx="251670" cy="251201"/>
            </a:xfrm>
            <a:custGeom>
              <a:avLst/>
              <a:gdLst/>
              <a:ahLst/>
              <a:cxnLst/>
              <a:rect l="l" t="t" r="r" b="b"/>
              <a:pathLst>
                <a:path w="6430" h="6418" fill="none" extrusionOk="0">
                  <a:moveTo>
                    <a:pt x="5204" y="6418"/>
                  </a:moveTo>
                  <a:lnTo>
                    <a:pt x="1215" y="6418"/>
                  </a:lnTo>
                  <a:cubicBezTo>
                    <a:pt x="536" y="6418"/>
                    <a:pt x="1" y="5870"/>
                    <a:pt x="1" y="5191"/>
                  </a:cubicBezTo>
                  <a:lnTo>
                    <a:pt x="1" y="1227"/>
                  </a:lnTo>
                  <a:cubicBezTo>
                    <a:pt x="1" y="536"/>
                    <a:pt x="548" y="0"/>
                    <a:pt x="1215" y="0"/>
                  </a:cubicBezTo>
                  <a:lnTo>
                    <a:pt x="5192" y="0"/>
                  </a:lnTo>
                  <a:cubicBezTo>
                    <a:pt x="5870" y="0"/>
                    <a:pt x="6406" y="548"/>
                    <a:pt x="6406" y="1227"/>
                  </a:cubicBezTo>
                  <a:lnTo>
                    <a:pt x="6406" y="5191"/>
                  </a:lnTo>
                  <a:cubicBezTo>
                    <a:pt x="6430" y="5870"/>
                    <a:pt x="5870"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9">
              <a:extLst>
                <a:ext uri="{FF2B5EF4-FFF2-40B4-BE49-F238E27FC236}">
                  <a16:creationId xmlns:a16="http://schemas.microsoft.com/office/drawing/2014/main" id="{7900D1CD-7CFA-819D-F0E2-85EA3228E66B}"/>
                </a:ext>
              </a:extLst>
            </p:cNvPr>
            <p:cNvSpPr/>
            <p:nvPr/>
          </p:nvSpPr>
          <p:spPr>
            <a:xfrm>
              <a:off x="7163379" y="4366808"/>
              <a:ext cx="46185" cy="71313"/>
            </a:xfrm>
            <a:custGeom>
              <a:avLst/>
              <a:gdLst/>
              <a:ahLst/>
              <a:cxnLst/>
              <a:rect l="l" t="t" r="r" b="b"/>
              <a:pathLst>
                <a:path w="1180" h="1822" extrusionOk="0">
                  <a:moveTo>
                    <a:pt x="560" y="202"/>
                  </a:moveTo>
                  <a:cubicBezTo>
                    <a:pt x="667" y="202"/>
                    <a:pt x="762" y="238"/>
                    <a:pt x="822" y="298"/>
                  </a:cubicBezTo>
                  <a:cubicBezTo>
                    <a:pt x="881" y="357"/>
                    <a:pt x="917" y="441"/>
                    <a:pt x="917" y="548"/>
                  </a:cubicBezTo>
                  <a:cubicBezTo>
                    <a:pt x="917" y="655"/>
                    <a:pt x="881" y="738"/>
                    <a:pt x="822" y="798"/>
                  </a:cubicBezTo>
                  <a:cubicBezTo>
                    <a:pt x="762" y="857"/>
                    <a:pt x="667" y="881"/>
                    <a:pt x="560" y="881"/>
                  </a:cubicBezTo>
                  <a:lnTo>
                    <a:pt x="250" y="881"/>
                  </a:lnTo>
                  <a:lnTo>
                    <a:pt x="250" y="202"/>
                  </a:lnTo>
                  <a:close/>
                  <a:moveTo>
                    <a:pt x="0" y="0"/>
                  </a:moveTo>
                  <a:lnTo>
                    <a:pt x="0" y="1822"/>
                  </a:lnTo>
                  <a:lnTo>
                    <a:pt x="250" y="1822"/>
                  </a:lnTo>
                  <a:lnTo>
                    <a:pt x="250" y="1083"/>
                  </a:lnTo>
                  <a:lnTo>
                    <a:pt x="560" y="1083"/>
                  </a:lnTo>
                  <a:cubicBezTo>
                    <a:pt x="762" y="1083"/>
                    <a:pt x="917" y="1048"/>
                    <a:pt x="1012" y="953"/>
                  </a:cubicBezTo>
                  <a:cubicBezTo>
                    <a:pt x="1120" y="857"/>
                    <a:pt x="1179" y="726"/>
                    <a:pt x="1179" y="548"/>
                  </a:cubicBezTo>
                  <a:cubicBezTo>
                    <a:pt x="1179" y="369"/>
                    <a:pt x="1120" y="238"/>
                    <a:pt x="1012" y="143"/>
                  </a:cubicBezTo>
                  <a:cubicBezTo>
                    <a:pt x="917" y="48"/>
                    <a:pt x="762" y="0"/>
                    <a:pt x="5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9">
              <a:extLst>
                <a:ext uri="{FF2B5EF4-FFF2-40B4-BE49-F238E27FC236}">
                  <a16:creationId xmlns:a16="http://schemas.microsoft.com/office/drawing/2014/main" id="{F37EBA07-422B-C5A5-5581-EAFD060A874D}"/>
                </a:ext>
              </a:extLst>
            </p:cNvPr>
            <p:cNvSpPr/>
            <p:nvPr/>
          </p:nvSpPr>
          <p:spPr>
            <a:xfrm>
              <a:off x="6614871" y="4003785"/>
              <a:ext cx="251240" cy="251201"/>
            </a:xfrm>
            <a:custGeom>
              <a:avLst/>
              <a:gdLst/>
              <a:ahLst/>
              <a:cxnLst/>
              <a:rect l="l" t="t" r="r" b="b"/>
              <a:pathLst>
                <a:path w="6419" h="6418" fill="none" extrusionOk="0">
                  <a:moveTo>
                    <a:pt x="5204" y="6418"/>
                  </a:moveTo>
                  <a:lnTo>
                    <a:pt x="1227" y="6418"/>
                  </a:lnTo>
                  <a:cubicBezTo>
                    <a:pt x="548" y="6418"/>
                    <a:pt x="1" y="5870"/>
                    <a:pt x="1" y="5191"/>
                  </a:cubicBezTo>
                  <a:lnTo>
                    <a:pt x="1" y="1226"/>
                  </a:lnTo>
                  <a:cubicBezTo>
                    <a:pt x="1" y="536"/>
                    <a:pt x="560" y="0"/>
                    <a:pt x="1227" y="0"/>
                  </a:cubicBezTo>
                  <a:lnTo>
                    <a:pt x="5204" y="0"/>
                  </a:lnTo>
                  <a:cubicBezTo>
                    <a:pt x="5882" y="0"/>
                    <a:pt x="6418" y="548"/>
                    <a:pt x="6418" y="1226"/>
                  </a:cubicBezTo>
                  <a:lnTo>
                    <a:pt x="6418" y="5191"/>
                  </a:lnTo>
                  <a:cubicBezTo>
                    <a:pt x="6418" y="5870"/>
                    <a:pt x="5871"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9">
              <a:extLst>
                <a:ext uri="{FF2B5EF4-FFF2-40B4-BE49-F238E27FC236}">
                  <a16:creationId xmlns:a16="http://schemas.microsoft.com/office/drawing/2014/main" id="{2B3EDE96-3A0C-8331-B9F0-2164A5194908}"/>
                </a:ext>
              </a:extLst>
            </p:cNvPr>
            <p:cNvSpPr/>
            <p:nvPr/>
          </p:nvSpPr>
          <p:spPr>
            <a:xfrm>
              <a:off x="6927091" y="4003785"/>
              <a:ext cx="252179" cy="251201"/>
            </a:xfrm>
            <a:custGeom>
              <a:avLst/>
              <a:gdLst/>
              <a:ahLst/>
              <a:cxnLst/>
              <a:rect l="l" t="t" r="r" b="b"/>
              <a:pathLst>
                <a:path w="6443" h="6418" fill="none" extrusionOk="0">
                  <a:moveTo>
                    <a:pt x="5204" y="6418"/>
                  </a:moveTo>
                  <a:lnTo>
                    <a:pt x="1227" y="6418"/>
                  </a:lnTo>
                  <a:cubicBezTo>
                    <a:pt x="549" y="6418"/>
                    <a:pt x="1" y="5870"/>
                    <a:pt x="1" y="5191"/>
                  </a:cubicBezTo>
                  <a:lnTo>
                    <a:pt x="1" y="1226"/>
                  </a:lnTo>
                  <a:cubicBezTo>
                    <a:pt x="1" y="536"/>
                    <a:pt x="561" y="0"/>
                    <a:pt x="1227" y="0"/>
                  </a:cubicBezTo>
                  <a:lnTo>
                    <a:pt x="5204" y="0"/>
                  </a:lnTo>
                  <a:cubicBezTo>
                    <a:pt x="5883" y="0"/>
                    <a:pt x="6418" y="548"/>
                    <a:pt x="6418" y="1226"/>
                  </a:cubicBezTo>
                  <a:lnTo>
                    <a:pt x="6418" y="5191"/>
                  </a:lnTo>
                  <a:cubicBezTo>
                    <a:pt x="6442" y="5870"/>
                    <a:pt x="5883"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9">
              <a:extLst>
                <a:ext uri="{FF2B5EF4-FFF2-40B4-BE49-F238E27FC236}">
                  <a16:creationId xmlns:a16="http://schemas.microsoft.com/office/drawing/2014/main" id="{949E15D3-6D88-4BA0-6F4C-02820F4DC765}"/>
                </a:ext>
              </a:extLst>
            </p:cNvPr>
            <p:cNvSpPr/>
            <p:nvPr/>
          </p:nvSpPr>
          <p:spPr>
            <a:xfrm>
              <a:off x="6718318" y="4141244"/>
              <a:ext cx="49003" cy="74131"/>
            </a:xfrm>
            <a:custGeom>
              <a:avLst/>
              <a:gdLst/>
              <a:ahLst/>
              <a:cxnLst/>
              <a:rect l="l" t="t" r="r" b="b"/>
              <a:pathLst>
                <a:path w="1252" h="1894" extrusionOk="0">
                  <a:moveTo>
                    <a:pt x="608" y="203"/>
                  </a:moveTo>
                  <a:cubicBezTo>
                    <a:pt x="715" y="203"/>
                    <a:pt x="799" y="239"/>
                    <a:pt x="858" y="310"/>
                  </a:cubicBezTo>
                  <a:cubicBezTo>
                    <a:pt x="930" y="393"/>
                    <a:pt x="965" y="489"/>
                    <a:pt x="965" y="620"/>
                  </a:cubicBezTo>
                  <a:cubicBezTo>
                    <a:pt x="965" y="750"/>
                    <a:pt x="930" y="858"/>
                    <a:pt x="858" y="929"/>
                  </a:cubicBezTo>
                  <a:cubicBezTo>
                    <a:pt x="799" y="1012"/>
                    <a:pt x="715" y="1048"/>
                    <a:pt x="608" y="1048"/>
                  </a:cubicBezTo>
                  <a:cubicBezTo>
                    <a:pt x="489" y="1048"/>
                    <a:pt x="406" y="1012"/>
                    <a:pt x="334" y="929"/>
                  </a:cubicBezTo>
                  <a:cubicBezTo>
                    <a:pt x="275" y="858"/>
                    <a:pt x="239" y="750"/>
                    <a:pt x="239" y="620"/>
                  </a:cubicBezTo>
                  <a:cubicBezTo>
                    <a:pt x="239" y="489"/>
                    <a:pt x="275" y="393"/>
                    <a:pt x="334" y="310"/>
                  </a:cubicBezTo>
                  <a:cubicBezTo>
                    <a:pt x="406" y="239"/>
                    <a:pt x="489" y="203"/>
                    <a:pt x="608" y="203"/>
                  </a:cubicBezTo>
                  <a:close/>
                  <a:moveTo>
                    <a:pt x="608" y="0"/>
                  </a:moveTo>
                  <a:cubicBezTo>
                    <a:pt x="418" y="0"/>
                    <a:pt x="275" y="60"/>
                    <a:pt x="168" y="179"/>
                  </a:cubicBezTo>
                  <a:cubicBezTo>
                    <a:pt x="49" y="286"/>
                    <a:pt x="1" y="441"/>
                    <a:pt x="1" y="620"/>
                  </a:cubicBezTo>
                  <a:cubicBezTo>
                    <a:pt x="1" y="810"/>
                    <a:pt x="49" y="965"/>
                    <a:pt x="156" y="1072"/>
                  </a:cubicBezTo>
                  <a:cubicBezTo>
                    <a:pt x="263" y="1179"/>
                    <a:pt x="406" y="1239"/>
                    <a:pt x="584" y="1239"/>
                  </a:cubicBezTo>
                  <a:cubicBezTo>
                    <a:pt x="680" y="1239"/>
                    <a:pt x="751" y="1215"/>
                    <a:pt x="822" y="1179"/>
                  </a:cubicBezTo>
                  <a:cubicBezTo>
                    <a:pt x="894" y="1143"/>
                    <a:pt x="953" y="1096"/>
                    <a:pt x="1001" y="1024"/>
                  </a:cubicBezTo>
                  <a:lnTo>
                    <a:pt x="1001" y="1024"/>
                  </a:lnTo>
                  <a:cubicBezTo>
                    <a:pt x="989" y="1251"/>
                    <a:pt x="942" y="1405"/>
                    <a:pt x="858" y="1524"/>
                  </a:cubicBezTo>
                  <a:cubicBezTo>
                    <a:pt x="775" y="1632"/>
                    <a:pt x="644" y="1679"/>
                    <a:pt x="489" y="1679"/>
                  </a:cubicBezTo>
                  <a:cubicBezTo>
                    <a:pt x="430" y="1679"/>
                    <a:pt x="358" y="1679"/>
                    <a:pt x="299" y="1655"/>
                  </a:cubicBezTo>
                  <a:cubicBezTo>
                    <a:pt x="239" y="1643"/>
                    <a:pt x="180" y="1620"/>
                    <a:pt x="108" y="1596"/>
                  </a:cubicBezTo>
                  <a:lnTo>
                    <a:pt x="108" y="1822"/>
                  </a:lnTo>
                  <a:cubicBezTo>
                    <a:pt x="180" y="1846"/>
                    <a:pt x="251" y="1858"/>
                    <a:pt x="310" y="1870"/>
                  </a:cubicBezTo>
                  <a:cubicBezTo>
                    <a:pt x="370" y="1882"/>
                    <a:pt x="441" y="1893"/>
                    <a:pt x="501" y="1893"/>
                  </a:cubicBezTo>
                  <a:cubicBezTo>
                    <a:pt x="727" y="1893"/>
                    <a:pt x="906" y="1810"/>
                    <a:pt x="1049" y="1632"/>
                  </a:cubicBezTo>
                  <a:cubicBezTo>
                    <a:pt x="1180" y="1465"/>
                    <a:pt x="1251" y="1239"/>
                    <a:pt x="1251" y="953"/>
                  </a:cubicBezTo>
                  <a:cubicBezTo>
                    <a:pt x="1251" y="643"/>
                    <a:pt x="1192" y="405"/>
                    <a:pt x="1084" y="250"/>
                  </a:cubicBezTo>
                  <a:cubicBezTo>
                    <a:pt x="977" y="84"/>
                    <a:pt x="811" y="0"/>
                    <a:pt x="6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9">
              <a:extLst>
                <a:ext uri="{FF2B5EF4-FFF2-40B4-BE49-F238E27FC236}">
                  <a16:creationId xmlns:a16="http://schemas.microsoft.com/office/drawing/2014/main" id="{A3926AAB-603F-1E57-7BA6-FC5D2EF11FB5}"/>
                </a:ext>
              </a:extLst>
            </p:cNvPr>
            <p:cNvSpPr/>
            <p:nvPr/>
          </p:nvSpPr>
          <p:spPr>
            <a:xfrm>
              <a:off x="6733231" y="4041985"/>
              <a:ext cx="12173" cy="47085"/>
            </a:xfrm>
            <a:custGeom>
              <a:avLst/>
              <a:gdLst/>
              <a:ahLst/>
              <a:cxnLst/>
              <a:rect l="l" t="t" r="r" b="b"/>
              <a:pathLst>
                <a:path w="311" h="1203" extrusionOk="0">
                  <a:moveTo>
                    <a:pt x="1" y="0"/>
                  </a:moveTo>
                  <a:cubicBezTo>
                    <a:pt x="60" y="108"/>
                    <a:pt x="108" y="203"/>
                    <a:pt x="132" y="298"/>
                  </a:cubicBezTo>
                  <a:cubicBezTo>
                    <a:pt x="168" y="405"/>
                    <a:pt x="180" y="500"/>
                    <a:pt x="180" y="608"/>
                  </a:cubicBezTo>
                  <a:cubicBezTo>
                    <a:pt x="180" y="703"/>
                    <a:pt x="168" y="798"/>
                    <a:pt x="132" y="905"/>
                  </a:cubicBezTo>
                  <a:cubicBezTo>
                    <a:pt x="108" y="1000"/>
                    <a:pt x="60" y="1096"/>
                    <a:pt x="1" y="1203"/>
                  </a:cubicBezTo>
                  <a:lnTo>
                    <a:pt x="108" y="1203"/>
                  </a:lnTo>
                  <a:cubicBezTo>
                    <a:pt x="180" y="1096"/>
                    <a:pt x="227" y="1000"/>
                    <a:pt x="263" y="893"/>
                  </a:cubicBezTo>
                  <a:cubicBezTo>
                    <a:pt x="287" y="798"/>
                    <a:pt x="310" y="703"/>
                    <a:pt x="310" y="608"/>
                  </a:cubicBezTo>
                  <a:cubicBezTo>
                    <a:pt x="310" y="500"/>
                    <a:pt x="287" y="405"/>
                    <a:pt x="263" y="310"/>
                  </a:cubicBezTo>
                  <a:cubicBezTo>
                    <a:pt x="227" y="215"/>
                    <a:pt x="180" y="108"/>
                    <a:pt x="1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9">
              <a:extLst>
                <a:ext uri="{FF2B5EF4-FFF2-40B4-BE49-F238E27FC236}">
                  <a16:creationId xmlns:a16="http://schemas.microsoft.com/office/drawing/2014/main" id="{1319219E-DF3B-49FC-9097-6B49ADA41760}"/>
                </a:ext>
              </a:extLst>
            </p:cNvPr>
            <p:cNvSpPr/>
            <p:nvPr/>
          </p:nvSpPr>
          <p:spPr>
            <a:xfrm>
              <a:off x="7029168" y="4141244"/>
              <a:ext cx="48964" cy="74131"/>
            </a:xfrm>
            <a:custGeom>
              <a:avLst/>
              <a:gdLst/>
              <a:ahLst/>
              <a:cxnLst/>
              <a:rect l="l" t="t" r="r" b="b"/>
              <a:pathLst>
                <a:path w="1251" h="1894" extrusionOk="0">
                  <a:moveTo>
                    <a:pt x="631" y="203"/>
                  </a:moveTo>
                  <a:cubicBezTo>
                    <a:pt x="750" y="203"/>
                    <a:pt x="846" y="262"/>
                    <a:pt x="917" y="381"/>
                  </a:cubicBezTo>
                  <a:cubicBezTo>
                    <a:pt x="977" y="512"/>
                    <a:pt x="1012" y="703"/>
                    <a:pt x="1012" y="953"/>
                  </a:cubicBezTo>
                  <a:cubicBezTo>
                    <a:pt x="1012" y="1203"/>
                    <a:pt x="977" y="1382"/>
                    <a:pt x="917" y="1512"/>
                  </a:cubicBezTo>
                  <a:cubicBezTo>
                    <a:pt x="846" y="1632"/>
                    <a:pt x="750" y="1691"/>
                    <a:pt x="631" y="1691"/>
                  </a:cubicBezTo>
                  <a:cubicBezTo>
                    <a:pt x="500" y="1691"/>
                    <a:pt x="405" y="1632"/>
                    <a:pt x="346" y="1512"/>
                  </a:cubicBezTo>
                  <a:cubicBezTo>
                    <a:pt x="274" y="1382"/>
                    <a:pt x="250" y="1203"/>
                    <a:pt x="250" y="953"/>
                  </a:cubicBezTo>
                  <a:cubicBezTo>
                    <a:pt x="250" y="703"/>
                    <a:pt x="274" y="512"/>
                    <a:pt x="346" y="381"/>
                  </a:cubicBezTo>
                  <a:cubicBezTo>
                    <a:pt x="405" y="262"/>
                    <a:pt x="500" y="203"/>
                    <a:pt x="631" y="203"/>
                  </a:cubicBezTo>
                  <a:close/>
                  <a:moveTo>
                    <a:pt x="631" y="0"/>
                  </a:moveTo>
                  <a:cubicBezTo>
                    <a:pt x="417" y="0"/>
                    <a:pt x="262" y="84"/>
                    <a:pt x="155" y="250"/>
                  </a:cubicBezTo>
                  <a:cubicBezTo>
                    <a:pt x="48" y="405"/>
                    <a:pt x="0" y="643"/>
                    <a:pt x="0" y="953"/>
                  </a:cubicBezTo>
                  <a:cubicBezTo>
                    <a:pt x="0" y="1251"/>
                    <a:pt x="48" y="1489"/>
                    <a:pt x="155" y="1643"/>
                  </a:cubicBezTo>
                  <a:cubicBezTo>
                    <a:pt x="262" y="1810"/>
                    <a:pt x="417" y="1893"/>
                    <a:pt x="631" y="1893"/>
                  </a:cubicBezTo>
                  <a:cubicBezTo>
                    <a:pt x="834" y="1893"/>
                    <a:pt x="989" y="1810"/>
                    <a:pt x="1096" y="1643"/>
                  </a:cubicBezTo>
                  <a:cubicBezTo>
                    <a:pt x="1203" y="1489"/>
                    <a:pt x="1251" y="1251"/>
                    <a:pt x="1251" y="953"/>
                  </a:cubicBezTo>
                  <a:cubicBezTo>
                    <a:pt x="1251" y="643"/>
                    <a:pt x="1203" y="405"/>
                    <a:pt x="1096" y="250"/>
                  </a:cubicBezTo>
                  <a:cubicBezTo>
                    <a:pt x="989" y="84"/>
                    <a:pt x="834" y="0"/>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9">
              <a:extLst>
                <a:ext uri="{FF2B5EF4-FFF2-40B4-BE49-F238E27FC236}">
                  <a16:creationId xmlns:a16="http://schemas.microsoft.com/office/drawing/2014/main" id="{F18A2078-92DF-D302-5E97-5F74714C9799}"/>
                </a:ext>
              </a:extLst>
            </p:cNvPr>
            <p:cNvSpPr/>
            <p:nvPr/>
          </p:nvSpPr>
          <p:spPr>
            <a:xfrm>
              <a:off x="7041263" y="4050831"/>
              <a:ext cx="42937" cy="19609"/>
            </a:xfrm>
            <a:custGeom>
              <a:avLst/>
              <a:gdLst/>
              <a:ahLst/>
              <a:cxnLst/>
              <a:rect l="l" t="t" r="r" b="b"/>
              <a:pathLst>
                <a:path w="1097" h="501" extrusionOk="0">
                  <a:moveTo>
                    <a:pt x="1" y="1"/>
                  </a:moveTo>
                  <a:lnTo>
                    <a:pt x="1" y="143"/>
                  </a:lnTo>
                  <a:lnTo>
                    <a:pt x="1096" y="143"/>
                  </a:lnTo>
                  <a:lnTo>
                    <a:pt x="1096" y="1"/>
                  </a:lnTo>
                  <a:close/>
                  <a:moveTo>
                    <a:pt x="1" y="358"/>
                  </a:moveTo>
                  <a:lnTo>
                    <a:pt x="1" y="501"/>
                  </a:lnTo>
                  <a:lnTo>
                    <a:pt x="1096" y="501"/>
                  </a:lnTo>
                  <a:lnTo>
                    <a:pt x="1096" y="35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 name="Google Shape;831;p39">
            <a:extLst>
              <a:ext uri="{FF2B5EF4-FFF2-40B4-BE49-F238E27FC236}">
                <a16:creationId xmlns:a16="http://schemas.microsoft.com/office/drawing/2014/main" id="{4A997BBD-0AD9-28D5-41E4-92893E368695}"/>
              </a:ext>
            </a:extLst>
          </p:cNvPr>
          <p:cNvGrpSpPr/>
          <p:nvPr/>
        </p:nvGrpSpPr>
        <p:grpSpPr>
          <a:xfrm>
            <a:off x="3790627" y="4106605"/>
            <a:ext cx="1562747" cy="497391"/>
            <a:chOff x="2376988" y="575316"/>
            <a:chExt cx="976778" cy="310889"/>
          </a:xfrm>
        </p:grpSpPr>
        <p:sp>
          <p:nvSpPr>
            <p:cNvPr id="832" name="Google Shape;832;p39">
              <a:extLst>
                <a:ext uri="{FF2B5EF4-FFF2-40B4-BE49-F238E27FC236}">
                  <a16:creationId xmlns:a16="http://schemas.microsoft.com/office/drawing/2014/main" id="{33738962-E4A1-D6BA-B478-6A927ED7F3B8}"/>
                </a:ext>
              </a:extLst>
            </p:cNvPr>
            <p:cNvSpPr/>
            <p:nvPr/>
          </p:nvSpPr>
          <p:spPr>
            <a:xfrm>
              <a:off x="2401685" y="575316"/>
              <a:ext cx="444591" cy="136599"/>
            </a:xfrm>
            <a:custGeom>
              <a:avLst/>
              <a:gdLst/>
              <a:ahLst/>
              <a:cxnLst/>
              <a:rect l="l" t="t" r="r" b="b"/>
              <a:pathLst>
                <a:path w="11359" h="3490" extrusionOk="0">
                  <a:moveTo>
                    <a:pt x="5763" y="1"/>
                  </a:moveTo>
                  <a:lnTo>
                    <a:pt x="5763" y="144"/>
                  </a:lnTo>
                  <a:lnTo>
                    <a:pt x="5811" y="144"/>
                  </a:lnTo>
                  <a:cubicBezTo>
                    <a:pt x="5942" y="144"/>
                    <a:pt x="6073" y="144"/>
                    <a:pt x="6215" y="156"/>
                  </a:cubicBezTo>
                  <a:lnTo>
                    <a:pt x="6227" y="13"/>
                  </a:lnTo>
                  <a:cubicBezTo>
                    <a:pt x="6073" y="1"/>
                    <a:pt x="5942" y="1"/>
                    <a:pt x="5811" y="1"/>
                  </a:cubicBezTo>
                  <a:close/>
                  <a:moveTo>
                    <a:pt x="5322" y="13"/>
                  </a:moveTo>
                  <a:lnTo>
                    <a:pt x="4870" y="60"/>
                  </a:lnTo>
                  <a:lnTo>
                    <a:pt x="4882" y="203"/>
                  </a:lnTo>
                  <a:cubicBezTo>
                    <a:pt x="5037" y="191"/>
                    <a:pt x="5180" y="180"/>
                    <a:pt x="5322" y="156"/>
                  </a:cubicBezTo>
                  <a:lnTo>
                    <a:pt x="5322" y="13"/>
                  </a:lnTo>
                  <a:close/>
                  <a:moveTo>
                    <a:pt x="6668" y="60"/>
                  </a:moveTo>
                  <a:lnTo>
                    <a:pt x="6656" y="203"/>
                  </a:lnTo>
                  <a:cubicBezTo>
                    <a:pt x="6811" y="215"/>
                    <a:pt x="6954" y="251"/>
                    <a:pt x="7085" y="275"/>
                  </a:cubicBezTo>
                  <a:lnTo>
                    <a:pt x="7120" y="132"/>
                  </a:lnTo>
                  <a:cubicBezTo>
                    <a:pt x="6965" y="96"/>
                    <a:pt x="6823" y="72"/>
                    <a:pt x="6668" y="60"/>
                  </a:cubicBezTo>
                  <a:close/>
                  <a:moveTo>
                    <a:pt x="4429" y="144"/>
                  </a:moveTo>
                  <a:cubicBezTo>
                    <a:pt x="4275" y="180"/>
                    <a:pt x="4132" y="215"/>
                    <a:pt x="3977" y="251"/>
                  </a:cubicBezTo>
                  <a:lnTo>
                    <a:pt x="4025" y="394"/>
                  </a:lnTo>
                  <a:cubicBezTo>
                    <a:pt x="4156" y="346"/>
                    <a:pt x="4310" y="322"/>
                    <a:pt x="4453" y="299"/>
                  </a:cubicBezTo>
                  <a:lnTo>
                    <a:pt x="4429" y="144"/>
                  </a:lnTo>
                  <a:close/>
                  <a:moveTo>
                    <a:pt x="7549" y="239"/>
                  </a:moveTo>
                  <a:lnTo>
                    <a:pt x="7501" y="382"/>
                  </a:lnTo>
                  <a:cubicBezTo>
                    <a:pt x="7656" y="430"/>
                    <a:pt x="7787" y="477"/>
                    <a:pt x="7918" y="513"/>
                  </a:cubicBezTo>
                  <a:lnTo>
                    <a:pt x="7966" y="382"/>
                  </a:lnTo>
                  <a:cubicBezTo>
                    <a:pt x="7847" y="311"/>
                    <a:pt x="7704" y="263"/>
                    <a:pt x="7549" y="239"/>
                  </a:cubicBezTo>
                  <a:close/>
                  <a:moveTo>
                    <a:pt x="3560" y="394"/>
                  </a:moveTo>
                  <a:cubicBezTo>
                    <a:pt x="3417" y="441"/>
                    <a:pt x="3275" y="501"/>
                    <a:pt x="3144" y="561"/>
                  </a:cubicBezTo>
                  <a:lnTo>
                    <a:pt x="3203" y="692"/>
                  </a:lnTo>
                  <a:cubicBezTo>
                    <a:pt x="3334" y="632"/>
                    <a:pt x="3477" y="572"/>
                    <a:pt x="3620" y="537"/>
                  </a:cubicBezTo>
                  <a:lnTo>
                    <a:pt x="3560" y="394"/>
                  </a:lnTo>
                  <a:close/>
                  <a:moveTo>
                    <a:pt x="8394" y="537"/>
                  </a:moveTo>
                  <a:lnTo>
                    <a:pt x="8335" y="668"/>
                  </a:lnTo>
                  <a:cubicBezTo>
                    <a:pt x="8478" y="727"/>
                    <a:pt x="8609" y="787"/>
                    <a:pt x="8740" y="858"/>
                  </a:cubicBezTo>
                  <a:lnTo>
                    <a:pt x="8799" y="727"/>
                  </a:lnTo>
                  <a:cubicBezTo>
                    <a:pt x="8680" y="656"/>
                    <a:pt x="8549" y="596"/>
                    <a:pt x="8394" y="537"/>
                  </a:cubicBezTo>
                  <a:close/>
                  <a:moveTo>
                    <a:pt x="2727" y="751"/>
                  </a:moveTo>
                  <a:cubicBezTo>
                    <a:pt x="2596" y="834"/>
                    <a:pt x="2465" y="906"/>
                    <a:pt x="2346" y="977"/>
                  </a:cubicBezTo>
                  <a:lnTo>
                    <a:pt x="2417" y="1108"/>
                  </a:lnTo>
                  <a:cubicBezTo>
                    <a:pt x="2548" y="1037"/>
                    <a:pt x="2667" y="965"/>
                    <a:pt x="2798" y="894"/>
                  </a:cubicBezTo>
                  <a:lnTo>
                    <a:pt x="2727" y="751"/>
                  </a:lnTo>
                  <a:close/>
                  <a:moveTo>
                    <a:pt x="9204" y="930"/>
                  </a:moveTo>
                  <a:lnTo>
                    <a:pt x="9132" y="1073"/>
                  </a:lnTo>
                  <a:cubicBezTo>
                    <a:pt x="9251" y="1144"/>
                    <a:pt x="9382" y="1215"/>
                    <a:pt x="9502" y="1311"/>
                  </a:cubicBezTo>
                  <a:lnTo>
                    <a:pt x="9585" y="1192"/>
                  </a:lnTo>
                  <a:cubicBezTo>
                    <a:pt x="9466" y="1096"/>
                    <a:pt x="9335" y="1013"/>
                    <a:pt x="9204" y="930"/>
                  </a:cubicBezTo>
                  <a:close/>
                  <a:moveTo>
                    <a:pt x="1965" y="1227"/>
                  </a:moveTo>
                  <a:cubicBezTo>
                    <a:pt x="1846" y="1323"/>
                    <a:pt x="1727" y="1406"/>
                    <a:pt x="1608" y="1513"/>
                  </a:cubicBezTo>
                  <a:lnTo>
                    <a:pt x="1703" y="1632"/>
                  </a:lnTo>
                  <a:cubicBezTo>
                    <a:pt x="1822" y="1549"/>
                    <a:pt x="1929" y="1454"/>
                    <a:pt x="2060" y="1370"/>
                  </a:cubicBezTo>
                  <a:lnTo>
                    <a:pt x="1965" y="1227"/>
                  </a:lnTo>
                  <a:close/>
                  <a:moveTo>
                    <a:pt x="9942" y="1454"/>
                  </a:moveTo>
                  <a:lnTo>
                    <a:pt x="9859" y="1573"/>
                  </a:lnTo>
                  <a:cubicBezTo>
                    <a:pt x="9978" y="1668"/>
                    <a:pt x="10085" y="1763"/>
                    <a:pt x="10180" y="1858"/>
                  </a:cubicBezTo>
                  <a:lnTo>
                    <a:pt x="10287" y="1751"/>
                  </a:lnTo>
                  <a:cubicBezTo>
                    <a:pt x="10180" y="1644"/>
                    <a:pt x="10061" y="1549"/>
                    <a:pt x="9942" y="1454"/>
                  </a:cubicBezTo>
                  <a:close/>
                  <a:moveTo>
                    <a:pt x="1274" y="1811"/>
                  </a:moveTo>
                  <a:cubicBezTo>
                    <a:pt x="1167" y="1918"/>
                    <a:pt x="1048" y="2025"/>
                    <a:pt x="953" y="2132"/>
                  </a:cubicBezTo>
                  <a:lnTo>
                    <a:pt x="1060" y="2239"/>
                  </a:lnTo>
                  <a:lnTo>
                    <a:pt x="1370" y="1930"/>
                  </a:lnTo>
                  <a:lnTo>
                    <a:pt x="1274" y="1811"/>
                  </a:lnTo>
                  <a:close/>
                  <a:moveTo>
                    <a:pt x="10621" y="2061"/>
                  </a:moveTo>
                  <a:lnTo>
                    <a:pt x="10514" y="2168"/>
                  </a:lnTo>
                  <a:cubicBezTo>
                    <a:pt x="10621" y="2275"/>
                    <a:pt x="10704" y="2394"/>
                    <a:pt x="10811" y="2501"/>
                  </a:cubicBezTo>
                  <a:lnTo>
                    <a:pt x="10930" y="2406"/>
                  </a:lnTo>
                  <a:cubicBezTo>
                    <a:pt x="10811" y="2287"/>
                    <a:pt x="10716" y="2180"/>
                    <a:pt x="10621" y="2061"/>
                  </a:cubicBezTo>
                  <a:close/>
                  <a:moveTo>
                    <a:pt x="655" y="2466"/>
                  </a:moveTo>
                  <a:lnTo>
                    <a:pt x="393" y="2823"/>
                  </a:lnTo>
                  <a:lnTo>
                    <a:pt x="512" y="2918"/>
                  </a:lnTo>
                  <a:lnTo>
                    <a:pt x="774" y="2561"/>
                  </a:lnTo>
                  <a:lnTo>
                    <a:pt x="655" y="2466"/>
                  </a:lnTo>
                  <a:close/>
                  <a:moveTo>
                    <a:pt x="11192" y="2763"/>
                  </a:moveTo>
                  <a:lnTo>
                    <a:pt x="11073" y="2858"/>
                  </a:lnTo>
                  <a:cubicBezTo>
                    <a:pt x="11097" y="2882"/>
                    <a:pt x="11121" y="2918"/>
                    <a:pt x="11133" y="2942"/>
                  </a:cubicBezTo>
                  <a:cubicBezTo>
                    <a:pt x="11168" y="2989"/>
                    <a:pt x="11192" y="3025"/>
                    <a:pt x="11228" y="3061"/>
                  </a:cubicBezTo>
                  <a:cubicBezTo>
                    <a:pt x="11276" y="3037"/>
                    <a:pt x="11311" y="3001"/>
                    <a:pt x="11359" y="2989"/>
                  </a:cubicBezTo>
                  <a:cubicBezTo>
                    <a:pt x="11299" y="2942"/>
                    <a:pt x="11276" y="2894"/>
                    <a:pt x="11252" y="2858"/>
                  </a:cubicBezTo>
                  <a:cubicBezTo>
                    <a:pt x="11240" y="2823"/>
                    <a:pt x="11216" y="2799"/>
                    <a:pt x="11192" y="2763"/>
                  </a:cubicBezTo>
                  <a:close/>
                  <a:moveTo>
                    <a:pt x="143" y="3216"/>
                  </a:moveTo>
                  <a:cubicBezTo>
                    <a:pt x="119" y="3239"/>
                    <a:pt x="96" y="3287"/>
                    <a:pt x="84" y="3311"/>
                  </a:cubicBezTo>
                  <a:cubicBezTo>
                    <a:pt x="48" y="3359"/>
                    <a:pt x="24" y="3406"/>
                    <a:pt x="0" y="3454"/>
                  </a:cubicBezTo>
                  <a:cubicBezTo>
                    <a:pt x="60" y="3454"/>
                    <a:pt x="107" y="3466"/>
                    <a:pt x="155" y="3489"/>
                  </a:cubicBezTo>
                  <a:cubicBezTo>
                    <a:pt x="179" y="3454"/>
                    <a:pt x="203" y="3406"/>
                    <a:pt x="227" y="3359"/>
                  </a:cubicBezTo>
                  <a:cubicBezTo>
                    <a:pt x="238" y="3335"/>
                    <a:pt x="262" y="3299"/>
                    <a:pt x="274" y="3287"/>
                  </a:cubicBezTo>
                  <a:lnTo>
                    <a:pt x="143" y="321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9">
              <a:extLst>
                <a:ext uri="{FF2B5EF4-FFF2-40B4-BE49-F238E27FC236}">
                  <a16:creationId xmlns:a16="http://schemas.microsoft.com/office/drawing/2014/main" id="{1482AE0C-C22A-7174-944B-17EE0663CF2A}"/>
                </a:ext>
              </a:extLst>
            </p:cNvPr>
            <p:cNvSpPr/>
            <p:nvPr/>
          </p:nvSpPr>
          <p:spPr>
            <a:xfrm>
              <a:off x="2877001" y="741700"/>
              <a:ext cx="451128" cy="144505"/>
            </a:xfrm>
            <a:custGeom>
              <a:avLst/>
              <a:gdLst/>
              <a:ahLst/>
              <a:cxnLst/>
              <a:rect l="l" t="t" r="r" b="b"/>
              <a:pathLst>
                <a:path w="11526" h="3692" extrusionOk="0">
                  <a:moveTo>
                    <a:pt x="11347" y="0"/>
                  </a:moveTo>
                  <a:cubicBezTo>
                    <a:pt x="11324" y="48"/>
                    <a:pt x="11312" y="84"/>
                    <a:pt x="11288" y="131"/>
                  </a:cubicBezTo>
                  <a:cubicBezTo>
                    <a:pt x="10169" y="2203"/>
                    <a:pt x="7978" y="3525"/>
                    <a:pt x="5597" y="3525"/>
                  </a:cubicBezTo>
                  <a:cubicBezTo>
                    <a:pt x="3406" y="3525"/>
                    <a:pt x="1382" y="2429"/>
                    <a:pt x="215" y="632"/>
                  </a:cubicBezTo>
                  <a:cubicBezTo>
                    <a:pt x="179" y="596"/>
                    <a:pt x="167" y="548"/>
                    <a:pt x="132" y="501"/>
                  </a:cubicBezTo>
                  <a:cubicBezTo>
                    <a:pt x="96" y="524"/>
                    <a:pt x="48" y="548"/>
                    <a:pt x="1" y="560"/>
                  </a:cubicBezTo>
                  <a:lnTo>
                    <a:pt x="96" y="703"/>
                  </a:lnTo>
                  <a:cubicBezTo>
                    <a:pt x="1298" y="2548"/>
                    <a:pt x="3370" y="3691"/>
                    <a:pt x="5609" y="3691"/>
                  </a:cubicBezTo>
                  <a:cubicBezTo>
                    <a:pt x="8073" y="3691"/>
                    <a:pt x="10300" y="2334"/>
                    <a:pt x="11443" y="191"/>
                  </a:cubicBezTo>
                  <a:cubicBezTo>
                    <a:pt x="11478" y="155"/>
                    <a:pt x="11502" y="108"/>
                    <a:pt x="11526" y="60"/>
                  </a:cubicBezTo>
                  <a:cubicBezTo>
                    <a:pt x="11466" y="48"/>
                    <a:pt x="11419" y="36"/>
                    <a:pt x="11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9">
              <a:extLst>
                <a:ext uri="{FF2B5EF4-FFF2-40B4-BE49-F238E27FC236}">
                  <a16:creationId xmlns:a16="http://schemas.microsoft.com/office/drawing/2014/main" id="{69595148-2084-1415-95CE-DFFB75554593}"/>
                </a:ext>
              </a:extLst>
            </p:cNvPr>
            <p:cNvSpPr/>
            <p:nvPr/>
          </p:nvSpPr>
          <p:spPr>
            <a:xfrm>
              <a:off x="2818291" y="681581"/>
              <a:ext cx="90922" cy="90922"/>
            </a:xfrm>
            <a:custGeom>
              <a:avLst/>
              <a:gdLst/>
              <a:ahLst/>
              <a:cxnLst/>
              <a:rect l="l" t="t" r="r" b="b"/>
              <a:pathLst>
                <a:path w="2323" h="2323" extrusionOk="0">
                  <a:moveTo>
                    <a:pt x="1132" y="167"/>
                  </a:moveTo>
                  <a:cubicBezTo>
                    <a:pt x="1679" y="167"/>
                    <a:pt x="2144" y="620"/>
                    <a:pt x="2144" y="1179"/>
                  </a:cubicBezTo>
                  <a:cubicBezTo>
                    <a:pt x="2144" y="1536"/>
                    <a:pt x="1953" y="1870"/>
                    <a:pt x="1644" y="2048"/>
                  </a:cubicBezTo>
                  <a:cubicBezTo>
                    <a:pt x="1596" y="2072"/>
                    <a:pt x="1548" y="2084"/>
                    <a:pt x="1501" y="2108"/>
                  </a:cubicBezTo>
                  <a:cubicBezTo>
                    <a:pt x="1382" y="2144"/>
                    <a:pt x="1263" y="2179"/>
                    <a:pt x="1132" y="2179"/>
                  </a:cubicBezTo>
                  <a:cubicBezTo>
                    <a:pt x="584" y="2179"/>
                    <a:pt x="120" y="1727"/>
                    <a:pt x="120" y="1167"/>
                  </a:cubicBezTo>
                  <a:cubicBezTo>
                    <a:pt x="120" y="822"/>
                    <a:pt x="286" y="524"/>
                    <a:pt x="548" y="346"/>
                  </a:cubicBezTo>
                  <a:cubicBezTo>
                    <a:pt x="596" y="322"/>
                    <a:pt x="643" y="286"/>
                    <a:pt x="691" y="274"/>
                  </a:cubicBezTo>
                  <a:cubicBezTo>
                    <a:pt x="822" y="203"/>
                    <a:pt x="989" y="167"/>
                    <a:pt x="1132" y="167"/>
                  </a:cubicBezTo>
                  <a:close/>
                  <a:moveTo>
                    <a:pt x="1144" y="1"/>
                  </a:moveTo>
                  <a:cubicBezTo>
                    <a:pt x="953" y="1"/>
                    <a:pt x="774" y="48"/>
                    <a:pt x="608" y="143"/>
                  </a:cubicBezTo>
                  <a:cubicBezTo>
                    <a:pt x="572" y="167"/>
                    <a:pt x="524" y="179"/>
                    <a:pt x="489" y="215"/>
                  </a:cubicBezTo>
                  <a:cubicBezTo>
                    <a:pt x="191" y="417"/>
                    <a:pt x="1" y="763"/>
                    <a:pt x="1" y="1167"/>
                  </a:cubicBezTo>
                  <a:cubicBezTo>
                    <a:pt x="1" y="1810"/>
                    <a:pt x="524" y="2322"/>
                    <a:pt x="1167" y="2322"/>
                  </a:cubicBezTo>
                  <a:cubicBezTo>
                    <a:pt x="1322" y="2322"/>
                    <a:pt x="1477" y="2298"/>
                    <a:pt x="1608" y="2239"/>
                  </a:cubicBezTo>
                  <a:cubicBezTo>
                    <a:pt x="1655" y="2227"/>
                    <a:pt x="1703" y="2191"/>
                    <a:pt x="1739" y="2168"/>
                  </a:cubicBezTo>
                  <a:cubicBezTo>
                    <a:pt x="2084" y="1953"/>
                    <a:pt x="2322" y="1584"/>
                    <a:pt x="2322" y="1167"/>
                  </a:cubicBezTo>
                  <a:cubicBezTo>
                    <a:pt x="2298" y="524"/>
                    <a:pt x="1786" y="1"/>
                    <a:pt x="1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9">
              <a:extLst>
                <a:ext uri="{FF2B5EF4-FFF2-40B4-BE49-F238E27FC236}">
                  <a16:creationId xmlns:a16="http://schemas.microsoft.com/office/drawing/2014/main" id="{27B76668-FBAD-F1AB-8BE7-A4901142D5B2}"/>
                </a:ext>
              </a:extLst>
            </p:cNvPr>
            <p:cNvSpPr/>
            <p:nvPr/>
          </p:nvSpPr>
          <p:spPr>
            <a:xfrm>
              <a:off x="2376988" y="704400"/>
              <a:ext cx="45716" cy="45716"/>
            </a:xfrm>
            <a:custGeom>
              <a:avLst/>
              <a:gdLst/>
              <a:ahLst/>
              <a:cxnLst/>
              <a:rect l="l" t="t" r="r" b="b"/>
              <a:pathLst>
                <a:path w="1168" h="1168" extrusionOk="0">
                  <a:moveTo>
                    <a:pt x="619" y="156"/>
                  </a:moveTo>
                  <a:cubicBezTo>
                    <a:pt x="667" y="156"/>
                    <a:pt x="727" y="168"/>
                    <a:pt x="774" y="191"/>
                  </a:cubicBezTo>
                  <a:cubicBezTo>
                    <a:pt x="917" y="275"/>
                    <a:pt x="1012" y="418"/>
                    <a:pt x="1012" y="584"/>
                  </a:cubicBezTo>
                  <a:cubicBezTo>
                    <a:pt x="1024" y="823"/>
                    <a:pt x="834" y="1013"/>
                    <a:pt x="572" y="1013"/>
                  </a:cubicBezTo>
                  <a:cubicBezTo>
                    <a:pt x="334" y="1013"/>
                    <a:pt x="143" y="823"/>
                    <a:pt x="143" y="584"/>
                  </a:cubicBezTo>
                  <a:cubicBezTo>
                    <a:pt x="143" y="346"/>
                    <a:pt x="334" y="156"/>
                    <a:pt x="572" y="156"/>
                  </a:cubicBezTo>
                  <a:close/>
                  <a:moveTo>
                    <a:pt x="572" y="1"/>
                  </a:moveTo>
                  <a:cubicBezTo>
                    <a:pt x="250" y="1"/>
                    <a:pt x="0" y="275"/>
                    <a:pt x="0" y="584"/>
                  </a:cubicBezTo>
                  <a:cubicBezTo>
                    <a:pt x="0" y="906"/>
                    <a:pt x="262" y="1168"/>
                    <a:pt x="572" y="1168"/>
                  </a:cubicBezTo>
                  <a:cubicBezTo>
                    <a:pt x="905" y="1168"/>
                    <a:pt x="1155" y="894"/>
                    <a:pt x="1155" y="584"/>
                  </a:cubicBezTo>
                  <a:cubicBezTo>
                    <a:pt x="1167" y="358"/>
                    <a:pt x="1036" y="168"/>
                    <a:pt x="858" y="61"/>
                  </a:cubicBezTo>
                  <a:cubicBezTo>
                    <a:pt x="810" y="37"/>
                    <a:pt x="774" y="13"/>
                    <a:pt x="715" y="13"/>
                  </a:cubicBezTo>
                  <a:cubicBezTo>
                    <a:pt x="667" y="1"/>
                    <a:pt x="619" y="1"/>
                    <a:pt x="5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9">
              <a:extLst>
                <a:ext uri="{FF2B5EF4-FFF2-40B4-BE49-F238E27FC236}">
                  <a16:creationId xmlns:a16="http://schemas.microsoft.com/office/drawing/2014/main" id="{0BEAC909-4503-64F6-D612-AFA6E0A58F1D}"/>
                </a:ext>
              </a:extLst>
            </p:cNvPr>
            <p:cNvSpPr/>
            <p:nvPr/>
          </p:nvSpPr>
          <p:spPr>
            <a:xfrm>
              <a:off x="3308050" y="704400"/>
              <a:ext cx="45716" cy="45716"/>
            </a:xfrm>
            <a:custGeom>
              <a:avLst/>
              <a:gdLst/>
              <a:ahLst/>
              <a:cxnLst/>
              <a:rect l="l" t="t" r="r" b="b"/>
              <a:pathLst>
                <a:path w="1168" h="1168" extrusionOk="0">
                  <a:moveTo>
                    <a:pt x="584" y="132"/>
                  </a:moveTo>
                  <a:cubicBezTo>
                    <a:pt x="823" y="132"/>
                    <a:pt x="1013" y="334"/>
                    <a:pt x="1013" y="572"/>
                  </a:cubicBezTo>
                  <a:cubicBezTo>
                    <a:pt x="1013" y="823"/>
                    <a:pt x="823" y="1013"/>
                    <a:pt x="584" y="1013"/>
                  </a:cubicBezTo>
                  <a:cubicBezTo>
                    <a:pt x="549" y="1013"/>
                    <a:pt x="525" y="1013"/>
                    <a:pt x="513" y="1001"/>
                  </a:cubicBezTo>
                  <a:cubicBezTo>
                    <a:pt x="465" y="989"/>
                    <a:pt x="406" y="965"/>
                    <a:pt x="358" y="942"/>
                  </a:cubicBezTo>
                  <a:cubicBezTo>
                    <a:pt x="227" y="870"/>
                    <a:pt x="156" y="715"/>
                    <a:pt x="156" y="572"/>
                  </a:cubicBezTo>
                  <a:cubicBezTo>
                    <a:pt x="156" y="334"/>
                    <a:pt x="346" y="132"/>
                    <a:pt x="584" y="132"/>
                  </a:cubicBezTo>
                  <a:close/>
                  <a:moveTo>
                    <a:pt x="584" y="1"/>
                  </a:moveTo>
                  <a:cubicBezTo>
                    <a:pt x="251" y="1"/>
                    <a:pt x="1" y="275"/>
                    <a:pt x="1" y="584"/>
                  </a:cubicBezTo>
                  <a:cubicBezTo>
                    <a:pt x="1" y="811"/>
                    <a:pt x="120" y="989"/>
                    <a:pt x="299" y="1084"/>
                  </a:cubicBezTo>
                  <a:cubicBezTo>
                    <a:pt x="346" y="1120"/>
                    <a:pt x="394" y="1132"/>
                    <a:pt x="430" y="1144"/>
                  </a:cubicBezTo>
                  <a:cubicBezTo>
                    <a:pt x="477" y="1168"/>
                    <a:pt x="537" y="1168"/>
                    <a:pt x="584" y="1168"/>
                  </a:cubicBezTo>
                  <a:cubicBezTo>
                    <a:pt x="918" y="1168"/>
                    <a:pt x="1168" y="894"/>
                    <a:pt x="1168" y="584"/>
                  </a:cubicBezTo>
                  <a:cubicBezTo>
                    <a:pt x="1168" y="251"/>
                    <a:pt x="918"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9">
              <a:extLst>
                <a:ext uri="{FF2B5EF4-FFF2-40B4-BE49-F238E27FC236}">
                  <a16:creationId xmlns:a16="http://schemas.microsoft.com/office/drawing/2014/main" id="{130FFEE1-46A4-9C22-1930-E9371AB30892}"/>
                </a:ext>
              </a:extLst>
            </p:cNvPr>
            <p:cNvSpPr/>
            <p:nvPr/>
          </p:nvSpPr>
          <p:spPr>
            <a:xfrm>
              <a:off x="2843458" y="707218"/>
              <a:ext cx="39649" cy="39649"/>
            </a:xfrm>
            <a:custGeom>
              <a:avLst/>
              <a:gdLst/>
              <a:ahLst/>
              <a:cxnLst/>
              <a:rect l="l" t="t" r="r" b="b"/>
              <a:pathLst>
                <a:path w="1013" h="1013" extrusionOk="0">
                  <a:moveTo>
                    <a:pt x="501" y="0"/>
                  </a:moveTo>
                  <a:cubicBezTo>
                    <a:pt x="227" y="0"/>
                    <a:pt x="0" y="227"/>
                    <a:pt x="0" y="512"/>
                  </a:cubicBezTo>
                  <a:cubicBezTo>
                    <a:pt x="0" y="798"/>
                    <a:pt x="227" y="1012"/>
                    <a:pt x="501" y="1012"/>
                  </a:cubicBezTo>
                  <a:cubicBezTo>
                    <a:pt x="786" y="1012"/>
                    <a:pt x="1012" y="798"/>
                    <a:pt x="1012" y="512"/>
                  </a:cubicBezTo>
                  <a:cubicBezTo>
                    <a:pt x="1012" y="227"/>
                    <a:pt x="786" y="0"/>
                    <a:pt x="5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838;p39">
            <a:extLst>
              <a:ext uri="{FF2B5EF4-FFF2-40B4-BE49-F238E27FC236}">
                <a16:creationId xmlns:a16="http://schemas.microsoft.com/office/drawing/2014/main" id="{24474F14-DF05-4872-9973-ED01ED082197}"/>
              </a:ext>
            </a:extLst>
          </p:cNvPr>
          <p:cNvGrpSpPr/>
          <p:nvPr/>
        </p:nvGrpSpPr>
        <p:grpSpPr>
          <a:xfrm>
            <a:off x="158501" y="99885"/>
            <a:ext cx="1109440" cy="2219632"/>
            <a:chOff x="1990206" y="3718102"/>
            <a:chExt cx="693443" cy="1387356"/>
          </a:xfrm>
        </p:grpSpPr>
        <p:sp>
          <p:nvSpPr>
            <p:cNvPr id="839" name="Google Shape;839;p39">
              <a:extLst>
                <a:ext uri="{FF2B5EF4-FFF2-40B4-BE49-F238E27FC236}">
                  <a16:creationId xmlns:a16="http://schemas.microsoft.com/office/drawing/2014/main" id="{95215C9B-7B3B-8C80-5058-1F9F8DD7221B}"/>
                </a:ext>
              </a:extLst>
            </p:cNvPr>
            <p:cNvSpPr/>
            <p:nvPr/>
          </p:nvSpPr>
          <p:spPr>
            <a:xfrm>
              <a:off x="2431980" y="4000027"/>
              <a:ext cx="251670" cy="251240"/>
            </a:xfrm>
            <a:custGeom>
              <a:avLst/>
              <a:gdLst/>
              <a:ahLst/>
              <a:cxnLst/>
              <a:rect l="l" t="t" r="r" b="b"/>
              <a:pathLst>
                <a:path w="6430" h="6419" fill="none" extrusionOk="0">
                  <a:moveTo>
                    <a:pt x="5203" y="6418"/>
                  </a:moveTo>
                  <a:lnTo>
                    <a:pt x="1227" y="6418"/>
                  </a:lnTo>
                  <a:cubicBezTo>
                    <a:pt x="536" y="6418"/>
                    <a:pt x="0" y="5871"/>
                    <a:pt x="0" y="5204"/>
                  </a:cubicBezTo>
                  <a:lnTo>
                    <a:pt x="0" y="1227"/>
                  </a:lnTo>
                  <a:cubicBezTo>
                    <a:pt x="0" y="537"/>
                    <a:pt x="560" y="1"/>
                    <a:pt x="1227" y="1"/>
                  </a:cubicBezTo>
                  <a:lnTo>
                    <a:pt x="5203" y="1"/>
                  </a:lnTo>
                  <a:cubicBezTo>
                    <a:pt x="5882" y="1"/>
                    <a:pt x="6418" y="560"/>
                    <a:pt x="6418" y="1227"/>
                  </a:cubicBezTo>
                  <a:lnTo>
                    <a:pt x="6418" y="5204"/>
                  </a:lnTo>
                  <a:cubicBezTo>
                    <a:pt x="6430" y="5871"/>
                    <a:pt x="5882" y="6418"/>
                    <a:pt x="5203"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9">
              <a:extLst>
                <a:ext uri="{FF2B5EF4-FFF2-40B4-BE49-F238E27FC236}">
                  <a16:creationId xmlns:a16="http://schemas.microsoft.com/office/drawing/2014/main" id="{C61DCBF8-D87A-4B82-935C-20CF908BC652}"/>
                </a:ext>
              </a:extLst>
            </p:cNvPr>
            <p:cNvSpPr/>
            <p:nvPr/>
          </p:nvSpPr>
          <p:spPr>
            <a:xfrm>
              <a:off x="1993455" y="4000027"/>
              <a:ext cx="376566" cy="251240"/>
            </a:xfrm>
            <a:custGeom>
              <a:avLst/>
              <a:gdLst/>
              <a:ahLst/>
              <a:cxnLst/>
              <a:rect l="l" t="t" r="r" b="b"/>
              <a:pathLst>
                <a:path w="9621" h="6419" fill="none" extrusionOk="0">
                  <a:moveTo>
                    <a:pt x="8382" y="6418"/>
                  </a:moveTo>
                  <a:lnTo>
                    <a:pt x="1227" y="6418"/>
                  </a:lnTo>
                  <a:cubicBezTo>
                    <a:pt x="536" y="6418"/>
                    <a:pt x="0" y="5871"/>
                    <a:pt x="0" y="5204"/>
                  </a:cubicBezTo>
                  <a:lnTo>
                    <a:pt x="0" y="1227"/>
                  </a:lnTo>
                  <a:cubicBezTo>
                    <a:pt x="0" y="537"/>
                    <a:pt x="548" y="1"/>
                    <a:pt x="1227" y="1"/>
                  </a:cubicBezTo>
                  <a:lnTo>
                    <a:pt x="8382" y="1"/>
                  </a:lnTo>
                  <a:cubicBezTo>
                    <a:pt x="9061" y="1"/>
                    <a:pt x="9597" y="560"/>
                    <a:pt x="9597" y="1227"/>
                  </a:cubicBezTo>
                  <a:lnTo>
                    <a:pt x="9597" y="5204"/>
                  </a:lnTo>
                  <a:cubicBezTo>
                    <a:pt x="9621" y="5871"/>
                    <a:pt x="9061" y="6418"/>
                    <a:pt x="838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9">
              <a:extLst>
                <a:ext uri="{FF2B5EF4-FFF2-40B4-BE49-F238E27FC236}">
                  <a16:creationId xmlns:a16="http://schemas.microsoft.com/office/drawing/2014/main" id="{E604D1AD-D3B4-2E96-5AE4-E6C459871064}"/>
                </a:ext>
              </a:extLst>
            </p:cNvPr>
            <p:cNvSpPr/>
            <p:nvPr/>
          </p:nvSpPr>
          <p:spPr>
            <a:xfrm>
              <a:off x="2534957" y="4080186"/>
              <a:ext cx="65755" cy="84856"/>
            </a:xfrm>
            <a:custGeom>
              <a:avLst/>
              <a:gdLst/>
              <a:ahLst/>
              <a:cxnLst/>
              <a:rect l="l" t="t" r="r" b="b"/>
              <a:pathLst>
                <a:path w="1680" h="2168" extrusionOk="0">
                  <a:moveTo>
                    <a:pt x="846" y="203"/>
                  </a:moveTo>
                  <a:cubicBezTo>
                    <a:pt x="1024" y="203"/>
                    <a:pt x="1167" y="263"/>
                    <a:pt x="1263" y="394"/>
                  </a:cubicBezTo>
                  <a:cubicBezTo>
                    <a:pt x="1370" y="536"/>
                    <a:pt x="1429" y="715"/>
                    <a:pt x="1429" y="941"/>
                  </a:cubicBezTo>
                  <a:cubicBezTo>
                    <a:pt x="1429" y="1167"/>
                    <a:pt x="1370" y="1358"/>
                    <a:pt x="1263" y="1489"/>
                  </a:cubicBezTo>
                  <a:cubicBezTo>
                    <a:pt x="1167" y="1620"/>
                    <a:pt x="1024" y="1679"/>
                    <a:pt x="846" y="1679"/>
                  </a:cubicBezTo>
                  <a:cubicBezTo>
                    <a:pt x="667" y="1679"/>
                    <a:pt x="524" y="1620"/>
                    <a:pt x="417" y="1489"/>
                  </a:cubicBezTo>
                  <a:cubicBezTo>
                    <a:pt x="310" y="1358"/>
                    <a:pt x="262" y="1167"/>
                    <a:pt x="262" y="941"/>
                  </a:cubicBezTo>
                  <a:cubicBezTo>
                    <a:pt x="262" y="715"/>
                    <a:pt x="310" y="536"/>
                    <a:pt x="417" y="394"/>
                  </a:cubicBezTo>
                  <a:cubicBezTo>
                    <a:pt x="524" y="263"/>
                    <a:pt x="667" y="203"/>
                    <a:pt x="846" y="203"/>
                  </a:cubicBezTo>
                  <a:close/>
                  <a:moveTo>
                    <a:pt x="846" y="1"/>
                  </a:moveTo>
                  <a:cubicBezTo>
                    <a:pt x="584" y="1"/>
                    <a:pt x="382" y="84"/>
                    <a:pt x="227" y="251"/>
                  </a:cubicBezTo>
                  <a:cubicBezTo>
                    <a:pt x="72" y="429"/>
                    <a:pt x="1" y="656"/>
                    <a:pt x="1" y="941"/>
                  </a:cubicBezTo>
                  <a:cubicBezTo>
                    <a:pt x="1" y="1227"/>
                    <a:pt x="72" y="1453"/>
                    <a:pt x="227" y="1632"/>
                  </a:cubicBezTo>
                  <a:cubicBezTo>
                    <a:pt x="382" y="1799"/>
                    <a:pt x="584" y="1882"/>
                    <a:pt x="846" y="1882"/>
                  </a:cubicBezTo>
                  <a:lnTo>
                    <a:pt x="941" y="1882"/>
                  </a:lnTo>
                  <a:lnTo>
                    <a:pt x="1215" y="2168"/>
                  </a:lnTo>
                  <a:lnTo>
                    <a:pt x="1513" y="2168"/>
                  </a:lnTo>
                  <a:lnTo>
                    <a:pt x="1191" y="1822"/>
                  </a:lnTo>
                  <a:cubicBezTo>
                    <a:pt x="1346" y="1751"/>
                    <a:pt x="1477" y="1632"/>
                    <a:pt x="1560" y="1489"/>
                  </a:cubicBezTo>
                  <a:cubicBezTo>
                    <a:pt x="1644" y="1334"/>
                    <a:pt x="1679" y="1156"/>
                    <a:pt x="1679" y="941"/>
                  </a:cubicBezTo>
                  <a:cubicBezTo>
                    <a:pt x="1679" y="656"/>
                    <a:pt x="1608" y="429"/>
                    <a:pt x="1453" y="251"/>
                  </a:cubicBezTo>
                  <a:cubicBezTo>
                    <a:pt x="1298" y="84"/>
                    <a:pt x="1096" y="1"/>
                    <a:pt x="8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9">
              <a:extLst>
                <a:ext uri="{FF2B5EF4-FFF2-40B4-BE49-F238E27FC236}">
                  <a16:creationId xmlns:a16="http://schemas.microsoft.com/office/drawing/2014/main" id="{EC1E6F30-54DB-67FE-DE6F-79B848D54168}"/>
                </a:ext>
              </a:extLst>
            </p:cNvPr>
            <p:cNvSpPr/>
            <p:nvPr/>
          </p:nvSpPr>
          <p:spPr>
            <a:xfrm>
              <a:off x="2092714" y="3887734"/>
              <a:ext cx="36870" cy="49904"/>
            </a:xfrm>
            <a:custGeom>
              <a:avLst/>
              <a:gdLst/>
              <a:ahLst/>
              <a:cxnLst/>
              <a:rect l="l" t="t" r="r" b="b"/>
              <a:pathLst>
                <a:path w="942" h="1275" extrusionOk="0">
                  <a:moveTo>
                    <a:pt x="465" y="131"/>
                  </a:moveTo>
                  <a:cubicBezTo>
                    <a:pt x="560" y="131"/>
                    <a:pt x="620" y="167"/>
                    <a:pt x="679" y="239"/>
                  </a:cubicBezTo>
                  <a:cubicBezTo>
                    <a:pt x="727" y="298"/>
                    <a:pt x="751" y="381"/>
                    <a:pt x="751" y="500"/>
                  </a:cubicBezTo>
                  <a:cubicBezTo>
                    <a:pt x="751" y="608"/>
                    <a:pt x="727" y="691"/>
                    <a:pt x="679" y="762"/>
                  </a:cubicBezTo>
                  <a:cubicBezTo>
                    <a:pt x="620" y="822"/>
                    <a:pt x="560" y="858"/>
                    <a:pt x="465" y="858"/>
                  </a:cubicBezTo>
                  <a:cubicBezTo>
                    <a:pt x="381" y="858"/>
                    <a:pt x="322" y="822"/>
                    <a:pt x="262" y="762"/>
                  </a:cubicBezTo>
                  <a:cubicBezTo>
                    <a:pt x="215" y="691"/>
                    <a:pt x="191" y="608"/>
                    <a:pt x="191" y="500"/>
                  </a:cubicBezTo>
                  <a:cubicBezTo>
                    <a:pt x="191" y="393"/>
                    <a:pt x="215" y="298"/>
                    <a:pt x="262" y="239"/>
                  </a:cubicBezTo>
                  <a:cubicBezTo>
                    <a:pt x="322" y="167"/>
                    <a:pt x="381" y="131"/>
                    <a:pt x="465" y="131"/>
                  </a:cubicBezTo>
                  <a:close/>
                  <a:moveTo>
                    <a:pt x="465" y="0"/>
                  </a:moveTo>
                  <a:cubicBezTo>
                    <a:pt x="322" y="0"/>
                    <a:pt x="215" y="36"/>
                    <a:pt x="131" y="131"/>
                  </a:cubicBezTo>
                  <a:cubicBezTo>
                    <a:pt x="36" y="227"/>
                    <a:pt x="0" y="346"/>
                    <a:pt x="0" y="500"/>
                  </a:cubicBezTo>
                  <a:cubicBezTo>
                    <a:pt x="0" y="655"/>
                    <a:pt x="36" y="774"/>
                    <a:pt x="131" y="858"/>
                  </a:cubicBezTo>
                  <a:cubicBezTo>
                    <a:pt x="215" y="953"/>
                    <a:pt x="322" y="1001"/>
                    <a:pt x="465" y="1001"/>
                  </a:cubicBezTo>
                  <a:cubicBezTo>
                    <a:pt x="620" y="1001"/>
                    <a:pt x="727" y="953"/>
                    <a:pt x="810" y="870"/>
                  </a:cubicBezTo>
                  <a:cubicBezTo>
                    <a:pt x="893" y="774"/>
                    <a:pt x="941" y="655"/>
                    <a:pt x="941" y="500"/>
                  </a:cubicBezTo>
                  <a:cubicBezTo>
                    <a:pt x="941" y="346"/>
                    <a:pt x="893" y="227"/>
                    <a:pt x="810" y="131"/>
                  </a:cubicBezTo>
                  <a:cubicBezTo>
                    <a:pt x="727" y="36"/>
                    <a:pt x="620" y="0"/>
                    <a:pt x="465" y="0"/>
                  </a:cubicBezTo>
                  <a:close/>
                  <a:moveTo>
                    <a:pt x="48" y="1132"/>
                  </a:moveTo>
                  <a:lnTo>
                    <a:pt x="48" y="1274"/>
                  </a:lnTo>
                  <a:lnTo>
                    <a:pt x="893" y="1274"/>
                  </a:lnTo>
                  <a:lnTo>
                    <a:pt x="893" y="11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9">
              <a:extLst>
                <a:ext uri="{FF2B5EF4-FFF2-40B4-BE49-F238E27FC236}">
                  <a16:creationId xmlns:a16="http://schemas.microsoft.com/office/drawing/2014/main" id="{78002BA9-1383-D3E4-7C21-8D2AF07F1260}"/>
                </a:ext>
              </a:extLst>
            </p:cNvPr>
            <p:cNvSpPr/>
            <p:nvPr/>
          </p:nvSpPr>
          <p:spPr>
            <a:xfrm>
              <a:off x="2093653" y="3766087"/>
              <a:ext cx="34052" cy="50373"/>
            </a:xfrm>
            <a:custGeom>
              <a:avLst/>
              <a:gdLst/>
              <a:ahLst/>
              <a:cxnLst/>
              <a:rect l="l" t="t" r="r" b="b"/>
              <a:pathLst>
                <a:path w="870" h="1287" extrusionOk="0">
                  <a:moveTo>
                    <a:pt x="679" y="513"/>
                  </a:moveTo>
                  <a:lnTo>
                    <a:pt x="679" y="549"/>
                  </a:lnTo>
                  <a:cubicBezTo>
                    <a:pt x="679" y="644"/>
                    <a:pt x="655" y="715"/>
                    <a:pt x="608" y="775"/>
                  </a:cubicBezTo>
                  <a:cubicBezTo>
                    <a:pt x="548" y="834"/>
                    <a:pt x="477" y="858"/>
                    <a:pt x="393" y="858"/>
                  </a:cubicBezTo>
                  <a:cubicBezTo>
                    <a:pt x="334" y="858"/>
                    <a:pt x="274" y="846"/>
                    <a:pt x="238" y="811"/>
                  </a:cubicBezTo>
                  <a:cubicBezTo>
                    <a:pt x="203" y="787"/>
                    <a:pt x="179" y="739"/>
                    <a:pt x="179" y="691"/>
                  </a:cubicBezTo>
                  <a:cubicBezTo>
                    <a:pt x="179" y="632"/>
                    <a:pt x="203" y="584"/>
                    <a:pt x="250" y="549"/>
                  </a:cubicBezTo>
                  <a:cubicBezTo>
                    <a:pt x="310" y="525"/>
                    <a:pt x="393" y="513"/>
                    <a:pt x="524" y="513"/>
                  </a:cubicBezTo>
                  <a:close/>
                  <a:moveTo>
                    <a:pt x="417" y="1"/>
                  </a:moveTo>
                  <a:cubicBezTo>
                    <a:pt x="369" y="1"/>
                    <a:pt x="310" y="13"/>
                    <a:pt x="250" y="25"/>
                  </a:cubicBezTo>
                  <a:cubicBezTo>
                    <a:pt x="191" y="37"/>
                    <a:pt x="131" y="49"/>
                    <a:pt x="72" y="72"/>
                  </a:cubicBezTo>
                  <a:lnTo>
                    <a:pt x="72" y="227"/>
                  </a:lnTo>
                  <a:cubicBezTo>
                    <a:pt x="131" y="203"/>
                    <a:pt x="179" y="179"/>
                    <a:pt x="238" y="168"/>
                  </a:cubicBezTo>
                  <a:cubicBezTo>
                    <a:pt x="298" y="156"/>
                    <a:pt x="346" y="144"/>
                    <a:pt x="393" y="144"/>
                  </a:cubicBezTo>
                  <a:cubicBezTo>
                    <a:pt x="488" y="144"/>
                    <a:pt x="560" y="168"/>
                    <a:pt x="608" y="203"/>
                  </a:cubicBezTo>
                  <a:cubicBezTo>
                    <a:pt x="655" y="239"/>
                    <a:pt x="679" y="299"/>
                    <a:pt x="679" y="370"/>
                  </a:cubicBezTo>
                  <a:lnTo>
                    <a:pt x="465" y="370"/>
                  </a:lnTo>
                  <a:cubicBezTo>
                    <a:pt x="310" y="370"/>
                    <a:pt x="191" y="406"/>
                    <a:pt x="119" y="453"/>
                  </a:cubicBezTo>
                  <a:cubicBezTo>
                    <a:pt x="36" y="513"/>
                    <a:pt x="0" y="596"/>
                    <a:pt x="0" y="703"/>
                  </a:cubicBezTo>
                  <a:cubicBezTo>
                    <a:pt x="0" y="799"/>
                    <a:pt x="24" y="870"/>
                    <a:pt x="96" y="930"/>
                  </a:cubicBezTo>
                  <a:cubicBezTo>
                    <a:pt x="155" y="977"/>
                    <a:pt x="238" y="1001"/>
                    <a:pt x="334" y="1001"/>
                  </a:cubicBezTo>
                  <a:cubicBezTo>
                    <a:pt x="417" y="1001"/>
                    <a:pt x="477" y="989"/>
                    <a:pt x="536" y="965"/>
                  </a:cubicBezTo>
                  <a:cubicBezTo>
                    <a:pt x="596" y="941"/>
                    <a:pt x="643" y="894"/>
                    <a:pt x="679" y="846"/>
                  </a:cubicBezTo>
                  <a:lnTo>
                    <a:pt x="679" y="989"/>
                  </a:lnTo>
                  <a:lnTo>
                    <a:pt x="858" y="989"/>
                  </a:lnTo>
                  <a:lnTo>
                    <a:pt x="858" y="441"/>
                  </a:lnTo>
                  <a:cubicBezTo>
                    <a:pt x="858" y="299"/>
                    <a:pt x="822" y="179"/>
                    <a:pt x="750" y="108"/>
                  </a:cubicBezTo>
                  <a:cubicBezTo>
                    <a:pt x="679" y="37"/>
                    <a:pt x="572" y="1"/>
                    <a:pt x="417" y="1"/>
                  </a:cubicBezTo>
                  <a:close/>
                  <a:moveTo>
                    <a:pt x="24" y="1132"/>
                  </a:moveTo>
                  <a:lnTo>
                    <a:pt x="24" y="1287"/>
                  </a:lnTo>
                  <a:lnTo>
                    <a:pt x="869" y="1287"/>
                  </a:lnTo>
                  <a:lnTo>
                    <a:pt x="869" y="11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9">
              <a:extLst>
                <a:ext uri="{FF2B5EF4-FFF2-40B4-BE49-F238E27FC236}">
                  <a16:creationId xmlns:a16="http://schemas.microsoft.com/office/drawing/2014/main" id="{55C75841-EF90-E2FB-C8F1-D9982856F7F0}"/>
                </a:ext>
              </a:extLst>
            </p:cNvPr>
            <p:cNvSpPr/>
            <p:nvPr/>
          </p:nvSpPr>
          <p:spPr>
            <a:xfrm>
              <a:off x="1993455" y="3718102"/>
              <a:ext cx="251670" cy="251201"/>
            </a:xfrm>
            <a:custGeom>
              <a:avLst/>
              <a:gdLst/>
              <a:ahLst/>
              <a:cxnLst/>
              <a:rect l="l" t="t" r="r" b="b"/>
              <a:pathLst>
                <a:path w="6430" h="6418" fill="none" extrusionOk="0">
                  <a:moveTo>
                    <a:pt x="5192" y="6418"/>
                  </a:moveTo>
                  <a:lnTo>
                    <a:pt x="1227" y="6418"/>
                  </a:lnTo>
                  <a:cubicBezTo>
                    <a:pt x="536" y="6418"/>
                    <a:pt x="0" y="5870"/>
                    <a:pt x="0" y="5204"/>
                  </a:cubicBezTo>
                  <a:lnTo>
                    <a:pt x="0" y="1227"/>
                  </a:lnTo>
                  <a:cubicBezTo>
                    <a:pt x="0" y="548"/>
                    <a:pt x="548" y="1"/>
                    <a:pt x="1227" y="1"/>
                  </a:cubicBezTo>
                  <a:lnTo>
                    <a:pt x="5192" y="1"/>
                  </a:lnTo>
                  <a:cubicBezTo>
                    <a:pt x="5882" y="1"/>
                    <a:pt x="6418" y="560"/>
                    <a:pt x="6418" y="1227"/>
                  </a:cubicBezTo>
                  <a:lnTo>
                    <a:pt x="6418" y="5204"/>
                  </a:lnTo>
                  <a:cubicBezTo>
                    <a:pt x="6430" y="5870"/>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9">
              <a:extLst>
                <a:ext uri="{FF2B5EF4-FFF2-40B4-BE49-F238E27FC236}">
                  <a16:creationId xmlns:a16="http://schemas.microsoft.com/office/drawing/2014/main" id="{425EABC1-25BF-DE30-E5DF-385A01A22ABF}"/>
                </a:ext>
              </a:extLst>
            </p:cNvPr>
            <p:cNvSpPr/>
            <p:nvPr/>
          </p:nvSpPr>
          <p:spPr>
            <a:xfrm>
              <a:off x="2305675" y="3718102"/>
              <a:ext cx="251670" cy="251201"/>
            </a:xfrm>
            <a:custGeom>
              <a:avLst/>
              <a:gdLst/>
              <a:ahLst/>
              <a:cxnLst/>
              <a:rect l="l" t="t" r="r" b="b"/>
              <a:pathLst>
                <a:path w="6430" h="6418" fill="none" extrusionOk="0">
                  <a:moveTo>
                    <a:pt x="5216" y="6418"/>
                  </a:moveTo>
                  <a:lnTo>
                    <a:pt x="1227" y="6418"/>
                  </a:lnTo>
                  <a:cubicBezTo>
                    <a:pt x="536" y="6418"/>
                    <a:pt x="1" y="5870"/>
                    <a:pt x="1" y="5204"/>
                  </a:cubicBezTo>
                  <a:lnTo>
                    <a:pt x="1" y="1227"/>
                  </a:lnTo>
                  <a:cubicBezTo>
                    <a:pt x="1" y="548"/>
                    <a:pt x="548" y="1"/>
                    <a:pt x="1227" y="1"/>
                  </a:cubicBezTo>
                  <a:lnTo>
                    <a:pt x="5192" y="1"/>
                  </a:lnTo>
                  <a:cubicBezTo>
                    <a:pt x="5882" y="1"/>
                    <a:pt x="6418" y="560"/>
                    <a:pt x="6418" y="1227"/>
                  </a:cubicBezTo>
                  <a:lnTo>
                    <a:pt x="6418" y="5204"/>
                  </a:lnTo>
                  <a:cubicBezTo>
                    <a:pt x="6430" y="5870"/>
                    <a:pt x="5882" y="6418"/>
                    <a:pt x="521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9">
              <a:extLst>
                <a:ext uri="{FF2B5EF4-FFF2-40B4-BE49-F238E27FC236}">
                  <a16:creationId xmlns:a16="http://schemas.microsoft.com/office/drawing/2014/main" id="{7DB4061B-2FBA-6B87-DF71-CC83899D695F}"/>
                </a:ext>
              </a:extLst>
            </p:cNvPr>
            <p:cNvSpPr/>
            <p:nvPr/>
          </p:nvSpPr>
          <p:spPr>
            <a:xfrm>
              <a:off x="1993455" y="4854218"/>
              <a:ext cx="251670" cy="251240"/>
            </a:xfrm>
            <a:custGeom>
              <a:avLst/>
              <a:gdLst/>
              <a:ahLst/>
              <a:cxnLst/>
              <a:rect l="l" t="t" r="r" b="b"/>
              <a:pathLst>
                <a:path w="6430" h="6419" fill="none" extrusionOk="0">
                  <a:moveTo>
                    <a:pt x="5192" y="6418"/>
                  </a:moveTo>
                  <a:lnTo>
                    <a:pt x="1227" y="6418"/>
                  </a:lnTo>
                  <a:cubicBezTo>
                    <a:pt x="536" y="6418"/>
                    <a:pt x="0" y="5871"/>
                    <a:pt x="0" y="5192"/>
                  </a:cubicBezTo>
                  <a:lnTo>
                    <a:pt x="0" y="1227"/>
                  </a:lnTo>
                  <a:cubicBezTo>
                    <a:pt x="0" y="537"/>
                    <a:pt x="548" y="1"/>
                    <a:pt x="1227" y="1"/>
                  </a:cubicBezTo>
                  <a:lnTo>
                    <a:pt x="5192" y="1"/>
                  </a:lnTo>
                  <a:cubicBezTo>
                    <a:pt x="5882" y="1"/>
                    <a:pt x="6418" y="549"/>
                    <a:pt x="6418" y="1227"/>
                  </a:cubicBezTo>
                  <a:lnTo>
                    <a:pt x="6418" y="5192"/>
                  </a:lnTo>
                  <a:cubicBezTo>
                    <a:pt x="6430" y="5871"/>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9">
              <a:extLst>
                <a:ext uri="{FF2B5EF4-FFF2-40B4-BE49-F238E27FC236}">
                  <a16:creationId xmlns:a16="http://schemas.microsoft.com/office/drawing/2014/main" id="{8D36369F-1565-E312-5D2D-969E5F5EEE4E}"/>
                </a:ext>
              </a:extLst>
            </p:cNvPr>
            <p:cNvSpPr/>
            <p:nvPr/>
          </p:nvSpPr>
          <p:spPr>
            <a:xfrm>
              <a:off x="2305675" y="4854218"/>
              <a:ext cx="251670" cy="251240"/>
            </a:xfrm>
            <a:custGeom>
              <a:avLst/>
              <a:gdLst/>
              <a:ahLst/>
              <a:cxnLst/>
              <a:rect l="l" t="t" r="r" b="b"/>
              <a:pathLst>
                <a:path w="6430" h="6419" fill="none" extrusionOk="0">
                  <a:moveTo>
                    <a:pt x="5216" y="6418"/>
                  </a:moveTo>
                  <a:lnTo>
                    <a:pt x="1227" y="6418"/>
                  </a:lnTo>
                  <a:cubicBezTo>
                    <a:pt x="536" y="6418"/>
                    <a:pt x="1" y="5871"/>
                    <a:pt x="1" y="5192"/>
                  </a:cubicBezTo>
                  <a:lnTo>
                    <a:pt x="1" y="1227"/>
                  </a:lnTo>
                  <a:cubicBezTo>
                    <a:pt x="1" y="537"/>
                    <a:pt x="548" y="1"/>
                    <a:pt x="1227" y="1"/>
                  </a:cubicBezTo>
                  <a:lnTo>
                    <a:pt x="5192" y="1"/>
                  </a:lnTo>
                  <a:cubicBezTo>
                    <a:pt x="5882" y="1"/>
                    <a:pt x="6418" y="549"/>
                    <a:pt x="6418" y="1227"/>
                  </a:cubicBezTo>
                  <a:lnTo>
                    <a:pt x="6418" y="5192"/>
                  </a:lnTo>
                  <a:cubicBezTo>
                    <a:pt x="6430" y="5871"/>
                    <a:pt x="5882" y="6418"/>
                    <a:pt x="521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9">
              <a:extLst>
                <a:ext uri="{FF2B5EF4-FFF2-40B4-BE49-F238E27FC236}">
                  <a16:creationId xmlns:a16="http://schemas.microsoft.com/office/drawing/2014/main" id="{F701E4B9-85F1-4AD5-C251-1A0ED5FADF6A}"/>
                </a:ext>
              </a:extLst>
            </p:cNvPr>
            <p:cNvSpPr/>
            <p:nvPr/>
          </p:nvSpPr>
          <p:spPr>
            <a:xfrm>
              <a:off x="1990206" y="4282892"/>
              <a:ext cx="492146" cy="251240"/>
            </a:xfrm>
            <a:custGeom>
              <a:avLst/>
              <a:gdLst/>
              <a:ahLst/>
              <a:cxnLst/>
              <a:rect l="l" t="t" r="r" b="b"/>
              <a:pathLst>
                <a:path w="12574" h="6419" fill="none" extrusionOk="0">
                  <a:moveTo>
                    <a:pt x="11347" y="6418"/>
                  </a:moveTo>
                  <a:lnTo>
                    <a:pt x="1215" y="6418"/>
                  </a:lnTo>
                  <a:cubicBezTo>
                    <a:pt x="524" y="6418"/>
                    <a:pt x="0" y="5859"/>
                    <a:pt x="0" y="5192"/>
                  </a:cubicBezTo>
                  <a:lnTo>
                    <a:pt x="0" y="1215"/>
                  </a:lnTo>
                  <a:cubicBezTo>
                    <a:pt x="0" y="537"/>
                    <a:pt x="548" y="1"/>
                    <a:pt x="1215" y="1"/>
                  </a:cubicBezTo>
                  <a:lnTo>
                    <a:pt x="11347" y="1"/>
                  </a:lnTo>
                  <a:cubicBezTo>
                    <a:pt x="12037" y="1"/>
                    <a:pt x="12573" y="549"/>
                    <a:pt x="12573" y="1215"/>
                  </a:cubicBezTo>
                  <a:lnTo>
                    <a:pt x="12573" y="5192"/>
                  </a:lnTo>
                  <a:cubicBezTo>
                    <a:pt x="12573" y="5859"/>
                    <a:pt x="12025" y="6418"/>
                    <a:pt x="11347"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9">
              <a:extLst>
                <a:ext uri="{FF2B5EF4-FFF2-40B4-BE49-F238E27FC236}">
                  <a16:creationId xmlns:a16="http://schemas.microsoft.com/office/drawing/2014/main" id="{028A7784-045D-83B9-A821-D36F4BE1AEB7}"/>
                </a:ext>
              </a:extLst>
            </p:cNvPr>
            <p:cNvSpPr/>
            <p:nvPr/>
          </p:nvSpPr>
          <p:spPr>
            <a:xfrm>
              <a:off x="2032125" y="4714449"/>
              <a:ext cx="80668" cy="69474"/>
            </a:xfrm>
            <a:custGeom>
              <a:avLst/>
              <a:gdLst/>
              <a:ahLst/>
              <a:cxnLst/>
              <a:rect l="l" t="t" r="r" b="b"/>
              <a:pathLst>
                <a:path w="2061" h="1775" fill="none" extrusionOk="0">
                  <a:moveTo>
                    <a:pt x="2060" y="1107"/>
                  </a:moveTo>
                  <a:lnTo>
                    <a:pt x="1037" y="0"/>
                  </a:lnTo>
                  <a:lnTo>
                    <a:pt x="1" y="1107"/>
                  </a:lnTo>
                  <a:lnTo>
                    <a:pt x="477" y="1107"/>
                  </a:lnTo>
                  <a:lnTo>
                    <a:pt x="477" y="1774"/>
                  </a:lnTo>
                  <a:lnTo>
                    <a:pt x="1584" y="1774"/>
                  </a:lnTo>
                  <a:lnTo>
                    <a:pt x="1584" y="110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9">
              <a:extLst>
                <a:ext uri="{FF2B5EF4-FFF2-40B4-BE49-F238E27FC236}">
                  <a16:creationId xmlns:a16="http://schemas.microsoft.com/office/drawing/2014/main" id="{E42A33ED-CF9D-61C9-D6E0-F9EF3AF9CE06}"/>
                </a:ext>
              </a:extLst>
            </p:cNvPr>
            <p:cNvSpPr/>
            <p:nvPr/>
          </p:nvSpPr>
          <p:spPr>
            <a:xfrm>
              <a:off x="2094123" y="4162223"/>
              <a:ext cx="34991" cy="37300"/>
            </a:xfrm>
            <a:custGeom>
              <a:avLst/>
              <a:gdLst/>
              <a:ahLst/>
              <a:cxnLst/>
              <a:rect l="l" t="t" r="r" b="b"/>
              <a:pathLst>
                <a:path w="894" h="953" fill="none" extrusionOk="0">
                  <a:moveTo>
                    <a:pt x="0" y="953"/>
                  </a:moveTo>
                  <a:lnTo>
                    <a:pt x="893" y="476"/>
                  </a:ln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9">
              <a:extLst>
                <a:ext uri="{FF2B5EF4-FFF2-40B4-BE49-F238E27FC236}">
                  <a16:creationId xmlns:a16="http://schemas.microsoft.com/office/drawing/2014/main" id="{9823471A-EFE6-2635-D628-34D13209920D}"/>
                </a:ext>
              </a:extLst>
            </p:cNvPr>
            <p:cNvSpPr/>
            <p:nvPr/>
          </p:nvSpPr>
          <p:spPr>
            <a:xfrm>
              <a:off x="2022810" y="4180854"/>
              <a:ext cx="104895" cy="39"/>
            </a:xfrm>
            <a:custGeom>
              <a:avLst/>
              <a:gdLst/>
              <a:ahLst/>
              <a:cxnLst/>
              <a:rect l="l" t="t" r="r" b="b"/>
              <a:pathLst>
                <a:path w="2680" h="1" fill="none" extrusionOk="0">
                  <a:moveTo>
                    <a:pt x="2679" y="0"/>
                  </a:moveTo>
                  <a:lnTo>
                    <a:pt x="1"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9">
              <a:extLst>
                <a:ext uri="{FF2B5EF4-FFF2-40B4-BE49-F238E27FC236}">
                  <a16:creationId xmlns:a16="http://schemas.microsoft.com/office/drawing/2014/main" id="{1BEB1FF2-B4AE-266E-25D5-2D7F5C108C33}"/>
                </a:ext>
              </a:extLst>
            </p:cNvPr>
            <p:cNvSpPr/>
            <p:nvPr/>
          </p:nvSpPr>
          <p:spPr>
            <a:xfrm>
              <a:off x="2141639" y="4156157"/>
              <a:ext cx="39" cy="49904"/>
            </a:xfrm>
            <a:custGeom>
              <a:avLst/>
              <a:gdLst/>
              <a:ahLst/>
              <a:cxnLst/>
              <a:rect l="l" t="t" r="r" b="b"/>
              <a:pathLst>
                <a:path w="1" h="1275" fill="none" extrusionOk="0">
                  <a:moveTo>
                    <a:pt x="1" y="1274"/>
                  </a:moveTo>
                  <a:lnTo>
                    <a:pt x="1"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9">
              <a:extLst>
                <a:ext uri="{FF2B5EF4-FFF2-40B4-BE49-F238E27FC236}">
                  <a16:creationId xmlns:a16="http://schemas.microsoft.com/office/drawing/2014/main" id="{CEE11883-3AA6-2C3D-8864-D3562E61E8EB}"/>
                </a:ext>
              </a:extLst>
            </p:cNvPr>
            <p:cNvSpPr/>
            <p:nvPr/>
          </p:nvSpPr>
          <p:spPr>
            <a:xfrm>
              <a:off x="2374639" y="4566226"/>
              <a:ext cx="250770" cy="251240"/>
            </a:xfrm>
            <a:custGeom>
              <a:avLst/>
              <a:gdLst/>
              <a:ahLst/>
              <a:cxnLst/>
              <a:rect l="l" t="t" r="r" b="b"/>
              <a:pathLst>
                <a:path w="6407" h="6419" fill="none" extrusionOk="0">
                  <a:moveTo>
                    <a:pt x="5192" y="6418"/>
                  </a:moveTo>
                  <a:lnTo>
                    <a:pt x="1215" y="6418"/>
                  </a:lnTo>
                  <a:cubicBezTo>
                    <a:pt x="537" y="6418"/>
                    <a:pt x="1" y="5871"/>
                    <a:pt x="1" y="5204"/>
                  </a:cubicBezTo>
                  <a:lnTo>
                    <a:pt x="1" y="1227"/>
                  </a:lnTo>
                  <a:cubicBezTo>
                    <a:pt x="1" y="537"/>
                    <a:pt x="548" y="1"/>
                    <a:pt x="1215" y="1"/>
                  </a:cubicBezTo>
                  <a:lnTo>
                    <a:pt x="5192" y="1"/>
                  </a:lnTo>
                  <a:cubicBezTo>
                    <a:pt x="5871" y="1"/>
                    <a:pt x="6406" y="560"/>
                    <a:pt x="6406" y="1227"/>
                  </a:cubicBezTo>
                  <a:lnTo>
                    <a:pt x="6406" y="5204"/>
                  </a:lnTo>
                  <a:cubicBezTo>
                    <a:pt x="6406" y="5871"/>
                    <a:pt x="5859"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9">
              <a:extLst>
                <a:ext uri="{FF2B5EF4-FFF2-40B4-BE49-F238E27FC236}">
                  <a16:creationId xmlns:a16="http://schemas.microsoft.com/office/drawing/2014/main" id="{8CEEA83F-A982-38A3-D9B3-C7617566C2D2}"/>
                </a:ext>
              </a:extLst>
            </p:cNvPr>
            <p:cNvSpPr/>
            <p:nvPr/>
          </p:nvSpPr>
          <p:spPr>
            <a:xfrm>
              <a:off x="1993455" y="4566226"/>
              <a:ext cx="318326" cy="251240"/>
            </a:xfrm>
            <a:custGeom>
              <a:avLst/>
              <a:gdLst/>
              <a:ahLst/>
              <a:cxnLst/>
              <a:rect l="l" t="t" r="r" b="b"/>
              <a:pathLst>
                <a:path w="8133" h="6419" fill="none" extrusionOk="0">
                  <a:moveTo>
                    <a:pt x="6906" y="6418"/>
                  </a:moveTo>
                  <a:lnTo>
                    <a:pt x="1227" y="6418"/>
                  </a:lnTo>
                  <a:cubicBezTo>
                    <a:pt x="536" y="6418"/>
                    <a:pt x="0" y="5871"/>
                    <a:pt x="0" y="5204"/>
                  </a:cubicBezTo>
                  <a:lnTo>
                    <a:pt x="0" y="1227"/>
                  </a:lnTo>
                  <a:cubicBezTo>
                    <a:pt x="0" y="537"/>
                    <a:pt x="548" y="1"/>
                    <a:pt x="1227" y="1"/>
                  </a:cubicBezTo>
                  <a:lnTo>
                    <a:pt x="6906" y="1"/>
                  </a:lnTo>
                  <a:cubicBezTo>
                    <a:pt x="7597" y="1"/>
                    <a:pt x="8132" y="560"/>
                    <a:pt x="8132" y="1227"/>
                  </a:cubicBezTo>
                  <a:lnTo>
                    <a:pt x="8132" y="5204"/>
                  </a:lnTo>
                  <a:cubicBezTo>
                    <a:pt x="8132" y="5871"/>
                    <a:pt x="7597" y="6418"/>
                    <a:pt x="690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9">
              <a:extLst>
                <a:ext uri="{FF2B5EF4-FFF2-40B4-BE49-F238E27FC236}">
                  <a16:creationId xmlns:a16="http://schemas.microsoft.com/office/drawing/2014/main" id="{61EDFC0C-2E6B-98B9-A4D2-669F40A3E4EE}"/>
                </a:ext>
              </a:extLst>
            </p:cNvPr>
            <p:cNvSpPr/>
            <p:nvPr/>
          </p:nvSpPr>
          <p:spPr>
            <a:xfrm>
              <a:off x="2183597" y="3889613"/>
              <a:ext cx="20079" cy="49864"/>
            </a:xfrm>
            <a:custGeom>
              <a:avLst/>
              <a:gdLst/>
              <a:ahLst/>
              <a:cxnLst/>
              <a:rect l="l" t="t" r="r" b="b"/>
              <a:pathLst>
                <a:path w="513" h="1274" extrusionOk="0">
                  <a:moveTo>
                    <a:pt x="0" y="0"/>
                  </a:moveTo>
                  <a:lnTo>
                    <a:pt x="393" y="1274"/>
                  </a:lnTo>
                  <a:lnTo>
                    <a:pt x="512" y="1274"/>
                  </a:lnTo>
                  <a:lnTo>
                    <a:pt x="1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9">
              <a:extLst>
                <a:ext uri="{FF2B5EF4-FFF2-40B4-BE49-F238E27FC236}">
                  <a16:creationId xmlns:a16="http://schemas.microsoft.com/office/drawing/2014/main" id="{99FFA10B-D2DB-818A-32C6-97CD86998B61}"/>
                </a:ext>
              </a:extLst>
            </p:cNvPr>
            <p:cNvSpPr/>
            <p:nvPr/>
          </p:nvSpPr>
          <p:spPr>
            <a:xfrm>
              <a:off x="2414249" y="3857440"/>
              <a:ext cx="42467" cy="70883"/>
            </a:xfrm>
            <a:custGeom>
              <a:avLst/>
              <a:gdLst/>
              <a:ahLst/>
              <a:cxnLst/>
              <a:rect l="l" t="t" r="r" b="b"/>
              <a:pathLst>
                <a:path w="1085" h="1811" extrusionOk="0">
                  <a:moveTo>
                    <a:pt x="429" y="1"/>
                  </a:moveTo>
                  <a:lnTo>
                    <a:pt x="1" y="84"/>
                  </a:lnTo>
                  <a:lnTo>
                    <a:pt x="1" y="310"/>
                  </a:lnTo>
                  <a:lnTo>
                    <a:pt x="441" y="215"/>
                  </a:lnTo>
                  <a:lnTo>
                    <a:pt x="441" y="1608"/>
                  </a:lnTo>
                  <a:lnTo>
                    <a:pt x="37" y="1608"/>
                  </a:lnTo>
                  <a:lnTo>
                    <a:pt x="37" y="1810"/>
                  </a:lnTo>
                  <a:lnTo>
                    <a:pt x="1084" y="1810"/>
                  </a:lnTo>
                  <a:lnTo>
                    <a:pt x="1084" y="1608"/>
                  </a:lnTo>
                  <a:lnTo>
                    <a:pt x="679" y="1608"/>
                  </a:lnTo>
                  <a:lnTo>
                    <a:pt x="6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9">
              <a:extLst>
                <a:ext uri="{FF2B5EF4-FFF2-40B4-BE49-F238E27FC236}">
                  <a16:creationId xmlns:a16="http://schemas.microsoft.com/office/drawing/2014/main" id="{E3A10339-D19D-C5C9-B6E2-0147551B9A95}"/>
                </a:ext>
              </a:extLst>
            </p:cNvPr>
            <p:cNvSpPr/>
            <p:nvPr/>
          </p:nvSpPr>
          <p:spPr>
            <a:xfrm>
              <a:off x="2424034" y="3746987"/>
              <a:ext cx="6576" cy="49904"/>
            </a:xfrm>
            <a:custGeom>
              <a:avLst/>
              <a:gdLst/>
              <a:ahLst/>
              <a:cxnLst/>
              <a:rect l="l" t="t" r="r" b="b"/>
              <a:pathLst>
                <a:path w="168" h="1275" extrusionOk="0">
                  <a:moveTo>
                    <a:pt x="1" y="1"/>
                  </a:moveTo>
                  <a:lnTo>
                    <a:pt x="1" y="560"/>
                  </a:lnTo>
                  <a:lnTo>
                    <a:pt x="13" y="858"/>
                  </a:lnTo>
                  <a:lnTo>
                    <a:pt x="156" y="858"/>
                  </a:lnTo>
                  <a:lnTo>
                    <a:pt x="168" y="560"/>
                  </a:lnTo>
                  <a:lnTo>
                    <a:pt x="168" y="1"/>
                  </a:lnTo>
                  <a:close/>
                  <a:moveTo>
                    <a:pt x="1" y="1048"/>
                  </a:moveTo>
                  <a:lnTo>
                    <a:pt x="1" y="1275"/>
                  </a:lnTo>
                  <a:lnTo>
                    <a:pt x="168" y="1275"/>
                  </a:lnTo>
                  <a:lnTo>
                    <a:pt x="168" y="104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9">
              <a:extLst>
                <a:ext uri="{FF2B5EF4-FFF2-40B4-BE49-F238E27FC236}">
                  <a16:creationId xmlns:a16="http://schemas.microsoft.com/office/drawing/2014/main" id="{B3C42C9E-C2EE-C25A-6C89-4361A24B95FB}"/>
                </a:ext>
              </a:extLst>
            </p:cNvPr>
            <p:cNvSpPr/>
            <p:nvPr/>
          </p:nvSpPr>
          <p:spPr>
            <a:xfrm>
              <a:off x="2482783" y="3890983"/>
              <a:ext cx="52213" cy="53191"/>
            </a:xfrm>
            <a:custGeom>
              <a:avLst/>
              <a:gdLst/>
              <a:ahLst/>
              <a:cxnLst/>
              <a:rect l="l" t="t" r="r" b="b"/>
              <a:pathLst>
                <a:path w="1334" h="1359" extrusionOk="0">
                  <a:moveTo>
                    <a:pt x="667" y="453"/>
                  </a:moveTo>
                  <a:cubicBezTo>
                    <a:pt x="738" y="453"/>
                    <a:pt x="786" y="477"/>
                    <a:pt x="822" y="513"/>
                  </a:cubicBezTo>
                  <a:cubicBezTo>
                    <a:pt x="857" y="560"/>
                    <a:pt x="869" y="620"/>
                    <a:pt x="869" y="679"/>
                  </a:cubicBezTo>
                  <a:cubicBezTo>
                    <a:pt x="869" y="751"/>
                    <a:pt x="857" y="810"/>
                    <a:pt x="822" y="858"/>
                  </a:cubicBezTo>
                  <a:cubicBezTo>
                    <a:pt x="786" y="894"/>
                    <a:pt x="738" y="918"/>
                    <a:pt x="679" y="918"/>
                  </a:cubicBezTo>
                  <a:cubicBezTo>
                    <a:pt x="607" y="918"/>
                    <a:pt x="560" y="894"/>
                    <a:pt x="524" y="858"/>
                  </a:cubicBezTo>
                  <a:cubicBezTo>
                    <a:pt x="488" y="810"/>
                    <a:pt x="476" y="751"/>
                    <a:pt x="476" y="679"/>
                  </a:cubicBezTo>
                  <a:cubicBezTo>
                    <a:pt x="476" y="620"/>
                    <a:pt x="488" y="560"/>
                    <a:pt x="524" y="513"/>
                  </a:cubicBezTo>
                  <a:cubicBezTo>
                    <a:pt x="560" y="477"/>
                    <a:pt x="607" y="453"/>
                    <a:pt x="667" y="453"/>
                  </a:cubicBezTo>
                  <a:close/>
                  <a:moveTo>
                    <a:pt x="691" y="1"/>
                  </a:moveTo>
                  <a:cubicBezTo>
                    <a:pt x="595" y="1"/>
                    <a:pt x="512" y="25"/>
                    <a:pt x="417" y="48"/>
                  </a:cubicBezTo>
                  <a:cubicBezTo>
                    <a:pt x="333" y="84"/>
                    <a:pt x="262" y="132"/>
                    <a:pt x="202" y="203"/>
                  </a:cubicBezTo>
                  <a:cubicBezTo>
                    <a:pt x="131" y="263"/>
                    <a:pt x="83" y="334"/>
                    <a:pt x="48" y="417"/>
                  </a:cubicBezTo>
                  <a:cubicBezTo>
                    <a:pt x="12" y="501"/>
                    <a:pt x="0" y="584"/>
                    <a:pt x="0" y="679"/>
                  </a:cubicBezTo>
                  <a:cubicBezTo>
                    <a:pt x="0" y="775"/>
                    <a:pt x="12" y="870"/>
                    <a:pt x="48" y="953"/>
                  </a:cubicBezTo>
                  <a:cubicBezTo>
                    <a:pt x="83" y="1025"/>
                    <a:pt x="131" y="1108"/>
                    <a:pt x="202" y="1168"/>
                  </a:cubicBezTo>
                  <a:cubicBezTo>
                    <a:pt x="262" y="1227"/>
                    <a:pt x="333" y="1275"/>
                    <a:pt x="417" y="1310"/>
                  </a:cubicBezTo>
                  <a:cubicBezTo>
                    <a:pt x="500" y="1346"/>
                    <a:pt x="583" y="1358"/>
                    <a:pt x="679" y="1358"/>
                  </a:cubicBezTo>
                  <a:cubicBezTo>
                    <a:pt x="762" y="1358"/>
                    <a:pt x="833" y="1346"/>
                    <a:pt x="905" y="1322"/>
                  </a:cubicBezTo>
                  <a:cubicBezTo>
                    <a:pt x="976" y="1299"/>
                    <a:pt x="1048" y="1251"/>
                    <a:pt x="1107" y="1203"/>
                  </a:cubicBezTo>
                  <a:lnTo>
                    <a:pt x="1048" y="1120"/>
                  </a:lnTo>
                  <a:cubicBezTo>
                    <a:pt x="988" y="1168"/>
                    <a:pt x="929" y="1191"/>
                    <a:pt x="869" y="1215"/>
                  </a:cubicBezTo>
                  <a:cubicBezTo>
                    <a:pt x="810" y="1239"/>
                    <a:pt x="750" y="1251"/>
                    <a:pt x="679" y="1251"/>
                  </a:cubicBezTo>
                  <a:cubicBezTo>
                    <a:pt x="607" y="1251"/>
                    <a:pt x="524" y="1239"/>
                    <a:pt x="452" y="1203"/>
                  </a:cubicBezTo>
                  <a:cubicBezTo>
                    <a:pt x="393" y="1179"/>
                    <a:pt x="321" y="1144"/>
                    <a:pt x="274" y="1084"/>
                  </a:cubicBezTo>
                  <a:cubicBezTo>
                    <a:pt x="214" y="1037"/>
                    <a:pt x="179" y="977"/>
                    <a:pt x="143" y="906"/>
                  </a:cubicBezTo>
                  <a:cubicBezTo>
                    <a:pt x="119" y="834"/>
                    <a:pt x="107" y="763"/>
                    <a:pt x="107" y="679"/>
                  </a:cubicBezTo>
                  <a:cubicBezTo>
                    <a:pt x="107" y="584"/>
                    <a:pt x="131" y="489"/>
                    <a:pt x="167" y="406"/>
                  </a:cubicBezTo>
                  <a:cubicBezTo>
                    <a:pt x="214" y="322"/>
                    <a:pt x="274" y="263"/>
                    <a:pt x="357" y="203"/>
                  </a:cubicBezTo>
                  <a:cubicBezTo>
                    <a:pt x="405" y="179"/>
                    <a:pt x="452" y="156"/>
                    <a:pt x="512" y="132"/>
                  </a:cubicBezTo>
                  <a:cubicBezTo>
                    <a:pt x="572" y="120"/>
                    <a:pt x="631" y="108"/>
                    <a:pt x="691" y="108"/>
                  </a:cubicBezTo>
                  <a:cubicBezTo>
                    <a:pt x="786" y="108"/>
                    <a:pt x="869" y="132"/>
                    <a:pt x="941" y="167"/>
                  </a:cubicBezTo>
                  <a:cubicBezTo>
                    <a:pt x="1012" y="203"/>
                    <a:pt x="1083" y="251"/>
                    <a:pt x="1131" y="310"/>
                  </a:cubicBezTo>
                  <a:cubicBezTo>
                    <a:pt x="1167" y="358"/>
                    <a:pt x="1191" y="394"/>
                    <a:pt x="1203" y="441"/>
                  </a:cubicBezTo>
                  <a:cubicBezTo>
                    <a:pt x="1214" y="489"/>
                    <a:pt x="1226" y="548"/>
                    <a:pt x="1226" y="596"/>
                  </a:cubicBezTo>
                  <a:cubicBezTo>
                    <a:pt x="1226" y="691"/>
                    <a:pt x="1203" y="763"/>
                    <a:pt x="1167" y="810"/>
                  </a:cubicBezTo>
                  <a:cubicBezTo>
                    <a:pt x="1119" y="870"/>
                    <a:pt x="1060" y="906"/>
                    <a:pt x="988" y="918"/>
                  </a:cubicBezTo>
                  <a:lnTo>
                    <a:pt x="988" y="358"/>
                  </a:lnTo>
                  <a:lnTo>
                    <a:pt x="881" y="358"/>
                  </a:lnTo>
                  <a:lnTo>
                    <a:pt x="881" y="465"/>
                  </a:lnTo>
                  <a:cubicBezTo>
                    <a:pt x="857" y="417"/>
                    <a:pt x="822" y="394"/>
                    <a:pt x="786" y="370"/>
                  </a:cubicBezTo>
                  <a:cubicBezTo>
                    <a:pt x="738" y="358"/>
                    <a:pt x="691" y="346"/>
                    <a:pt x="643" y="346"/>
                  </a:cubicBezTo>
                  <a:cubicBezTo>
                    <a:pt x="560" y="346"/>
                    <a:pt x="488" y="382"/>
                    <a:pt x="429" y="441"/>
                  </a:cubicBezTo>
                  <a:cubicBezTo>
                    <a:pt x="381" y="501"/>
                    <a:pt x="357" y="584"/>
                    <a:pt x="357" y="679"/>
                  </a:cubicBezTo>
                  <a:cubicBezTo>
                    <a:pt x="357" y="787"/>
                    <a:pt x="381" y="870"/>
                    <a:pt x="429" y="929"/>
                  </a:cubicBezTo>
                  <a:cubicBezTo>
                    <a:pt x="488" y="989"/>
                    <a:pt x="560" y="1025"/>
                    <a:pt x="643" y="1025"/>
                  </a:cubicBezTo>
                  <a:cubicBezTo>
                    <a:pt x="691" y="1025"/>
                    <a:pt x="738" y="1013"/>
                    <a:pt x="774" y="1001"/>
                  </a:cubicBezTo>
                  <a:cubicBezTo>
                    <a:pt x="822" y="977"/>
                    <a:pt x="857" y="953"/>
                    <a:pt x="881" y="906"/>
                  </a:cubicBezTo>
                  <a:lnTo>
                    <a:pt x="881" y="1025"/>
                  </a:lnTo>
                  <a:cubicBezTo>
                    <a:pt x="1024" y="1025"/>
                    <a:pt x="1131" y="989"/>
                    <a:pt x="1214" y="906"/>
                  </a:cubicBezTo>
                  <a:cubicBezTo>
                    <a:pt x="1298" y="834"/>
                    <a:pt x="1334" y="727"/>
                    <a:pt x="1334" y="596"/>
                  </a:cubicBezTo>
                  <a:cubicBezTo>
                    <a:pt x="1334" y="537"/>
                    <a:pt x="1322" y="477"/>
                    <a:pt x="1310" y="417"/>
                  </a:cubicBezTo>
                  <a:cubicBezTo>
                    <a:pt x="1286" y="358"/>
                    <a:pt x="1250" y="298"/>
                    <a:pt x="1214" y="251"/>
                  </a:cubicBezTo>
                  <a:cubicBezTo>
                    <a:pt x="1155" y="179"/>
                    <a:pt x="1083" y="108"/>
                    <a:pt x="988" y="72"/>
                  </a:cubicBezTo>
                  <a:cubicBezTo>
                    <a:pt x="893" y="25"/>
                    <a:pt x="798" y="1"/>
                    <a:pt x="6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9">
              <a:extLst>
                <a:ext uri="{FF2B5EF4-FFF2-40B4-BE49-F238E27FC236}">
                  <a16:creationId xmlns:a16="http://schemas.microsoft.com/office/drawing/2014/main" id="{DEBB88C6-1035-50A7-1646-8021A81E8526}"/>
                </a:ext>
              </a:extLst>
            </p:cNvPr>
            <p:cNvSpPr/>
            <p:nvPr/>
          </p:nvSpPr>
          <p:spPr>
            <a:xfrm>
              <a:off x="2033065" y="5030857"/>
              <a:ext cx="16361" cy="35461"/>
            </a:xfrm>
            <a:custGeom>
              <a:avLst/>
              <a:gdLst/>
              <a:ahLst/>
              <a:cxnLst/>
              <a:rect l="l" t="t" r="r" b="b"/>
              <a:pathLst>
                <a:path w="418" h="906" extrusionOk="0">
                  <a:moveTo>
                    <a:pt x="322" y="0"/>
                  </a:moveTo>
                  <a:cubicBezTo>
                    <a:pt x="239" y="0"/>
                    <a:pt x="191" y="12"/>
                    <a:pt x="155" y="48"/>
                  </a:cubicBezTo>
                  <a:cubicBezTo>
                    <a:pt x="120" y="84"/>
                    <a:pt x="108" y="131"/>
                    <a:pt x="108" y="203"/>
                  </a:cubicBezTo>
                  <a:lnTo>
                    <a:pt x="108" y="250"/>
                  </a:lnTo>
                  <a:lnTo>
                    <a:pt x="0" y="250"/>
                  </a:lnTo>
                  <a:lnTo>
                    <a:pt x="0" y="334"/>
                  </a:lnTo>
                  <a:lnTo>
                    <a:pt x="108" y="334"/>
                  </a:lnTo>
                  <a:lnTo>
                    <a:pt x="108" y="905"/>
                  </a:lnTo>
                  <a:lnTo>
                    <a:pt x="215" y="905"/>
                  </a:lnTo>
                  <a:lnTo>
                    <a:pt x="215" y="334"/>
                  </a:lnTo>
                  <a:lnTo>
                    <a:pt x="393" y="334"/>
                  </a:lnTo>
                  <a:lnTo>
                    <a:pt x="393" y="250"/>
                  </a:lnTo>
                  <a:lnTo>
                    <a:pt x="215" y="250"/>
                  </a:lnTo>
                  <a:lnTo>
                    <a:pt x="215" y="191"/>
                  </a:lnTo>
                  <a:cubicBezTo>
                    <a:pt x="215" y="155"/>
                    <a:pt x="227" y="119"/>
                    <a:pt x="239" y="108"/>
                  </a:cubicBezTo>
                  <a:cubicBezTo>
                    <a:pt x="251" y="96"/>
                    <a:pt x="274" y="84"/>
                    <a:pt x="322" y="84"/>
                  </a:cubicBezTo>
                  <a:lnTo>
                    <a:pt x="417" y="84"/>
                  </a:lnTo>
                  <a:lnTo>
                    <a:pt x="4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9">
              <a:extLst>
                <a:ext uri="{FF2B5EF4-FFF2-40B4-BE49-F238E27FC236}">
                  <a16:creationId xmlns:a16="http://schemas.microsoft.com/office/drawing/2014/main" id="{A86A3296-C23E-95A2-DCB4-C9E4F8E61E15}"/>
                </a:ext>
              </a:extLst>
            </p:cNvPr>
            <p:cNvSpPr/>
            <p:nvPr/>
          </p:nvSpPr>
          <p:spPr>
            <a:xfrm>
              <a:off x="2052635" y="5040173"/>
              <a:ext cx="21488" cy="26146"/>
            </a:xfrm>
            <a:custGeom>
              <a:avLst/>
              <a:gdLst/>
              <a:ahLst/>
              <a:cxnLst/>
              <a:rect l="l" t="t" r="r" b="b"/>
              <a:pathLst>
                <a:path w="549" h="668" extrusionOk="0">
                  <a:moveTo>
                    <a:pt x="322" y="1"/>
                  </a:moveTo>
                  <a:cubicBezTo>
                    <a:pt x="274" y="1"/>
                    <a:pt x="239" y="1"/>
                    <a:pt x="203" y="24"/>
                  </a:cubicBezTo>
                  <a:cubicBezTo>
                    <a:pt x="167" y="48"/>
                    <a:pt x="143" y="72"/>
                    <a:pt x="108" y="120"/>
                  </a:cubicBezTo>
                  <a:lnTo>
                    <a:pt x="108" y="12"/>
                  </a:lnTo>
                  <a:lnTo>
                    <a:pt x="1" y="12"/>
                  </a:lnTo>
                  <a:lnTo>
                    <a:pt x="1" y="667"/>
                  </a:lnTo>
                  <a:lnTo>
                    <a:pt x="108" y="667"/>
                  </a:lnTo>
                  <a:lnTo>
                    <a:pt x="108" y="298"/>
                  </a:lnTo>
                  <a:cubicBezTo>
                    <a:pt x="108" y="227"/>
                    <a:pt x="132" y="179"/>
                    <a:pt x="167" y="143"/>
                  </a:cubicBezTo>
                  <a:cubicBezTo>
                    <a:pt x="191" y="108"/>
                    <a:pt x="239" y="96"/>
                    <a:pt x="298" y="96"/>
                  </a:cubicBezTo>
                  <a:cubicBezTo>
                    <a:pt x="346" y="96"/>
                    <a:pt x="382" y="108"/>
                    <a:pt x="405" y="131"/>
                  </a:cubicBezTo>
                  <a:cubicBezTo>
                    <a:pt x="429" y="167"/>
                    <a:pt x="441" y="215"/>
                    <a:pt x="441" y="274"/>
                  </a:cubicBezTo>
                  <a:lnTo>
                    <a:pt x="441" y="667"/>
                  </a:lnTo>
                  <a:lnTo>
                    <a:pt x="548" y="667"/>
                  </a:lnTo>
                  <a:lnTo>
                    <a:pt x="548" y="274"/>
                  </a:lnTo>
                  <a:cubicBezTo>
                    <a:pt x="548" y="179"/>
                    <a:pt x="536" y="108"/>
                    <a:pt x="489" y="72"/>
                  </a:cubicBezTo>
                  <a:cubicBezTo>
                    <a:pt x="453" y="24"/>
                    <a:pt x="393"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9">
              <a:extLst>
                <a:ext uri="{FF2B5EF4-FFF2-40B4-BE49-F238E27FC236}">
                  <a16:creationId xmlns:a16="http://schemas.microsoft.com/office/drawing/2014/main" id="{2685A40E-89F3-A2FB-EE46-E02BEDFB9BC3}"/>
                </a:ext>
              </a:extLst>
            </p:cNvPr>
            <p:cNvSpPr/>
            <p:nvPr/>
          </p:nvSpPr>
          <p:spPr>
            <a:xfrm>
              <a:off x="2361606" y="5040173"/>
              <a:ext cx="20549" cy="26615"/>
            </a:xfrm>
            <a:custGeom>
              <a:avLst/>
              <a:gdLst/>
              <a:ahLst/>
              <a:cxnLst/>
              <a:rect l="l" t="t" r="r" b="b"/>
              <a:pathLst>
                <a:path w="525" h="680" extrusionOk="0">
                  <a:moveTo>
                    <a:pt x="334" y="1"/>
                  </a:moveTo>
                  <a:cubicBezTo>
                    <a:pt x="227" y="1"/>
                    <a:pt x="143" y="24"/>
                    <a:pt x="96" y="84"/>
                  </a:cubicBezTo>
                  <a:cubicBezTo>
                    <a:pt x="36" y="143"/>
                    <a:pt x="0" y="239"/>
                    <a:pt x="0" y="334"/>
                  </a:cubicBezTo>
                  <a:cubicBezTo>
                    <a:pt x="0" y="441"/>
                    <a:pt x="36" y="524"/>
                    <a:pt x="96" y="584"/>
                  </a:cubicBezTo>
                  <a:cubicBezTo>
                    <a:pt x="143" y="655"/>
                    <a:pt x="227" y="679"/>
                    <a:pt x="322" y="679"/>
                  </a:cubicBezTo>
                  <a:cubicBezTo>
                    <a:pt x="358" y="679"/>
                    <a:pt x="393" y="679"/>
                    <a:pt x="429" y="667"/>
                  </a:cubicBezTo>
                  <a:cubicBezTo>
                    <a:pt x="453" y="667"/>
                    <a:pt x="489" y="655"/>
                    <a:pt x="524" y="643"/>
                  </a:cubicBezTo>
                  <a:lnTo>
                    <a:pt x="524" y="536"/>
                  </a:lnTo>
                  <a:cubicBezTo>
                    <a:pt x="489" y="560"/>
                    <a:pt x="453" y="572"/>
                    <a:pt x="429" y="584"/>
                  </a:cubicBezTo>
                  <a:cubicBezTo>
                    <a:pt x="393" y="584"/>
                    <a:pt x="369" y="596"/>
                    <a:pt x="334" y="596"/>
                  </a:cubicBezTo>
                  <a:cubicBezTo>
                    <a:pt x="262" y="596"/>
                    <a:pt x="215" y="572"/>
                    <a:pt x="179" y="524"/>
                  </a:cubicBezTo>
                  <a:cubicBezTo>
                    <a:pt x="131" y="477"/>
                    <a:pt x="119" y="417"/>
                    <a:pt x="119" y="334"/>
                  </a:cubicBezTo>
                  <a:cubicBezTo>
                    <a:pt x="119" y="262"/>
                    <a:pt x="131" y="203"/>
                    <a:pt x="179" y="155"/>
                  </a:cubicBezTo>
                  <a:cubicBezTo>
                    <a:pt x="215" y="108"/>
                    <a:pt x="262" y="84"/>
                    <a:pt x="334" y="84"/>
                  </a:cubicBezTo>
                  <a:cubicBezTo>
                    <a:pt x="369" y="84"/>
                    <a:pt x="393" y="96"/>
                    <a:pt x="429" y="96"/>
                  </a:cubicBezTo>
                  <a:cubicBezTo>
                    <a:pt x="453" y="108"/>
                    <a:pt x="489" y="120"/>
                    <a:pt x="524" y="143"/>
                  </a:cubicBezTo>
                  <a:lnTo>
                    <a:pt x="524" y="36"/>
                  </a:lnTo>
                  <a:cubicBezTo>
                    <a:pt x="489" y="24"/>
                    <a:pt x="465" y="12"/>
                    <a:pt x="429" y="12"/>
                  </a:cubicBezTo>
                  <a:cubicBezTo>
                    <a:pt x="393" y="1"/>
                    <a:pt x="369" y="1"/>
                    <a:pt x="3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9">
              <a:extLst>
                <a:ext uri="{FF2B5EF4-FFF2-40B4-BE49-F238E27FC236}">
                  <a16:creationId xmlns:a16="http://schemas.microsoft.com/office/drawing/2014/main" id="{BBA1C16D-3607-CEF3-FCAB-062E064097F1}"/>
                </a:ext>
              </a:extLst>
            </p:cNvPr>
            <p:cNvSpPr/>
            <p:nvPr/>
          </p:nvSpPr>
          <p:spPr>
            <a:xfrm>
              <a:off x="2387243" y="5040173"/>
              <a:ext cx="23797" cy="26615"/>
            </a:xfrm>
            <a:custGeom>
              <a:avLst/>
              <a:gdLst/>
              <a:ahLst/>
              <a:cxnLst/>
              <a:rect l="l" t="t" r="r" b="b"/>
              <a:pathLst>
                <a:path w="608" h="680" extrusionOk="0">
                  <a:moveTo>
                    <a:pt x="310" y="84"/>
                  </a:moveTo>
                  <a:cubicBezTo>
                    <a:pt x="357" y="84"/>
                    <a:pt x="405" y="108"/>
                    <a:pt x="441" y="155"/>
                  </a:cubicBezTo>
                  <a:cubicBezTo>
                    <a:pt x="476" y="203"/>
                    <a:pt x="488" y="262"/>
                    <a:pt x="488" y="334"/>
                  </a:cubicBezTo>
                  <a:cubicBezTo>
                    <a:pt x="488" y="417"/>
                    <a:pt x="476" y="477"/>
                    <a:pt x="441" y="524"/>
                  </a:cubicBezTo>
                  <a:cubicBezTo>
                    <a:pt x="405" y="572"/>
                    <a:pt x="357" y="596"/>
                    <a:pt x="310" y="596"/>
                  </a:cubicBezTo>
                  <a:cubicBezTo>
                    <a:pt x="250" y="596"/>
                    <a:pt x="203" y="572"/>
                    <a:pt x="167" y="524"/>
                  </a:cubicBezTo>
                  <a:cubicBezTo>
                    <a:pt x="131" y="477"/>
                    <a:pt x="119" y="417"/>
                    <a:pt x="119" y="334"/>
                  </a:cubicBezTo>
                  <a:cubicBezTo>
                    <a:pt x="119" y="262"/>
                    <a:pt x="131" y="203"/>
                    <a:pt x="167" y="155"/>
                  </a:cubicBezTo>
                  <a:cubicBezTo>
                    <a:pt x="203" y="108"/>
                    <a:pt x="250" y="84"/>
                    <a:pt x="310" y="84"/>
                  </a:cubicBezTo>
                  <a:close/>
                  <a:moveTo>
                    <a:pt x="310" y="1"/>
                  </a:moveTo>
                  <a:cubicBezTo>
                    <a:pt x="215" y="1"/>
                    <a:pt x="131" y="24"/>
                    <a:pt x="84" y="84"/>
                  </a:cubicBezTo>
                  <a:cubicBezTo>
                    <a:pt x="36" y="143"/>
                    <a:pt x="0" y="227"/>
                    <a:pt x="0" y="334"/>
                  </a:cubicBezTo>
                  <a:cubicBezTo>
                    <a:pt x="0" y="441"/>
                    <a:pt x="36" y="524"/>
                    <a:pt x="84" y="596"/>
                  </a:cubicBezTo>
                  <a:cubicBezTo>
                    <a:pt x="131" y="655"/>
                    <a:pt x="215" y="679"/>
                    <a:pt x="310" y="679"/>
                  </a:cubicBezTo>
                  <a:cubicBezTo>
                    <a:pt x="393" y="679"/>
                    <a:pt x="465" y="655"/>
                    <a:pt x="524" y="596"/>
                  </a:cubicBezTo>
                  <a:cubicBezTo>
                    <a:pt x="572" y="524"/>
                    <a:pt x="607" y="441"/>
                    <a:pt x="607" y="334"/>
                  </a:cubicBezTo>
                  <a:cubicBezTo>
                    <a:pt x="607" y="227"/>
                    <a:pt x="572" y="143"/>
                    <a:pt x="524" y="84"/>
                  </a:cubicBezTo>
                  <a:cubicBezTo>
                    <a:pt x="465" y="24"/>
                    <a:pt x="393" y="1"/>
                    <a:pt x="3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9">
              <a:extLst>
                <a:ext uri="{FF2B5EF4-FFF2-40B4-BE49-F238E27FC236}">
                  <a16:creationId xmlns:a16="http://schemas.microsoft.com/office/drawing/2014/main" id="{CC574450-9196-F5FA-F76A-E6BEA43573E4}"/>
                </a:ext>
              </a:extLst>
            </p:cNvPr>
            <p:cNvSpPr/>
            <p:nvPr/>
          </p:nvSpPr>
          <p:spPr>
            <a:xfrm>
              <a:off x="2417537" y="5040173"/>
              <a:ext cx="21449" cy="26146"/>
            </a:xfrm>
            <a:custGeom>
              <a:avLst/>
              <a:gdLst/>
              <a:ahLst/>
              <a:cxnLst/>
              <a:rect l="l" t="t" r="r" b="b"/>
              <a:pathLst>
                <a:path w="548" h="668" extrusionOk="0">
                  <a:moveTo>
                    <a:pt x="322" y="1"/>
                  </a:moveTo>
                  <a:cubicBezTo>
                    <a:pt x="274" y="1"/>
                    <a:pt x="238" y="1"/>
                    <a:pt x="203" y="24"/>
                  </a:cubicBezTo>
                  <a:cubicBezTo>
                    <a:pt x="167" y="48"/>
                    <a:pt x="131" y="72"/>
                    <a:pt x="107" y="120"/>
                  </a:cubicBezTo>
                  <a:lnTo>
                    <a:pt x="107" y="12"/>
                  </a:lnTo>
                  <a:lnTo>
                    <a:pt x="0" y="12"/>
                  </a:lnTo>
                  <a:lnTo>
                    <a:pt x="0" y="667"/>
                  </a:lnTo>
                  <a:lnTo>
                    <a:pt x="107" y="667"/>
                  </a:lnTo>
                  <a:lnTo>
                    <a:pt x="107" y="298"/>
                  </a:lnTo>
                  <a:cubicBezTo>
                    <a:pt x="107" y="227"/>
                    <a:pt x="131" y="179"/>
                    <a:pt x="167" y="143"/>
                  </a:cubicBezTo>
                  <a:cubicBezTo>
                    <a:pt x="191" y="108"/>
                    <a:pt x="238" y="96"/>
                    <a:pt x="298" y="96"/>
                  </a:cubicBezTo>
                  <a:cubicBezTo>
                    <a:pt x="345" y="96"/>
                    <a:pt x="381" y="108"/>
                    <a:pt x="405" y="131"/>
                  </a:cubicBezTo>
                  <a:cubicBezTo>
                    <a:pt x="429" y="167"/>
                    <a:pt x="441" y="215"/>
                    <a:pt x="441" y="274"/>
                  </a:cubicBezTo>
                  <a:lnTo>
                    <a:pt x="441" y="667"/>
                  </a:lnTo>
                  <a:lnTo>
                    <a:pt x="548" y="667"/>
                  </a:lnTo>
                  <a:lnTo>
                    <a:pt x="548" y="274"/>
                  </a:lnTo>
                  <a:cubicBezTo>
                    <a:pt x="548" y="179"/>
                    <a:pt x="536" y="108"/>
                    <a:pt x="488" y="72"/>
                  </a:cubicBezTo>
                  <a:cubicBezTo>
                    <a:pt x="453" y="24"/>
                    <a:pt x="393"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9">
              <a:extLst>
                <a:ext uri="{FF2B5EF4-FFF2-40B4-BE49-F238E27FC236}">
                  <a16:creationId xmlns:a16="http://schemas.microsoft.com/office/drawing/2014/main" id="{35EF73C0-867A-7088-42DE-18F348220662}"/>
                </a:ext>
              </a:extLst>
            </p:cNvPr>
            <p:cNvSpPr/>
            <p:nvPr/>
          </p:nvSpPr>
          <p:spPr>
            <a:xfrm>
              <a:off x="2444074" y="5033167"/>
              <a:ext cx="16361" cy="33152"/>
            </a:xfrm>
            <a:custGeom>
              <a:avLst/>
              <a:gdLst/>
              <a:ahLst/>
              <a:cxnLst/>
              <a:rect l="l" t="t" r="r" b="b"/>
              <a:pathLst>
                <a:path w="418" h="847" extrusionOk="0">
                  <a:moveTo>
                    <a:pt x="84" y="1"/>
                  </a:moveTo>
                  <a:lnTo>
                    <a:pt x="84" y="191"/>
                  </a:lnTo>
                  <a:lnTo>
                    <a:pt x="1" y="191"/>
                  </a:lnTo>
                  <a:lnTo>
                    <a:pt x="1" y="275"/>
                  </a:lnTo>
                  <a:lnTo>
                    <a:pt x="84" y="275"/>
                  </a:lnTo>
                  <a:lnTo>
                    <a:pt x="84" y="632"/>
                  </a:lnTo>
                  <a:cubicBezTo>
                    <a:pt x="84" y="715"/>
                    <a:pt x="96" y="763"/>
                    <a:pt x="132" y="799"/>
                  </a:cubicBezTo>
                  <a:cubicBezTo>
                    <a:pt x="167" y="834"/>
                    <a:pt x="215" y="846"/>
                    <a:pt x="298" y="846"/>
                  </a:cubicBezTo>
                  <a:lnTo>
                    <a:pt x="418" y="846"/>
                  </a:lnTo>
                  <a:lnTo>
                    <a:pt x="418" y="751"/>
                  </a:lnTo>
                  <a:lnTo>
                    <a:pt x="298" y="751"/>
                  </a:lnTo>
                  <a:cubicBezTo>
                    <a:pt x="263" y="751"/>
                    <a:pt x="227" y="751"/>
                    <a:pt x="215" y="727"/>
                  </a:cubicBezTo>
                  <a:cubicBezTo>
                    <a:pt x="203" y="715"/>
                    <a:pt x="191" y="680"/>
                    <a:pt x="191" y="632"/>
                  </a:cubicBezTo>
                  <a:lnTo>
                    <a:pt x="191" y="275"/>
                  </a:lnTo>
                  <a:lnTo>
                    <a:pt x="418" y="275"/>
                  </a:lnTo>
                  <a:lnTo>
                    <a:pt x="418" y="191"/>
                  </a:lnTo>
                  <a:lnTo>
                    <a:pt x="191" y="191"/>
                  </a:lnTo>
                  <a:lnTo>
                    <a:pt x="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9">
              <a:extLst>
                <a:ext uri="{FF2B5EF4-FFF2-40B4-BE49-F238E27FC236}">
                  <a16:creationId xmlns:a16="http://schemas.microsoft.com/office/drawing/2014/main" id="{5CEF6320-1F6F-7AF8-A83C-362C5D477D97}"/>
                </a:ext>
              </a:extLst>
            </p:cNvPr>
            <p:cNvSpPr/>
            <p:nvPr/>
          </p:nvSpPr>
          <p:spPr>
            <a:xfrm>
              <a:off x="2465523" y="5040173"/>
              <a:ext cx="14951" cy="26146"/>
            </a:xfrm>
            <a:custGeom>
              <a:avLst/>
              <a:gdLst/>
              <a:ahLst/>
              <a:cxnLst/>
              <a:rect l="l" t="t" r="r" b="b"/>
              <a:pathLst>
                <a:path w="382" h="668" extrusionOk="0">
                  <a:moveTo>
                    <a:pt x="334" y="1"/>
                  </a:moveTo>
                  <a:cubicBezTo>
                    <a:pt x="274" y="1"/>
                    <a:pt x="239" y="1"/>
                    <a:pt x="203" y="24"/>
                  </a:cubicBezTo>
                  <a:cubicBezTo>
                    <a:pt x="167" y="48"/>
                    <a:pt x="131" y="72"/>
                    <a:pt x="108" y="120"/>
                  </a:cubicBezTo>
                  <a:lnTo>
                    <a:pt x="108" y="12"/>
                  </a:lnTo>
                  <a:lnTo>
                    <a:pt x="0" y="12"/>
                  </a:lnTo>
                  <a:lnTo>
                    <a:pt x="0" y="667"/>
                  </a:lnTo>
                  <a:lnTo>
                    <a:pt x="108" y="667"/>
                  </a:lnTo>
                  <a:lnTo>
                    <a:pt x="108" y="322"/>
                  </a:lnTo>
                  <a:cubicBezTo>
                    <a:pt x="108" y="251"/>
                    <a:pt x="131" y="191"/>
                    <a:pt x="155" y="155"/>
                  </a:cubicBezTo>
                  <a:cubicBezTo>
                    <a:pt x="191" y="108"/>
                    <a:pt x="239" y="96"/>
                    <a:pt x="298" y="96"/>
                  </a:cubicBezTo>
                  <a:lnTo>
                    <a:pt x="346" y="96"/>
                  </a:lnTo>
                  <a:cubicBezTo>
                    <a:pt x="358" y="96"/>
                    <a:pt x="370" y="108"/>
                    <a:pt x="381" y="108"/>
                  </a:cubicBezTo>
                  <a:lnTo>
                    <a:pt x="3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9">
              <a:extLst>
                <a:ext uri="{FF2B5EF4-FFF2-40B4-BE49-F238E27FC236}">
                  <a16:creationId xmlns:a16="http://schemas.microsoft.com/office/drawing/2014/main" id="{E58022E5-45EF-A22E-141F-380F80E279AB}"/>
                </a:ext>
              </a:extLst>
            </p:cNvPr>
            <p:cNvSpPr/>
            <p:nvPr/>
          </p:nvSpPr>
          <p:spPr>
            <a:xfrm>
              <a:off x="2482314" y="5040173"/>
              <a:ext cx="23327" cy="26615"/>
            </a:xfrm>
            <a:custGeom>
              <a:avLst/>
              <a:gdLst/>
              <a:ahLst/>
              <a:cxnLst/>
              <a:rect l="l" t="t" r="r" b="b"/>
              <a:pathLst>
                <a:path w="596" h="680" extrusionOk="0">
                  <a:moveTo>
                    <a:pt x="298" y="84"/>
                  </a:moveTo>
                  <a:cubicBezTo>
                    <a:pt x="357" y="84"/>
                    <a:pt x="393" y="108"/>
                    <a:pt x="429" y="155"/>
                  </a:cubicBezTo>
                  <a:cubicBezTo>
                    <a:pt x="464" y="203"/>
                    <a:pt x="476" y="262"/>
                    <a:pt x="476" y="334"/>
                  </a:cubicBezTo>
                  <a:cubicBezTo>
                    <a:pt x="476" y="417"/>
                    <a:pt x="464" y="477"/>
                    <a:pt x="429" y="524"/>
                  </a:cubicBezTo>
                  <a:cubicBezTo>
                    <a:pt x="393" y="572"/>
                    <a:pt x="357" y="596"/>
                    <a:pt x="298" y="596"/>
                  </a:cubicBezTo>
                  <a:cubicBezTo>
                    <a:pt x="238" y="596"/>
                    <a:pt x="191" y="572"/>
                    <a:pt x="155" y="524"/>
                  </a:cubicBezTo>
                  <a:cubicBezTo>
                    <a:pt x="119" y="477"/>
                    <a:pt x="107" y="417"/>
                    <a:pt x="107" y="334"/>
                  </a:cubicBezTo>
                  <a:cubicBezTo>
                    <a:pt x="107" y="262"/>
                    <a:pt x="119" y="203"/>
                    <a:pt x="155" y="155"/>
                  </a:cubicBezTo>
                  <a:cubicBezTo>
                    <a:pt x="191" y="108"/>
                    <a:pt x="238" y="84"/>
                    <a:pt x="298" y="84"/>
                  </a:cubicBezTo>
                  <a:close/>
                  <a:moveTo>
                    <a:pt x="298" y="1"/>
                  </a:moveTo>
                  <a:cubicBezTo>
                    <a:pt x="203" y="1"/>
                    <a:pt x="131" y="24"/>
                    <a:pt x="72" y="84"/>
                  </a:cubicBezTo>
                  <a:cubicBezTo>
                    <a:pt x="24" y="143"/>
                    <a:pt x="0" y="227"/>
                    <a:pt x="0" y="334"/>
                  </a:cubicBezTo>
                  <a:cubicBezTo>
                    <a:pt x="0" y="441"/>
                    <a:pt x="24" y="524"/>
                    <a:pt x="72" y="596"/>
                  </a:cubicBezTo>
                  <a:cubicBezTo>
                    <a:pt x="131" y="655"/>
                    <a:pt x="203" y="679"/>
                    <a:pt x="298" y="679"/>
                  </a:cubicBezTo>
                  <a:cubicBezTo>
                    <a:pt x="393" y="679"/>
                    <a:pt x="464" y="655"/>
                    <a:pt x="512" y="596"/>
                  </a:cubicBezTo>
                  <a:cubicBezTo>
                    <a:pt x="572" y="524"/>
                    <a:pt x="595" y="441"/>
                    <a:pt x="595" y="334"/>
                  </a:cubicBezTo>
                  <a:cubicBezTo>
                    <a:pt x="595" y="227"/>
                    <a:pt x="572" y="143"/>
                    <a:pt x="512" y="84"/>
                  </a:cubicBezTo>
                  <a:cubicBezTo>
                    <a:pt x="464" y="24"/>
                    <a:pt x="393" y="1"/>
                    <a:pt x="2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9">
              <a:extLst>
                <a:ext uri="{FF2B5EF4-FFF2-40B4-BE49-F238E27FC236}">
                  <a16:creationId xmlns:a16="http://schemas.microsoft.com/office/drawing/2014/main" id="{0C1722FC-D3D8-7FE2-A9A8-C58A250CCA05}"/>
                </a:ext>
              </a:extLst>
            </p:cNvPr>
            <p:cNvSpPr/>
            <p:nvPr/>
          </p:nvSpPr>
          <p:spPr>
            <a:xfrm>
              <a:off x="2512608" y="5030857"/>
              <a:ext cx="4227" cy="35461"/>
            </a:xfrm>
            <a:custGeom>
              <a:avLst/>
              <a:gdLst/>
              <a:ahLst/>
              <a:cxnLst/>
              <a:rect l="l" t="t" r="r" b="b"/>
              <a:pathLst>
                <a:path w="108" h="906" extrusionOk="0">
                  <a:moveTo>
                    <a:pt x="0" y="0"/>
                  </a:moveTo>
                  <a:lnTo>
                    <a:pt x="0" y="905"/>
                  </a:lnTo>
                  <a:lnTo>
                    <a:pt x="107" y="905"/>
                  </a:lnTo>
                  <a:lnTo>
                    <a:pt x="1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9">
              <a:extLst>
                <a:ext uri="{FF2B5EF4-FFF2-40B4-BE49-F238E27FC236}">
                  <a16:creationId xmlns:a16="http://schemas.microsoft.com/office/drawing/2014/main" id="{384BDB89-D796-08A3-DF0D-7298B7DEE956}"/>
                </a:ext>
              </a:extLst>
            </p:cNvPr>
            <p:cNvSpPr/>
            <p:nvPr/>
          </p:nvSpPr>
          <p:spPr>
            <a:xfrm>
              <a:off x="2454328" y="4893398"/>
              <a:ext cx="63876" cy="33582"/>
            </a:xfrm>
            <a:custGeom>
              <a:avLst/>
              <a:gdLst/>
              <a:ahLst/>
              <a:cxnLst/>
              <a:rect l="l" t="t" r="r" b="b"/>
              <a:pathLst>
                <a:path w="1632" h="858" fill="none" extrusionOk="0">
                  <a:moveTo>
                    <a:pt x="1632" y="857"/>
                  </a:moveTo>
                  <a:lnTo>
                    <a:pt x="822" y="0"/>
                  </a:lnTo>
                  <a:lnTo>
                    <a:pt x="1" y="857"/>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9">
              <a:extLst>
                <a:ext uri="{FF2B5EF4-FFF2-40B4-BE49-F238E27FC236}">
                  <a16:creationId xmlns:a16="http://schemas.microsoft.com/office/drawing/2014/main" id="{A25A6151-2C81-30BE-A260-1E2BC57335BD}"/>
                </a:ext>
              </a:extLst>
            </p:cNvPr>
            <p:cNvSpPr/>
            <p:nvPr/>
          </p:nvSpPr>
          <p:spPr>
            <a:xfrm>
              <a:off x="2480905" y="4614251"/>
              <a:ext cx="34052" cy="63407"/>
            </a:xfrm>
            <a:custGeom>
              <a:avLst/>
              <a:gdLst/>
              <a:ahLst/>
              <a:cxnLst/>
              <a:rect l="l" t="t" r="r" b="b"/>
              <a:pathLst>
                <a:path w="870" h="1620" fill="none" extrusionOk="0">
                  <a:moveTo>
                    <a:pt x="0" y="1619"/>
                  </a:moveTo>
                  <a:lnTo>
                    <a:pt x="870" y="822"/>
                  </a:ln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9">
              <a:extLst>
                <a:ext uri="{FF2B5EF4-FFF2-40B4-BE49-F238E27FC236}">
                  <a16:creationId xmlns:a16="http://schemas.microsoft.com/office/drawing/2014/main" id="{584A2A28-BAE8-A8D2-7F28-74768E237432}"/>
                </a:ext>
              </a:extLst>
            </p:cNvPr>
            <p:cNvSpPr/>
            <p:nvPr/>
          </p:nvSpPr>
          <p:spPr>
            <a:xfrm>
              <a:off x="2480905" y="4706974"/>
              <a:ext cx="34052" cy="63876"/>
            </a:xfrm>
            <a:custGeom>
              <a:avLst/>
              <a:gdLst/>
              <a:ahLst/>
              <a:cxnLst/>
              <a:rect l="l" t="t" r="r" b="b"/>
              <a:pathLst>
                <a:path w="870" h="1632" fill="none" extrusionOk="0">
                  <a:moveTo>
                    <a:pt x="870" y="1"/>
                  </a:moveTo>
                  <a:lnTo>
                    <a:pt x="0" y="822"/>
                  </a:lnTo>
                  <a:lnTo>
                    <a:pt x="870" y="1632"/>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9">
              <a:extLst>
                <a:ext uri="{FF2B5EF4-FFF2-40B4-BE49-F238E27FC236}">
                  <a16:creationId xmlns:a16="http://schemas.microsoft.com/office/drawing/2014/main" id="{AE822F20-6E95-823B-C090-6FF4A4BD3D1D}"/>
                </a:ext>
              </a:extLst>
            </p:cNvPr>
            <p:cNvSpPr/>
            <p:nvPr/>
          </p:nvSpPr>
          <p:spPr>
            <a:xfrm>
              <a:off x="2032125" y="4397533"/>
              <a:ext cx="80668" cy="69943"/>
            </a:xfrm>
            <a:custGeom>
              <a:avLst/>
              <a:gdLst/>
              <a:ahLst/>
              <a:cxnLst/>
              <a:rect l="l" t="t" r="r" b="b"/>
              <a:pathLst>
                <a:path w="2061" h="1787" fill="none" extrusionOk="0">
                  <a:moveTo>
                    <a:pt x="2060" y="1108"/>
                  </a:moveTo>
                  <a:lnTo>
                    <a:pt x="1037" y="1"/>
                  </a:lnTo>
                  <a:lnTo>
                    <a:pt x="1" y="1108"/>
                  </a:lnTo>
                  <a:lnTo>
                    <a:pt x="477" y="1108"/>
                  </a:lnTo>
                  <a:lnTo>
                    <a:pt x="477" y="1787"/>
                  </a:lnTo>
                  <a:lnTo>
                    <a:pt x="1584" y="1787"/>
                  </a:lnTo>
                  <a:lnTo>
                    <a:pt x="1584" y="1108"/>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9">
              <a:extLst>
                <a:ext uri="{FF2B5EF4-FFF2-40B4-BE49-F238E27FC236}">
                  <a16:creationId xmlns:a16="http://schemas.microsoft.com/office/drawing/2014/main" id="{55BD4A80-6678-4C16-4F2E-D7A17F989DA6}"/>
                </a:ext>
              </a:extLst>
            </p:cNvPr>
            <p:cNvSpPr/>
            <p:nvPr/>
          </p:nvSpPr>
          <p:spPr>
            <a:xfrm>
              <a:off x="2050756" y="4479570"/>
              <a:ext cx="43406" cy="14012"/>
            </a:xfrm>
            <a:custGeom>
              <a:avLst/>
              <a:gdLst/>
              <a:ahLst/>
              <a:cxnLst/>
              <a:rect l="l" t="t" r="r" b="b"/>
              <a:pathLst>
                <a:path w="1109" h="358" fill="none" extrusionOk="0">
                  <a:moveTo>
                    <a:pt x="1" y="0"/>
                  </a:moveTo>
                  <a:lnTo>
                    <a:pt x="1108" y="0"/>
                  </a:lnTo>
                  <a:lnTo>
                    <a:pt x="1108" y="358"/>
                  </a:lnTo>
                  <a:lnTo>
                    <a:pt x="1" y="358"/>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3" name="Google Shape;873;p39">
            <a:extLst>
              <a:ext uri="{FF2B5EF4-FFF2-40B4-BE49-F238E27FC236}">
                <a16:creationId xmlns:a16="http://schemas.microsoft.com/office/drawing/2014/main" id="{EC825A0A-FBFB-5F02-CD8A-25DA42263180}"/>
              </a:ext>
            </a:extLst>
          </p:cNvPr>
          <p:cNvGrpSpPr/>
          <p:nvPr/>
        </p:nvGrpSpPr>
        <p:grpSpPr>
          <a:xfrm>
            <a:off x="7041509" y="962160"/>
            <a:ext cx="915918" cy="915918"/>
            <a:chOff x="6998874" y="164307"/>
            <a:chExt cx="409678" cy="409678"/>
          </a:xfrm>
        </p:grpSpPr>
        <p:sp>
          <p:nvSpPr>
            <p:cNvPr id="874" name="Google Shape;874;p39">
              <a:extLst>
                <a:ext uri="{FF2B5EF4-FFF2-40B4-BE49-F238E27FC236}">
                  <a16:creationId xmlns:a16="http://schemas.microsoft.com/office/drawing/2014/main" id="{2C1A6F7D-33C4-E23F-B311-BF0DF2A8CC54}"/>
                </a:ext>
              </a:extLst>
            </p:cNvPr>
            <p:cNvSpPr/>
            <p:nvPr/>
          </p:nvSpPr>
          <p:spPr>
            <a:xfrm>
              <a:off x="7048269" y="214171"/>
              <a:ext cx="360284" cy="359814"/>
            </a:xfrm>
            <a:custGeom>
              <a:avLst/>
              <a:gdLst/>
              <a:ahLst/>
              <a:cxnLst/>
              <a:rect l="l" t="t" r="r" b="b"/>
              <a:pathLst>
                <a:path w="9205" h="9193" fill="none" extrusionOk="0">
                  <a:moveTo>
                    <a:pt x="9204" y="4596"/>
                  </a:moveTo>
                  <a:cubicBezTo>
                    <a:pt x="9204" y="2049"/>
                    <a:pt x="7156" y="1"/>
                    <a:pt x="4608" y="1"/>
                  </a:cubicBezTo>
                  <a:cubicBezTo>
                    <a:pt x="2060" y="1"/>
                    <a:pt x="1" y="2049"/>
                    <a:pt x="1" y="4596"/>
                  </a:cubicBezTo>
                  <a:cubicBezTo>
                    <a:pt x="1" y="7144"/>
                    <a:pt x="2060" y="9192"/>
                    <a:pt x="4608" y="9192"/>
                  </a:cubicBezTo>
                  <a:cubicBezTo>
                    <a:pt x="7156" y="9192"/>
                    <a:pt x="9204" y="7144"/>
                    <a:pt x="9204" y="4596"/>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9">
              <a:extLst>
                <a:ext uri="{FF2B5EF4-FFF2-40B4-BE49-F238E27FC236}">
                  <a16:creationId xmlns:a16="http://schemas.microsoft.com/office/drawing/2014/main" id="{0943CBDB-E2AC-D6DF-23A8-C5C658A74201}"/>
                </a:ext>
              </a:extLst>
            </p:cNvPr>
            <p:cNvSpPr/>
            <p:nvPr/>
          </p:nvSpPr>
          <p:spPr>
            <a:xfrm>
              <a:off x="6998874" y="164307"/>
              <a:ext cx="229791" cy="229791"/>
            </a:xfrm>
            <a:custGeom>
              <a:avLst/>
              <a:gdLst/>
              <a:ahLst/>
              <a:cxnLst/>
              <a:rect l="l" t="t" r="r" b="b"/>
              <a:pathLst>
                <a:path w="5871" h="5871" fill="none" extrusionOk="0">
                  <a:moveTo>
                    <a:pt x="5870" y="1"/>
                  </a:moveTo>
                  <a:cubicBezTo>
                    <a:pt x="2644" y="1"/>
                    <a:pt x="0" y="2620"/>
                    <a:pt x="0" y="5870"/>
                  </a:cubicBezTo>
                  <a:lnTo>
                    <a:pt x="5870" y="5870"/>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9">
              <a:extLst>
                <a:ext uri="{FF2B5EF4-FFF2-40B4-BE49-F238E27FC236}">
                  <a16:creationId xmlns:a16="http://schemas.microsoft.com/office/drawing/2014/main" id="{6691DC7C-357E-CEC0-5D34-03B95201A3B4}"/>
                </a:ext>
              </a:extLst>
            </p:cNvPr>
            <p:cNvSpPr/>
            <p:nvPr/>
          </p:nvSpPr>
          <p:spPr>
            <a:xfrm>
              <a:off x="7124239" y="289672"/>
              <a:ext cx="208812" cy="208812"/>
            </a:xfrm>
            <a:custGeom>
              <a:avLst/>
              <a:gdLst/>
              <a:ahLst/>
              <a:cxnLst/>
              <a:rect l="l" t="t" r="r" b="b"/>
              <a:pathLst>
                <a:path w="5335" h="5335" fill="none" extrusionOk="0">
                  <a:moveTo>
                    <a:pt x="5334" y="2667"/>
                  </a:moveTo>
                  <a:cubicBezTo>
                    <a:pt x="5334" y="4144"/>
                    <a:pt x="4144" y="5334"/>
                    <a:pt x="2667" y="5334"/>
                  </a:cubicBezTo>
                  <a:cubicBezTo>
                    <a:pt x="1191" y="5334"/>
                    <a:pt x="0" y="4144"/>
                    <a:pt x="0" y="2667"/>
                  </a:cubicBezTo>
                  <a:cubicBezTo>
                    <a:pt x="0" y="1191"/>
                    <a:pt x="1191" y="0"/>
                    <a:pt x="2667" y="0"/>
                  </a:cubicBezTo>
                  <a:lnTo>
                    <a:pt x="2667" y="266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9">
              <a:extLst>
                <a:ext uri="{FF2B5EF4-FFF2-40B4-BE49-F238E27FC236}">
                  <a16:creationId xmlns:a16="http://schemas.microsoft.com/office/drawing/2014/main" id="{213C5F53-793A-6972-1728-37B31477A1D3}"/>
                </a:ext>
              </a:extLst>
            </p:cNvPr>
            <p:cNvSpPr/>
            <p:nvPr/>
          </p:nvSpPr>
          <p:spPr>
            <a:xfrm>
              <a:off x="7182010" y="347443"/>
              <a:ext cx="93231" cy="93271"/>
            </a:xfrm>
            <a:custGeom>
              <a:avLst/>
              <a:gdLst/>
              <a:ahLst/>
              <a:cxnLst/>
              <a:rect l="l" t="t" r="r" b="b"/>
              <a:pathLst>
                <a:path w="2382" h="2383" fill="none" extrusionOk="0">
                  <a:moveTo>
                    <a:pt x="2382" y="1191"/>
                  </a:moveTo>
                  <a:cubicBezTo>
                    <a:pt x="2382" y="537"/>
                    <a:pt x="1846" y="1"/>
                    <a:pt x="1191" y="1"/>
                  </a:cubicBezTo>
                  <a:cubicBezTo>
                    <a:pt x="536" y="1"/>
                    <a:pt x="1" y="537"/>
                    <a:pt x="1" y="1191"/>
                  </a:cubicBezTo>
                  <a:cubicBezTo>
                    <a:pt x="1" y="1846"/>
                    <a:pt x="536" y="2382"/>
                    <a:pt x="1191" y="2382"/>
                  </a:cubicBezTo>
                  <a:cubicBezTo>
                    <a:pt x="1846" y="2382"/>
                    <a:pt x="2382" y="1846"/>
                    <a:pt x="2382" y="1191"/>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8" name="Google Shape;878;p39">
            <a:extLst>
              <a:ext uri="{FF2B5EF4-FFF2-40B4-BE49-F238E27FC236}">
                <a16:creationId xmlns:a16="http://schemas.microsoft.com/office/drawing/2014/main" id="{47DB33BB-ACDA-0139-D522-C14DA491A121}"/>
              </a:ext>
            </a:extLst>
          </p:cNvPr>
          <p:cNvSpPr/>
          <p:nvPr/>
        </p:nvSpPr>
        <p:spPr>
          <a:xfrm>
            <a:off x="1267946" y="3310979"/>
            <a:ext cx="172921" cy="179457"/>
          </a:xfrm>
          <a:custGeom>
            <a:avLst/>
            <a:gdLst/>
            <a:ahLst/>
            <a:cxnLst/>
            <a:rect l="l" t="t" r="r" b="b"/>
            <a:pathLst>
              <a:path w="4418" h="4585" extrusionOk="0">
                <a:moveTo>
                  <a:pt x="1" y="0"/>
                </a:moveTo>
                <a:lnTo>
                  <a:pt x="1632" y="4584"/>
                </a:lnTo>
                <a:lnTo>
                  <a:pt x="2453" y="2727"/>
                </a:lnTo>
                <a:lnTo>
                  <a:pt x="4418" y="2167"/>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9789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FD076D86-CB91-10DB-8E94-58B949090086}"/>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31620249-2546-0372-0DB3-2EBE5229560E}"/>
              </a:ext>
            </a:extLst>
          </p:cNvPr>
          <p:cNvSpPr txBox="1">
            <a:spLocks noGrp="1"/>
          </p:cNvSpPr>
          <p:nvPr>
            <p:ph type="title"/>
          </p:nvPr>
        </p:nvSpPr>
        <p:spPr>
          <a:xfrm>
            <a:off x="720000" y="445025"/>
            <a:ext cx="6114638" cy="121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Kernfragen des Kapitels</a:t>
            </a:r>
            <a:endParaRPr sz="2400" b="0" dirty="0">
              <a:latin typeface="Lexend Deca Light"/>
              <a:ea typeface="Lexend Deca Light"/>
              <a:cs typeface="Lexend Deca Light"/>
              <a:sym typeface="Lexend Deca Light"/>
            </a:endParaRPr>
          </a:p>
        </p:txBody>
      </p:sp>
      <p:sp>
        <p:nvSpPr>
          <p:cNvPr id="891" name="Google Shape;891;p41">
            <a:extLst>
              <a:ext uri="{FF2B5EF4-FFF2-40B4-BE49-F238E27FC236}">
                <a16:creationId xmlns:a16="http://schemas.microsoft.com/office/drawing/2014/main" id="{04F31CCE-CB4C-6391-6D5C-46BE42AA1BD6}"/>
              </a:ext>
            </a:extLst>
          </p:cNvPr>
          <p:cNvSpPr txBox="1">
            <a:spLocks noGrp="1"/>
          </p:cNvSpPr>
          <p:nvPr>
            <p:ph type="subTitle" idx="1"/>
          </p:nvPr>
        </p:nvSpPr>
        <p:spPr>
          <a:xfrm>
            <a:off x="720000" y="1700300"/>
            <a:ext cx="6724740" cy="2298300"/>
          </a:xfrm>
          <a:prstGeom prst="rect">
            <a:avLst/>
          </a:prstGeom>
        </p:spPr>
        <p:txBody>
          <a:bodyPr spcFirstLastPara="1" wrap="square" lIns="91425" tIns="91425" rIns="91425" bIns="91425" anchor="t" anchorCtr="0">
            <a:noAutofit/>
          </a:bodyPr>
          <a:lstStyle/>
          <a:p>
            <a:pPr marL="285750" indent="-285750">
              <a:buSzPts val="1100"/>
            </a:pPr>
            <a:r>
              <a:rPr lang="de-DE" dirty="0"/>
              <a:t>Welches Problem lösen Graph Datenbanken?</a:t>
            </a:r>
          </a:p>
          <a:p>
            <a:pPr marL="285750" indent="-285750">
              <a:buSzPts val="1100"/>
            </a:pPr>
            <a:r>
              <a:rPr lang="de-DE" dirty="0"/>
              <a:t>Warum werden relationale Modelle dabei oft unhandlich?</a:t>
            </a:r>
          </a:p>
        </p:txBody>
      </p:sp>
    </p:spTree>
    <p:extLst>
      <p:ext uri="{BB962C8B-B14F-4D97-AF65-F5344CB8AC3E}">
        <p14:creationId xmlns:p14="http://schemas.microsoft.com/office/powerpoint/2010/main" val="4118390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F6F8A8-8A30-FC04-92D2-B2347F063D59}"/>
              </a:ext>
            </a:extLst>
          </p:cNvPr>
          <p:cNvSpPr>
            <a:spLocks noGrp="1"/>
          </p:cNvSpPr>
          <p:nvPr>
            <p:ph type="title"/>
          </p:nvPr>
        </p:nvSpPr>
        <p:spPr>
          <a:xfrm>
            <a:off x="720000" y="445025"/>
            <a:ext cx="5251454" cy="1218300"/>
          </a:xfrm>
        </p:spPr>
        <p:txBody>
          <a:bodyPr/>
          <a:lstStyle/>
          <a:p>
            <a:pPr marL="0" lvl="0" indent="0"/>
            <a:r>
              <a:rPr lang="de-DE" sz="2400" dirty="0"/>
              <a:t>Warum Graph Datenbanken?</a:t>
            </a:r>
          </a:p>
        </p:txBody>
      </p:sp>
      <p:sp>
        <p:nvSpPr>
          <p:cNvPr id="3" name="Untertitel 2">
            <a:extLst>
              <a:ext uri="{FF2B5EF4-FFF2-40B4-BE49-F238E27FC236}">
                <a16:creationId xmlns:a16="http://schemas.microsoft.com/office/drawing/2014/main" id="{328F2AC9-E474-5E77-447A-72E9963308C5}"/>
              </a:ext>
            </a:extLst>
          </p:cNvPr>
          <p:cNvSpPr>
            <a:spLocks noGrp="1"/>
          </p:cNvSpPr>
          <p:nvPr>
            <p:ph type="subTitle" idx="1"/>
          </p:nvPr>
        </p:nvSpPr>
        <p:spPr/>
        <p:txBody>
          <a:bodyPr/>
          <a:lstStyle/>
          <a:p>
            <a:r>
              <a:rPr lang="de-DE" dirty="0"/>
              <a:t>Viele Daten sind eigentlich Beziehungsdaten</a:t>
            </a:r>
          </a:p>
          <a:p>
            <a:r>
              <a:rPr lang="de-DE" dirty="0"/>
              <a:t>Nicht alle Datenprobleme sind Tabellenprobleme. Manche sind vor allem </a:t>
            </a:r>
            <a:r>
              <a:rPr lang="de-DE" b="1" dirty="0"/>
              <a:t>Verbindungsprobleme</a:t>
            </a:r>
            <a:r>
              <a:rPr lang="de-DE" dirty="0"/>
              <a:t>.</a:t>
            </a:r>
          </a:p>
        </p:txBody>
      </p:sp>
      <p:sp>
        <p:nvSpPr>
          <p:cNvPr id="5" name="Ellipse 4">
            <a:extLst>
              <a:ext uri="{FF2B5EF4-FFF2-40B4-BE49-F238E27FC236}">
                <a16:creationId xmlns:a16="http://schemas.microsoft.com/office/drawing/2014/main" id="{EB278B07-503D-F355-BBC4-98621206C7CC}"/>
              </a:ext>
            </a:extLst>
          </p:cNvPr>
          <p:cNvSpPr/>
          <p:nvPr/>
        </p:nvSpPr>
        <p:spPr>
          <a:xfrm>
            <a:off x="4939691" y="1248182"/>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A</a:t>
            </a:r>
          </a:p>
        </p:txBody>
      </p:sp>
      <p:sp>
        <p:nvSpPr>
          <p:cNvPr id="6" name="Ellipse 5">
            <a:extLst>
              <a:ext uri="{FF2B5EF4-FFF2-40B4-BE49-F238E27FC236}">
                <a16:creationId xmlns:a16="http://schemas.microsoft.com/office/drawing/2014/main" id="{DCC94BBF-DBF8-0E9C-CA8E-C1CE802E488D}"/>
              </a:ext>
            </a:extLst>
          </p:cNvPr>
          <p:cNvSpPr/>
          <p:nvPr/>
        </p:nvSpPr>
        <p:spPr>
          <a:xfrm>
            <a:off x="6664157" y="2489781"/>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B</a:t>
            </a:r>
          </a:p>
        </p:txBody>
      </p:sp>
      <p:sp>
        <p:nvSpPr>
          <p:cNvPr id="7" name="Ellipse 6">
            <a:extLst>
              <a:ext uri="{FF2B5EF4-FFF2-40B4-BE49-F238E27FC236}">
                <a16:creationId xmlns:a16="http://schemas.microsoft.com/office/drawing/2014/main" id="{0123E7EA-9B56-C716-31F6-4CAFA2AF72AC}"/>
              </a:ext>
            </a:extLst>
          </p:cNvPr>
          <p:cNvSpPr/>
          <p:nvPr/>
        </p:nvSpPr>
        <p:spPr>
          <a:xfrm>
            <a:off x="6677104" y="3790819"/>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Firma X</a:t>
            </a:r>
          </a:p>
        </p:txBody>
      </p:sp>
      <p:cxnSp>
        <p:nvCxnSpPr>
          <p:cNvPr id="11" name="Gerade Verbindung mit Pfeil 10">
            <a:extLst>
              <a:ext uri="{FF2B5EF4-FFF2-40B4-BE49-F238E27FC236}">
                <a16:creationId xmlns:a16="http://schemas.microsoft.com/office/drawing/2014/main" id="{4E5D0F51-A121-05D8-C3D5-7692B47A2B00}"/>
              </a:ext>
            </a:extLst>
          </p:cNvPr>
          <p:cNvCxnSpPr>
            <a:cxnSpLocks/>
            <a:stCxn id="6" idx="4"/>
            <a:endCxn id="7" idx="0"/>
          </p:cNvCxnSpPr>
          <p:nvPr/>
        </p:nvCxnSpPr>
        <p:spPr>
          <a:xfrm>
            <a:off x="7360590" y="3206808"/>
            <a:ext cx="12947" cy="5840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Ellipse 12">
            <a:extLst>
              <a:ext uri="{FF2B5EF4-FFF2-40B4-BE49-F238E27FC236}">
                <a16:creationId xmlns:a16="http://schemas.microsoft.com/office/drawing/2014/main" id="{56966A3A-BDD0-89E7-890F-66D396470E5B}"/>
              </a:ext>
            </a:extLst>
          </p:cNvPr>
          <p:cNvSpPr/>
          <p:nvPr/>
        </p:nvSpPr>
        <p:spPr>
          <a:xfrm>
            <a:off x="4939692" y="3790819"/>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Produkt Y</a:t>
            </a:r>
          </a:p>
        </p:txBody>
      </p:sp>
      <p:cxnSp>
        <p:nvCxnSpPr>
          <p:cNvPr id="21" name="Gerade Verbindung mit Pfeil 20">
            <a:extLst>
              <a:ext uri="{FF2B5EF4-FFF2-40B4-BE49-F238E27FC236}">
                <a16:creationId xmlns:a16="http://schemas.microsoft.com/office/drawing/2014/main" id="{9D2583BD-BB75-4522-9D1E-0C4C72C05D45}"/>
              </a:ext>
            </a:extLst>
          </p:cNvPr>
          <p:cNvCxnSpPr>
            <a:cxnSpLocks/>
            <a:stCxn id="5" idx="4"/>
            <a:endCxn id="13" idx="0"/>
          </p:cNvCxnSpPr>
          <p:nvPr/>
        </p:nvCxnSpPr>
        <p:spPr>
          <a:xfrm>
            <a:off x="5636124" y="1965209"/>
            <a:ext cx="1" cy="18256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Verbinder: gewinkelt 36">
            <a:extLst>
              <a:ext uri="{FF2B5EF4-FFF2-40B4-BE49-F238E27FC236}">
                <a16:creationId xmlns:a16="http://schemas.microsoft.com/office/drawing/2014/main" id="{E011FFF9-0DF1-8EA8-7D5A-14F7AD07D5FD}"/>
              </a:ext>
            </a:extLst>
          </p:cNvPr>
          <p:cNvCxnSpPr>
            <a:stCxn id="5" idx="6"/>
            <a:endCxn id="6" idx="0"/>
          </p:cNvCxnSpPr>
          <p:nvPr/>
        </p:nvCxnSpPr>
        <p:spPr>
          <a:xfrm>
            <a:off x="6332556" y="1606696"/>
            <a:ext cx="1028034" cy="88308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41" name="Textfeld 40">
            <a:extLst>
              <a:ext uri="{FF2B5EF4-FFF2-40B4-BE49-F238E27FC236}">
                <a16:creationId xmlns:a16="http://schemas.microsoft.com/office/drawing/2014/main" id="{23141093-8D40-0CFF-3CC6-B66A6CD8C805}"/>
              </a:ext>
            </a:extLst>
          </p:cNvPr>
          <p:cNvSpPr txBox="1"/>
          <p:nvPr/>
        </p:nvSpPr>
        <p:spPr>
          <a:xfrm>
            <a:off x="7028987" y="1823490"/>
            <a:ext cx="652743" cy="307777"/>
          </a:xfrm>
          <a:prstGeom prst="rect">
            <a:avLst/>
          </a:prstGeom>
          <a:noFill/>
        </p:spPr>
        <p:txBody>
          <a:bodyPr wrap="none" rtlCol="0">
            <a:spAutoFit/>
          </a:bodyPr>
          <a:lstStyle/>
          <a:p>
            <a:r>
              <a:rPr lang="de-DE" dirty="0"/>
              <a:t>Kennt</a:t>
            </a:r>
          </a:p>
        </p:txBody>
      </p:sp>
      <p:sp>
        <p:nvSpPr>
          <p:cNvPr id="42" name="Textfeld 41">
            <a:extLst>
              <a:ext uri="{FF2B5EF4-FFF2-40B4-BE49-F238E27FC236}">
                <a16:creationId xmlns:a16="http://schemas.microsoft.com/office/drawing/2014/main" id="{4CF56F6E-9001-2795-1FB5-5D85FA76CD92}"/>
              </a:ext>
            </a:extLst>
          </p:cNvPr>
          <p:cNvSpPr txBox="1"/>
          <p:nvPr/>
        </p:nvSpPr>
        <p:spPr>
          <a:xfrm>
            <a:off x="5291252" y="2724125"/>
            <a:ext cx="603050" cy="307777"/>
          </a:xfrm>
          <a:prstGeom prst="rect">
            <a:avLst/>
          </a:prstGeom>
          <a:noFill/>
        </p:spPr>
        <p:txBody>
          <a:bodyPr wrap="none" rtlCol="0">
            <a:spAutoFit/>
          </a:bodyPr>
          <a:lstStyle/>
          <a:p>
            <a:r>
              <a:rPr lang="de-DE" dirty="0"/>
              <a:t>Kauft</a:t>
            </a:r>
          </a:p>
        </p:txBody>
      </p:sp>
      <p:sp>
        <p:nvSpPr>
          <p:cNvPr id="43" name="Textfeld 42">
            <a:extLst>
              <a:ext uri="{FF2B5EF4-FFF2-40B4-BE49-F238E27FC236}">
                <a16:creationId xmlns:a16="http://schemas.microsoft.com/office/drawing/2014/main" id="{37CA32BD-4B81-22BB-B2F4-753E569A6772}"/>
              </a:ext>
            </a:extLst>
          </p:cNvPr>
          <p:cNvSpPr txBox="1"/>
          <p:nvPr/>
        </p:nvSpPr>
        <p:spPr>
          <a:xfrm>
            <a:off x="7030902" y="3278417"/>
            <a:ext cx="1059906" cy="307777"/>
          </a:xfrm>
          <a:prstGeom prst="rect">
            <a:avLst/>
          </a:prstGeom>
          <a:noFill/>
        </p:spPr>
        <p:txBody>
          <a:bodyPr wrap="none" rtlCol="0">
            <a:spAutoFit/>
          </a:bodyPr>
          <a:lstStyle/>
          <a:p>
            <a:r>
              <a:rPr lang="de-DE" dirty="0"/>
              <a:t>Arbeitet für</a:t>
            </a:r>
          </a:p>
        </p:txBody>
      </p:sp>
    </p:spTree>
    <p:extLst>
      <p:ext uri="{BB962C8B-B14F-4D97-AF65-F5344CB8AC3E}">
        <p14:creationId xmlns:p14="http://schemas.microsoft.com/office/powerpoint/2010/main" val="2969404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744CE-65AD-1BBF-D840-6990058DA87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B430454-A7AF-7ACF-1BA6-548A48CD1CE2}"/>
              </a:ext>
            </a:extLst>
          </p:cNvPr>
          <p:cNvSpPr>
            <a:spLocks noGrp="1"/>
          </p:cNvSpPr>
          <p:nvPr>
            <p:ph type="title"/>
          </p:nvPr>
        </p:nvSpPr>
        <p:spPr>
          <a:xfrm>
            <a:off x="720000" y="445025"/>
            <a:ext cx="8158186" cy="1218300"/>
          </a:xfrm>
        </p:spPr>
        <p:txBody>
          <a:bodyPr/>
          <a:lstStyle/>
          <a:p>
            <a:pPr marL="0" lvl="0" indent="0"/>
            <a:r>
              <a:rPr lang="de-DE" sz="2400" dirty="0"/>
              <a:t>Warum reichten klassische relationale Datenbanken oft nicht aus?</a:t>
            </a:r>
          </a:p>
        </p:txBody>
      </p:sp>
      <p:pic>
        <p:nvPicPr>
          <p:cNvPr id="12" name="Grafik 11">
            <a:extLst>
              <a:ext uri="{FF2B5EF4-FFF2-40B4-BE49-F238E27FC236}">
                <a16:creationId xmlns:a16="http://schemas.microsoft.com/office/drawing/2014/main" id="{809DDAFC-B80A-A067-ADED-07AC3C203BA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000" y="3562350"/>
            <a:ext cx="621506" cy="621506"/>
          </a:xfrm>
          <a:prstGeom prst="rect">
            <a:avLst/>
          </a:prstGeom>
        </p:spPr>
      </p:pic>
      <p:pic>
        <p:nvPicPr>
          <p:cNvPr id="16" name="Grafik 15">
            <a:extLst>
              <a:ext uri="{FF2B5EF4-FFF2-40B4-BE49-F238E27FC236}">
                <a16:creationId xmlns:a16="http://schemas.microsoft.com/office/drawing/2014/main" id="{C599E94B-E5E3-3452-2B87-2547831B9F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77400" y="3562350"/>
            <a:ext cx="621506" cy="621506"/>
          </a:xfrm>
          <a:prstGeom prst="rect">
            <a:avLst/>
          </a:prstGeom>
        </p:spPr>
      </p:pic>
      <p:pic>
        <p:nvPicPr>
          <p:cNvPr id="17" name="Grafik 16">
            <a:extLst>
              <a:ext uri="{FF2B5EF4-FFF2-40B4-BE49-F238E27FC236}">
                <a16:creationId xmlns:a16="http://schemas.microsoft.com/office/drawing/2014/main" id="{963A77A1-B024-4D9D-C31E-948A72B802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22506" y="4184650"/>
            <a:ext cx="621506" cy="621506"/>
          </a:xfrm>
          <a:prstGeom prst="rect">
            <a:avLst/>
          </a:prstGeom>
        </p:spPr>
      </p:pic>
      <p:cxnSp>
        <p:nvCxnSpPr>
          <p:cNvPr id="19" name="Verbinder: gewinkelt 18">
            <a:extLst>
              <a:ext uri="{FF2B5EF4-FFF2-40B4-BE49-F238E27FC236}">
                <a16:creationId xmlns:a16="http://schemas.microsoft.com/office/drawing/2014/main" id="{5D3763DA-395F-75AE-3766-EE6F881820B9}"/>
              </a:ext>
            </a:extLst>
          </p:cNvPr>
          <p:cNvCxnSpPr>
            <a:cxnSpLocks/>
            <a:stCxn id="12" idx="2"/>
            <a:endCxn id="17" idx="1"/>
          </p:cNvCxnSpPr>
          <p:nvPr/>
        </p:nvCxnSpPr>
        <p:spPr>
          <a:xfrm rot="16200000" flipH="1">
            <a:off x="1220856" y="3993752"/>
            <a:ext cx="311547" cy="69175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2" name="Verbinder: gewinkelt 21">
            <a:extLst>
              <a:ext uri="{FF2B5EF4-FFF2-40B4-BE49-F238E27FC236}">
                <a16:creationId xmlns:a16="http://schemas.microsoft.com/office/drawing/2014/main" id="{9B23868C-8F7E-DD21-387E-EEB277D387ED}"/>
              </a:ext>
            </a:extLst>
          </p:cNvPr>
          <p:cNvCxnSpPr>
            <a:cxnSpLocks/>
            <a:stCxn id="17" idx="3"/>
            <a:endCxn id="16" idx="2"/>
          </p:cNvCxnSpPr>
          <p:nvPr/>
        </p:nvCxnSpPr>
        <p:spPr>
          <a:xfrm flipV="1">
            <a:off x="2344012" y="4183856"/>
            <a:ext cx="744141" cy="31154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5" name="Verbinder: gewinkelt 24">
            <a:extLst>
              <a:ext uri="{FF2B5EF4-FFF2-40B4-BE49-F238E27FC236}">
                <a16:creationId xmlns:a16="http://schemas.microsoft.com/office/drawing/2014/main" id="{95840A01-DE23-719C-090B-FF503525B7A1}"/>
              </a:ext>
            </a:extLst>
          </p:cNvPr>
          <p:cNvCxnSpPr>
            <a:cxnSpLocks/>
            <a:stCxn id="16" idx="0"/>
            <a:endCxn id="17" idx="0"/>
          </p:cNvCxnSpPr>
          <p:nvPr/>
        </p:nvCxnSpPr>
        <p:spPr>
          <a:xfrm rot="16200000" flipH="1" flipV="1">
            <a:off x="2249556" y="3346053"/>
            <a:ext cx="622300" cy="1054894"/>
          </a:xfrm>
          <a:prstGeom prst="bentConnector3">
            <a:avLst>
              <a:gd name="adj1" fmla="val -36735"/>
            </a:avLst>
          </a:prstGeom>
          <a:ln>
            <a:tailEnd type="triangle"/>
          </a:ln>
        </p:spPr>
        <p:style>
          <a:lnRef idx="1">
            <a:schemeClr val="dk1"/>
          </a:lnRef>
          <a:fillRef idx="0">
            <a:schemeClr val="dk1"/>
          </a:fillRef>
          <a:effectRef idx="0">
            <a:schemeClr val="dk1"/>
          </a:effectRef>
          <a:fontRef idx="minor">
            <a:schemeClr val="tx1"/>
          </a:fontRef>
        </p:style>
      </p:cxnSp>
      <p:sp>
        <p:nvSpPr>
          <p:cNvPr id="32" name="Ellipse 31">
            <a:extLst>
              <a:ext uri="{FF2B5EF4-FFF2-40B4-BE49-F238E27FC236}">
                <a16:creationId xmlns:a16="http://schemas.microsoft.com/office/drawing/2014/main" id="{8ADAF225-F313-7455-08E4-DE0084D7871D}"/>
              </a:ext>
            </a:extLst>
          </p:cNvPr>
          <p:cNvSpPr/>
          <p:nvPr/>
        </p:nvSpPr>
        <p:spPr>
          <a:xfrm>
            <a:off x="4939691" y="1972082"/>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A</a:t>
            </a:r>
          </a:p>
        </p:txBody>
      </p:sp>
      <p:sp>
        <p:nvSpPr>
          <p:cNvPr id="33" name="Ellipse 32">
            <a:extLst>
              <a:ext uri="{FF2B5EF4-FFF2-40B4-BE49-F238E27FC236}">
                <a16:creationId xmlns:a16="http://schemas.microsoft.com/office/drawing/2014/main" id="{960213EB-0BCC-7131-9EA5-B02471B61B6B}"/>
              </a:ext>
            </a:extLst>
          </p:cNvPr>
          <p:cNvSpPr/>
          <p:nvPr/>
        </p:nvSpPr>
        <p:spPr>
          <a:xfrm>
            <a:off x="6664157" y="3213681"/>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B</a:t>
            </a:r>
          </a:p>
        </p:txBody>
      </p:sp>
      <p:sp>
        <p:nvSpPr>
          <p:cNvPr id="36" name="Ellipse 35">
            <a:extLst>
              <a:ext uri="{FF2B5EF4-FFF2-40B4-BE49-F238E27FC236}">
                <a16:creationId xmlns:a16="http://schemas.microsoft.com/office/drawing/2014/main" id="{67A4E5D9-9431-B5EB-1E13-35673785198A}"/>
              </a:ext>
            </a:extLst>
          </p:cNvPr>
          <p:cNvSpPr/>
          <p:nvPr/>
        </p:nvSpPr>
        <p:spPr>
          <a:xfrm>
            <a:off x="4939692" y="4248019"/>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C</a:t>
            </a:r>
          </a:p>
        </p:txBody>
      </p:sp>
      <p:cxnSp>
        <p:nvCxnSpPr>
          <p:cNvPr id="39" name="Verbinder: gewinkelt 38">
            <a:extLst>
              <a:ext uri="{FF2B5EF4-FFF2-40B4-BE49-F238E27FC236}">
                <a16:creationId xmlns:a16="http://schemas.microsoft.com/office/drawing/2014/main" id="{A8CE44E3-04D9-5054-5751-1326F966F144}"/>
              </a:ext>
            </a:extLst>
          </p:cNvPr>
          <p:cNvCxnSpPr>
            <a:stCxn id="32" idx="6"/>
            <a:endCxn id="33" idx="0"/>
          </p:cNvCxnSpPr>
          <p:nvPr/>
        </p:nvCxnSpPr>
        <p:spPr>
          <a:xfrm>
            <a:off x="6332556" y="2330596"/>
            <a:ext cx="1028034" cy="88308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40" name="Textfeld 39">
            <a:extLst>
              <a:ext uri="{FF2B5EF4-FFF2-40B4-BE49-F238E27FC236}">
                <a16:creationId xmlns:a16="http://schemas.microsoft.com/office/drawing/2014/main" id="{536A87AD-B511-0155-A4C2-A533CF8F9E42}"/>
              </a:ext>
            </a:extLst>
          </p:cNvPr>
          <p:cNvSpPr txBox="1"/>
          <p:nvPr/>
        </p:nvSpPr>
        <p:spPr>
          <a:xfrm>
            <a:off x="7011870" y="2553776"/>
            <a:ext cx="652743" cy="307777"/>
          </a:xfrm>
          <a:prstGeom prst="rect">
            <a:avLst/>
          </a:prstGeom>
          <a:noFill/>
        </p:spPr>
        <p:txBody>
          <a:bodyPr wrap="none" rtlCol="0">
            <a:spAutoFit/>
          </a:bodyPr>
          <a:lstStyle/>
          <a:p>
            <a:r>
              <a:rPr lang="de-DE" dirty="0"/>
              <a:t>Kennt</a:t>
            </a:r>
          </a:p>
        </p:txBody>
      </p:sp>
      <p:sp>
        <p:nvSpPr>
          <p:cNvPr id="44" name="Textfeld 43">
            <a:extLst>
              <a:ext uri="{FF2B5EF4-FFF2-40B4-BE49-F238E27FC236}">
                <a16:creationId xmlns:a16="http://schemas.microsoft.com/office/drawing/2014/main" id="{766CBA59-792F-B2EA-8C05-2C61D814DE9B}"/>
              </a:ext>
            </a:extLst>
          </p:cNvPr>
          <p:cNvSpPr txBox="1"/>
          <p:nvPr/>
        </p:nvSpPr>
        <p:spPr>
          <a:xfrm>
            <a:off x="4479866" y="3264417"/>
            <a:ext cx="1348446" cy="307777"/>
          </a:xfrm>
          <a:prstGeom prst="rect">
            <a:avLst/>
          </a:prstGeom>
          <a:noFill/>
        </p:spPr>
        <p:txBody>
          <a:bodyPr wrap="none" rtlCol="0">
            <a:spAutoFit/>
          </a:bodyPr>
          <a:lstStyle/>
          <a:p>
            <a:r>
              <a:rPr lang="de-DE" dirty="0"/>
              <a:t>Befreundet mit</a:t>
            </a:r>
          </a:p>
        </p:txBody>
      </p:sp>
      <p:sp>
        <p:nvSpPr>
          <p:cNvPr id="45" name="Textfeld 44">
            <a:extLst>
              <a:ext uri="{FF2B5EF4-FFF2-40B4-BE49-F238E27FC236}">
                <a16:creationId xmlns:a16="http://schemas.microsoft.com/office/drawing/2014/main" id="{B7A432F2-91E9-E3E7-2172-24247C66BCE5}"/>
              </a:ext>
            </a:extLst>
          </p:cNvPr>
          <p:cNvSpPr txBox="1"/>
          <p:nvPr/>
        </p:nvSpPr>
        <p:spPr>
          <a:xfrm>
            <a:off x="6696785" y="3954763"/>
            <a:ext cx="1348446" cy="307777"/>
          </a:xfrm>
          <a:prstGeom prst="rect">
            <a:avLst/>
          </a:prstGeom>
          <a:noFill/>
        </p:spPr>
        <p:txBody>
          <a:bodyPr wrap="none" rtlCol="0">
            <a:spAutoFit/>
          </a:bodyPr>
          <a:lstStyle/>
          <a:p>
            <a:r>
              <a:rPr lang="de-DE" dirty="0"/>
              <a:t>Befreundet mit</a:t>
            </a:r>
          </a:p>
        </p:txBody>
      </p:sp>
      <p:cxnSp>
        <p:nvCxnSpPr>
          <p:cNvPr id="48" name="Verbinder: gewinkelt 47">
            <a:extLst>
              <a:ext uri="{FF2B5EF4-FFF2-40B4-BE49-F238E27FC236}">
                <a16:creationId xmlns:a16="http://schemas.microsoft.com/office/drawing/2014/main" id="{DF9F46C1-1F69-83B3-918B-7FB269637611}"/>
              </a:ext>
            </a:extLst>
          </p:cNvPr>
          <p:cNvCxnSpPr>
            <a:cxnSpLocks/>
            <a:stCxn id="32" idx="3"/>
            <a:endCxn id="36" idx="1"/>
          </p:cNvCxnSpPr>
          <p:nvPr/>
        </p:nvCxnSpPr>
        <p:spPr>
          <a:xfrm rot="16200000" flipH="1">
            <a:off x="4259210" y="3468563"/>
            <a:ext cx="1768922" cy="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3" name="Verbinder: gewinkelt 52">
            <a:extLst>
              <a:ext uri="{FF2B5EF4-FFF2-40B4-BE49-F238E27FC236}">
                <a16:creationId xmlns:a16="http://schemas.microsoft.com/office/drawing/2014/main" id="{59F1CBC5-2EE3-E8C8-566E-D91AE1B03319}"/>
              </a:ext>
            </a:extLst>
          </p:cNvPr>
          <p:cNvCxnSpPr>
            <a:stCxn id="36" idx="7"/>
            <a:endCxn id="32" idx="5"/>
          </p:cNvCxnSpPr>
          <p:nvPr/>
        </p:nvCxnSpPr>
        <p:spPr>
          <a:xfrm rot="16200000" flipV="1">
            <a:off x="5244116" y="3468563"/>
            <a:ext cx="1768922" cy="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5" name="Verbinder: gewinkelt 54">
            <a:extLst>
              <a:ext uri="{FF2B5EF4-FFF2-40B4-BE49-F238E27FC236}">
                <a16:creationId xmlns:a16="http://schemas.microsoft.com/office/drawing/2014/main" id="{FAA82A9B-8985-3988-D443-CB97797CC6AB}"/>
              </a:ext>
            </a:extLst>
          </p:cNvPr>
          <p:cNvCxnSpPr>
            <a:stCxn id="33" idx="4"/>
            <a:endCxn id="36" idx="6"/>
          </p:cNvCxnSpPr>
          <p:nvPr/>
        </p:nvCxnSpPr>
        <p:spPr>
          <a:xfrm rot="5400000">
            <a:off x="6508662" y="3754604"/>
            <a:ext cx="675825" cy="102803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56" name="Textfeld 55">
            <a:extLst>
              <a:ext uri="{FF2B5EF4-FFF2-40B4-BE49-F238E27FC236}">
                <a16:creationId xmlns:a16="http://schemas.microsoft.com/office/drawing/2014/main" id="{11DE8DCA-007C-BB1E-FD66-5C133693D2B2}"/>
              </a:ext>
            </a:extLst>
          </p:cNvPr>
          <p:cNvSpPr txBox="1"/>
          <p:nvPr/>
        </p:nvSpPr>
        <p:spPr>
          <a:xfrm>
            <a:off x="5449262" y="2918676"/>
            <a:ext cx="1348446" cy="307777"/>
          </a:xfrm>
          <a:prstGeom prst="rect">
            <a:avLst/>
          </a:prstGeom>
          <a:noFill/>
        </p:spPr>
        <p:txBody>
          <a:bodyPr wrap="none" rtlCol="0">
            <a:spAutoFit/>
          </a:bodyPr>
          <a:lstStyle/>
          <a:p>
            <a:r>
              <a:rPr lang="de-DE" dirty="0"/>
              <a:t>Befreundet mit</a:t>
            </a:r>
          </a:p>
        </p:txBody>
      </p:sp>
      <p:sp>
        <p:nvSpPr>
          <p:cNvPr id="57" name="Google Shape;710;p37">
            <a:extLst>
              <a:ext uri="{FF2B5EF4-FFF2-40B4-BE49-F238E27FC236}">
                <a16:creationId xmlns:a16="http://schemas.microsoft.com/office/drawing/2014/main" id="{AC9FCFC6-0986-F79D-E489-CB56C1073C53}"/>
              </a:ext>
            </a:extLst>
          </p:cNvPr>
          <p:cNvSpPr txBox="1">
            <a:spLocks noGrp="1"/>
          </p:cNvSpPr>
          <p:nvPr>
            <p:ph type="subTitle" idx="1"/>
          </p:nvPr>
        </p:nvSpPr>
        <p:spPr>
          <a:xfrm>
            <a:off x="720000" y="1399381"/>
            <a:ext cx="2361600" cy="1462172"/>
          </a:xfrm>
          <a:prstGeom prst="rect">
            <a:avLst/>
          </a:prstGeom>
        </p:spPr>
        <p:txBody>
          <a:bodyPr spcFirstLastPara="1" wrap="square" lIns="91425" tIns="91425" rIns="91425" bIns="91425" anchor="t" anchorCtr="0">
            <a:noAutofit/>
          </a:bodyPr>
          <a:lstStyle/>
          <a:p>
            <a:pPr marL="0" lvl="0" indent="0">
              <a:buNone/>
            </a:pPr>
            <a:r>
              <a:rPr lang="de-DE" sz="1200" b="1" dirty="0"/>
              <a:t>Tabellen </a:t>
            </a:r>
          </a:p>
          <a:p>
            <a:pPr marL="171450" indent="-171450"/>
            <a:r>
              <a:rPr lang="de-DE" sz="1200" dirty="0"/>
              <a:t>Primärschlüssel</a:t>
            </a:r>
          </a:p>
          <a:p>
            <a:pPr marL="171450" indent="-171450"/>
            <a:r>
              <a:rPr lang="de-DE" sz="1200" dirty="0"/>
              <a:t>Fremdschlüssel</a:t>
            </a:r>
          </a:p>
          <a:p>
            <a:pPr marL="171450" indent="-171450"/>
            <a:r>
              <a:rPr lang="de-DE" sz="1200" dirty="0" err="1"/>
              <a:t>Joins</a:t>
            </a:r>
            <a:r>
              <a:rPr lang="de-DE" sz="1200" dirty="0"/>
              <a:t> </a:t>
            </a:r>
          </a:p>
          <a:p>
            <a:pPr marL="0" indent="0">
              <a:buNone/>
            </a:pPr>
            <a:r>
              <a:rPr lang="de-DE" sz="1200" dirty="0"/>
              <a:t>=&gt; werden schnell komplex, bei zunehmender Abfragetiefe</a:t>
            </a:r>
            <a:endParaRPr sz="1200" dirty="0"/>
          </a:p>
        </p:txBody>
      </p:sp>
      <p:sp>
        <p:nvSpPr>
          <p:cNvPr id="58" name="Google Shape;710;p37">
            <a:extLst>
              <a:ext uri="{FF2B5EF4-FFF2-40B4-BE49-F238E27FC236}">
                <a16:creationId xmlns:a16="http://schemas.microsoft.com/office/drawing/2014/main" id="{65096CEF-C77C-5C4C-49FB-1661BBA27334}"/>
              </a:ext>
            </a:extLst>
          </p:cNvPr>
          <p:cNvSpPr txBox="1">
            <a:spLocks/>
          </p:cNvSpPr>
          <p:nvPr/>
        </p:nvSpPr>
        <p:spPr>
          <a:xfrm>
            <a:off x="4939691" y="1372925"/>
            <a:ext cx="2361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Font typeface="Nunito Light"/>
              <a:buNone/>
            </a:pPr>
            <a:r>
              <a:rPr lang="de-DE" sz="1200" b="1" dirty="0"/>
              <a:t>Graphen</a:t>
            </a:r>
          </a:p>
        </p:txBody>
      </p:sp>
      <p:sp>
        <p:nvSpPr>
          <p:cNvPr id="60" name="Google Shape;710;p37">
            <a:extLst>
              <a:ext uri="{FF2B5EF4-FFF2-40B4-BE49-F238E27FC236}">
                <a16:creationId xmlns:a16="http://schemas.microsoft.com/office/drawing/2014/main" id="{62F3B5D3-CF20-1A91-10CC-ED2DB56B4106}"/>
              </a:ext>
            </a:extLst>
          </p:cNvPr>
          <p:cNvSpPr txBox="1">
            <a:spLocks/>
          </p:cNvSpPr>
          <p:nvPr/>
        </p:nvSpPr>
        <p:spPr>
          <a:xfrm>
            <a:off x="720000" y="2962839"/>
            <a:ext cx="2361600" cy="5759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None/>
            </a:pPr>
            <a:r>
              <a:rPr lang="de-DE" sz="1200" dirty="0"/>
              <a:t>Welche Tabellen muss ich verbinden?</a:t>
            </a:r>
            <a:endParaRPr lang="de-DE" sz="1200" b="1" dirty="0"/>
          </a:p>
        </p:txBody>
      </p:sp>
      <p:sp>
        <p:nvSpPr>
          <p:cNvPr id="61" name="Google Shape;710;p37">
            <a:extLst>
              <a:ext uri="{FF2B5EF4-FFF2-40B4-BE49-F238E27FC236}">
                <a16:creationId xmlns:a16="http://schemas.microsoft.com/office/drawing/2014/main" id="{CFF88A79-D17A-7AF4-3AD2-4952019D3217}"/>
              </a:ext>
            </a:extLst>
          </p:cNvPr>
          <p:cNvSpPr txBox="1">
            <a:spLocks/>
          </p:cNvSpPr>
          <p:nvPr/>
        </p:nvSpPr>
        <p:spPr>
          <a:xfrm>
            <a:off x="6324469" y="1735704"/>
            <a:ext cx="2361600" cy="3653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None/>
            </a:pPr>
            <a:r>
              <a:rPr lang="de-DE" sz="1200" dirty="0"/>
              <a:t>Welchem Pfad folge ich?</a:t>
            </a:r>
            <a:endParaRPr lang="de-DE" sz="1200" b="1" dirty="0"/>
          </a:p>
        </p:txBody>
      </p:sp>
    </p:spTree>
    <p:extLst>
      <p:ext uri="{BB962C8B-B14F-4D97-AF65-F5344CB8AC3E}">
        <p14:creationId xmlns:p14="http://schemas.microsoft.com/office/powerpoint/2010/main" val="3667931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08989-7CC8-8879-D8AB-2A43B1AA974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51F6FD1-EC70-8360-8CC4-13454BD8628D}"/>
              </a:ext>
            </a:extLst>
          </p:cNvPr>
          <p:cNvSpPr>
            <a:spLocks noGrp="1"/>
          </p:cNvSpPr>
          <p:nvPr>
            <p:ph type="title"/>
          </p:nvPr>
        </p:nvSpPr>
        <p:spPr>
          <a:xfrm>
            <a:off x="720000" y="445025"/>
            <a:ext cx="8158186" cy="1218300"/>
          </a:xfrm>
        </p:spPr>
        <p:txBody>
          <a:bodyPr/>
          <a:lstStyle/>
          <a:p>
            <a:pPr marL="0" lvl="0" indent="0"/>
            <a:r>
              <a:rPr lang="de-DE" sz="2400" dirty="0"/>
              <a:t>Warum wurden Graph Datenbanken entwickelt?</a:t>
            </a:r>
          </a:p>
        </p:txBody>
      </p:sp>
      <p:pic>
        <p:nvPicPr>
          <p:cNvPr id="21" name="Grafik 20">
            <a:extLst>
              <a:ext uri="{FF2B5EF4-FFF2-40B4-BE49-F238E27FC236}">
                <a16:creationId xmlns:a16="http://schemas.microsoft.com/office/drawing/2014/main" id="{53A94EFD-5A13-1509-C2C6-7B745B8D10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34606" y="2400176"/>
            <a:ext cx="1080000" cy="1080000"/>
          </a:xfrm>
          <a:prstGeom prst="rect">
            <a:avLst/>
          </a:prstGeom>
        </p:spPr>
      </p:pic>
      <p:sp>
        <p:nvSpPr>
          <p:cNvPr id="23" name="Pfeil: nach rechts 22">
            <a:extLst>
              <a:ext uri="{FF2B5EF4-FFF2-40B4-BE49-F238E27FC236}">
                <a16:creationId xmlns:a16="http://schemas.microsoft.com/office/drawing/2014/main" id="{06512A63-746A-B492-B4E6-C23C94B3F495}"/>
              </a:ext>
            </a:extLst>
          </p:cNvPr>
          <p:cNvSpPr/>
          <p:nvPr/>
        </p:nvSpPr>
        <p:spPr>
          <a:xfrm>
            <a:off x="4157660" y="2551046"/>
            <a:ext cx="1126224" cy="77826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de-DE"/>
          </a:p>
        </p:txBody>
      </p:sp>
      <p:sp>
        <p:nvSpPr>
          <p:cNvPr id="24" name="Google Shape;710;p37">
            <a:extLst>
              <a:ext uri="{FF2B5EF4-FFF2-40B4-BE49-F238E27FC236}">
                <a16:creationId xmlns:a16="http://schemas.microsoft.com/office/drawing/2014/main" id="{6DCF591E-EDCD-FA74-B429-2256F29EBF4F}"/>
              </a:ext>
            </a:extLst>
          </p:cNvPr>
          <p:cNvSpPr txBox="1">
            <a:spLocks/>
          </p:cNvSpPr>
          <p:nvPr/>
        </p:nvSpPr>
        <p:spPr>
          <a:xfrm>
            <a:off x="5546708" y="1924523"/>
            <a:ext cx="3056272" cy="3653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None/>
            </a:pPr>
            <a:r>
              <a:rPr lang="de-DE" sz="1200" b="1" dirty="0" err="1"/>
              <a:t>Graphdatenbanken</a:t>
            </a:r>
            <a:r>
              <a:rPr lang="de-DE" sz="1200" b="1" dirty="0"/>
              <a:t> </a:t>
            </a:r>
            <a:r>
              <a:rPr lang="de-DE" sz="1200" dirty="0"/>
              <a:t>wie z.B. Neo4J </a:t>
            </a:r>
            <a:endParaRPr lang="de-DE" sz="1200" b="1" dirty="0"/>
          </a:p>
        </p:txBody>
      </p:sp>
      <p:sp>
        <p:nvSpPr>
          <p:cNvPr id="26" name="Google Shape;710;p37">
            <a:extLst>
              <a:ext uri="{FF2B5EF4-FFF2-40B4-BE49-F238E27FC236}">
                <a16:creationId xmlns:a16="http://schemas.microsoft.com/office/drawing/2014/main" id="{7912C93E-B0D3-3E08-6DEE-4F618A4ACAC0}"/>
              </a:ext>
            </a:extLst>
          </p:cNvPr>
          <p:cNvSpPr txBox="1">
            <a:spLocks/>
          </p:cNvSpPr>
          <p:nvPr/>
        </p:nvSpPr>
        <p:spPr>
          <a:xfrm>
            <a:off x="761121" y="2400176"/>
            <a:ext cx="3886980" cy="108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171450" indent="-171450"/>
            <a:r>
              <a:rPr lang="de-DE" sz="1200" dirty="0"/>
              <a:t>Große Datenmengen</a:t>
            </a:r>
          </a:p>
          <a:p>
            <a:pPr marL="171450" indent="-171450"/>
            <a:r>
              <a:rPr lang="de-DE" sz="1200" dirty="0"/>
              <a:t>Dynamische Daten</a:t>
            </a:r>
          </a:p>
          <a:p>
            <a:pPr marL="171450" indent="-171450"/>
            <a:r>
              <a:rPr lang="de-DE" sz="1200" dirty="0"/>
              <a:t>Komplexe Strukturen</a:t>
            </a:r>
          </a:p>
          <a:p>
            <a:pPr marL="171450" indent="-171450"/>
            <a:r>
              <a:rPr lang="de-DE" sz="1200" dirty="0"/>
              <a:t>Zusätzliche Infos an Knoten und Kanten</a:t>
            </a:r>
          </a:p>
        </p:txBody>
      </p:sp>
    </p:spTree>
    <p:extLst>
      <p:ext uri="{BB962C8B-B14F-4D97-AF65-F5344CB8AC3E}">
        <p14:creationId xmlns:p14="http://schemas.microsoft.com/office/powerpoint/2010/main" val="95331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81F38-5248-F715-F72E-0E42BADB521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A04C5F0-C2B6-F0B5-6CC8-8532A2491BBF}"/>
              </a:ext>
            </a:extLst>
          </p:cNvPr>
          <p:cNvSpPr>
            <a:spLocks noGrp="1"/>
          </p:cNvSpPr>
          <p:nvPr>
            <p:ph type="title"/>
          </p:nvPr>
        </p:nvSpPr>
        <p:spPr>
          <a:xfrm>
            <a:off x="720000" y="445025"/>
            <a:ext cx="8158186" cy="1218300"/>
          </a:xfrm>
        </p:spPr>
        <p:txBody>
          <a:bodyPr/>
          <a:lstStyle/>
          <a:p>
            <a:pPr marL="0" lvl="0" indent="0"/>
            <a:r>
              <a:rPr lang="de-DE" sz="2400" dirty="0"/>
              <a:t>Typische Anwendungsfälle heute</a:t>
            </a:r>
          </a:p>
        </p:txBody>
      </p:sp>
      <p:pic>
        <p:nvPicPr>
          <p:cNvPr id="8" name="Grafik 7">
            <a:extLst>
              <a:ext uri="{FF2B5EF4-FFF2-40B4-BE49-F238E27FC236}">
                <a16:creationId xmlns:a16="http://schemas.microsoft.com/office/drawing/2014/main" id="{15033ACF-1D34-9E7C-AF70-A4AF381DAFE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2436" y="1663325"/>
            <a:ext cx="1080000" cy="1080000"/>
          </a:xfrm>
          <a:prstGeom prst="rect">
            <a:avLst/>
          </a:prstGeom>
        </p:spPr>
      </p:pic>
      <p:pic>
        <p:nvPicPr>
          <p:cNvPr id="10" name="Grafik 9">
            <a:extLst>
              <a:ext uri="{FF2B5EF4-FFF2-40B4-BE49-F238E27FC236}">
                <a16:creationId xmlns:a16="http://schemas.microsoft.com/office/drawing/2014/main" id="{540A772C-685F-7062-303D-327C44717DC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13976" y="3119737"/>
            <a:ext cx="1080000" cy="1080000"/>
          </a:xfrm>
          <a:prstGeom prst="rect">
            <a:avLst/>
          </a:prstGeom>
        </p:spPr>
      </p:pic>
      <p:sp>
        <p:nvSpPr>
          <p:cNvPr id="14" name="Google Shape;710;p37">
            <a:extLst>
              <a:ext uri="{FF2B5EF4-FFF2-40B4-BE49-F238E27FC236}">
                <a16:creationId xmlns:a16="http://schemas.microsoft.com/office/drawing/2014/main" id="{37CED17B-B14C-00BC-2D30-56EA1B7F4D7F}"/>
              </a:ext>
            </a:extLst>
          </p:cNvPr>
          <p:cNvSpPr txBox="1">
            <a:spLocks/>
          </p:cNvSpPr>
          <p:nvPr/>
        </p:nvSpPr>
        <p:spPr>
          <a:xfrm>
            <a:off x="429414" y="2754412"/>
            <a:ext cx="2361600" cy="3653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None/>
            </a:pPr>
            <a:r>
              <a:rPr lang="de-DE" sz="1200" dirty="0"/>
              <a:t>Soziale Netzwerke</a:t>
            </a:r>
            <a:endParaRPr lang="de-DE" sz="1200" b="1" dirty="0"/>
          </a:p>
        </p:txBody>
      </p:sp>
      <p:sp>
        <p:nvSpPr>
          <p:cNvPr id="18" name="Google Shape;710;p37">
            <a:extLst>
              <a:ext uri="{FF2B5EF4-FFF2-40B4-BE49-F238E27FC236}">
                <a16:creationId xmlns:a16="http://schemas.microsoft.com/office/drawing/2014/main" id="{276FA147-2053-133A-28DD-60C58789795B}"/>
              </a:ext>
            </a:extLst>
          </p:cNvPr>
          <p:cNvSpPr txBox="1">
            <a:spLocks/>
          </p:cNvSpPr>
          <p:nvPr/>
        </p:nvSpPr>
        <p:spPr>
          <a:xfrm>
            <a:off x="2310954" y="4199737"/>
            <a:ext cx="2361600" cy="3653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None/>
            </a:pPr>
            <a:r>
              <a:rPr lang="de-DE" sz="1200" dirty="0"/>
              <a:t>Knowledge Graphen</a:t>
            </a:r>
            <a:endParaRPr lang="de-DE" sz="1200" b="1" dirty="0"/>
          </a:p>
        </p:txBody>
      </p:sp>
      <p:pic>
        <p:nvPicPr>
          <p:cNvPr id="4" name="Grafik 3">
            <a:extLst>
              <a:ext uri="{FF2B5EF4-FFF2-40B4-BE49-F238E27FC236}">
                <a16:creationId xmlns:a16="http://schemas.microsoft.com/office/drawing/2014/main" id="{B221AE4E-C629-225E-72C4-0C7E4513AFB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24773" y="1663325"/>
            <a:ext cx="1080000" cy="1080000"/>
          </a:xfrm>
          <a:prstGeom prst="rect">
            <a:avLst/>
          </a:prstGeom>
        </p:spPr>
      </p:pic>
      <p:sp>
        <p:nvSpPr>
          <p:cNvPr id="5" name="Google Shape;710;p37">
            <a:extLst>
              <a:ext uri="{FF2B5EF4-FFF2-40B4-BE49-F238E27FC236}">
                <a16:creationId xmlns:a16="http://schemas.microsoft.com/office/drawing/2014/main" id="{D67F1A6B-EB58-2409-F35E-08C98C9B195C}"/>
              </a:ext>
            </a:extLst>
          </p:cNvPr>
          <p:cNvSpPr txBox="1">
            <a:spLocks/>
          </p:cNvSpPr>
          <p:nvPr/>
        </p:nvSpPr>
        <p:spPr>
          <a:xfrm>
            <a:off x="4229100" y="2754412"/>
            <a:ext cx="2361600" cy="3653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None/>
            </a:pPr>
            <a:r>
              <a:rPr lang="de-DE" sz="1200" dirty="0"/>
              <a:t>Empfehlungssysteme</a:t>
            </a:r>
            <a:endParaRPr lang="de-DE" sz="1200" b="1" dirty="0"/>
          </a:p>
        </p:txBody>
      </p:sp>
      <p:pic>
        <p:nvPicPr>
          <p:cNvPr id="7" name="Grafik 6">
            <a:extLst>
              <a:ext uri="{FF2B5EF4-FFF2-40B4-BE49-F238E27FC236}">
                <a16:creationId xmlns:a16="http://schemas.microsoft.com/office/drawing/2014/main" id="{F822F035-9BFA-1D62-F3A8-38B1205BF02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06596" y="3119737"/>
            <a:ext cx="1080000" cy="1080000"/>
          </a:xfrm>
          <a:prstGeom prst="rect">
            <a:avLst/>
          </a:prstGeom>
        </p:spPr>
      </p:pic>
      <p:sp>
        <p:nvSpPr>
          <p:cNvPr id="12" name="Google Shape;710;p37">
            <a:extLst>
              <a:ext uri="{FF2B5EF4-FFF2-40B4-BE49-F238E27FC236}">
                <a16:creationId xmlns:a16="http://schemas.microsoft.com/office/drawing/2014/main" id="{AB097366-F928-C04D-9060-41E72AC647E8}"/>
              </a:ext>
            </a:extLst>
          </p:cNvPr>
          <p:cNvSpPr txBox="1">
            <a:spLocks/>
          </p:cNvSpPr>
          <p:nvPr/>
        </p:nvSpPr>
        <p:spPr>
          <a:xfrm>
            <a:off x="6305796" y="4199737"/>
            <a:ext cx="2361600" cy="3653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None/>
            </a:pPr>
            <a:r>
              <a:rPr lang="de-DE" sz="1200" dirty="0"/>
              <a:t>Betrugserkennung</a:t>
            </a:r>
          </a:p>
          <a:p>
            <a:pPr marL="0" indent="0">
              <a:buNone/>
            </a:pPr>
            <a:endParaRPr lang="de-DE" sz="1200" b="1" dirty="0"/>
          </a:p>
        </p:txBody>
      </p:sp>
    </p:spTree>
    <p:extLst>
      <p:ext uri="{BB962C8B-B14F-4D97-AF65-F5344CB8AC3E}">
        <p14:creationId xmlns:p14="http://schemas.microsoft.com/office/powerpoint/2010/main" val="3981742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BFAFF-A6AF-4D94-7063-C144AC3CC8A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6DD890A-3AFE-8F97-4F57-3963E8489D8A}"/>
              </a:ext>
            </a:extLst>
          </p:cNvPr>
          <p:cNvSpPr>
            <a:spLocks noGrp="1"/>
          </p:cNvSpPr>
          <p:nvPr>
            <p:ph type="title"/>
          </p:nvPr>
        </p:nvSpPr>
        <p:spPr>
          <a:xfrm>
            <a:off x="720000" y="445025"/>
            <a:ext cx="5251454" cy="1218300"/>
          </a:xfrm>
        </p:spPr>
        <p:txBody>
          <a:bodyPr/>
          <a:lstStyle/>
          <a:p>
            <a:pPr marL="0" lvl="0" indent="0"/>
            <a:r>
              <a:rPr lang="de-DE" sz="2400" dirty="0"/>
              <a:t>Warum </a:t>
            </a:r>
            <a:r>
              <a:rPr lang="de-DE" sz="2400" dirty="0" err="1"/>
              <a:t>Graphdatenbanken</a:t>
            </a:r>
            <a:r>
              <a:rPr lang="de-DE" sz="2400" dirty="0"/>
              <a:t>?</a:t>
            </a:r>
          </a:p>
        </p:txBody>
      </p:sp>
      <p:sp>
        <p:nvSpPr>
          <p:cNvPr id="9" name="Rectangle 2">
            <a:extLst>
              <a:ext uri="{FF2B5EF4-FFF2-40B4-BE49-F238E27FC236}">
                <a16:creationId xmlns:a16="http://schemas.microsoft.com/office/drawing/2014/main" id="{378ED685-C7F1-053E-E319-296ABEC49E89}"/>
              </a:ext>
            </a:extLst>
          </p:cNvPr>
          <p:cNvSpPr txBox="1">
            <a:spLocks noChangeArrowheads="1"/>
          </p:cNvSpPr>
          <p:nvPr/>
        </p:nvSpPr>
        <p:spPr bwMode="auto">
          <a:xfrm>
            <a:off x="1455208" y="2110085"/>
            <a:ext cx="5692352" cy="923330"/>
          </a:xfrm>
          <a:prstGeom prst="rect">
            <a:avLst/>
          </a:prstGeom>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spcFirstLastPara="1"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eaLnBrk="0" fontAlgn="base" hangingPunct="0">
              <a:lnSpc>
                <a:spcPct val="100000"/>
              </a:lnSpc>
              <a:spcBef>
                <a:spcPct val="0"/>
              </a:spcBef>
              <a:spcAft>
                <a:spcPct val="0"/>
              </a:spcAft>
              <a:buClrTx/>
              <a:buSzTx/>
              <a:buNone/>
            </a:pPr>
            <a:r>
              <a:rPr lang="de-DE" sz="1800" dirty="0"/>
              <a:t>Graph Datenbanken wurden entwickelt, weil in vielen Domänen Beziehungen selbst die wichtigste Information sind.</a:t>
            </a:r>
            <a:endParaRPr lang="de-DE" altLang="de-DE" sz="1800" dirty="0">
              <a:solidFill>
                <a:schemeClr val="tx1"/>
              </a:solidFill>
              <a:latin typeface="Arial" panose="020B0604020202020204" pitchFamily="34" charset="0"/>
            </a:endParaRPr>
          </a:p>
        </p:txBody>
      </p:sp>
    </p:spTree>
    <p:extLst>
      <p:ext uri="{BB962C8B-B14F-4D97-AF65-F5344CB8AC3E}">
        <p14:creationId xmlns:p14="http://schemas.microsoft.com/office/powerpoint/2010/main" val="377780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6">
          <a:extLst>
            <a:ext uri="{FF2B5EF4-FFF2-40B4-BE49-F238E27FC236}">
              <a16:creationId xmlns:a16="http://schemas.microsoft.com/office/drawing/2014/main" id="{19D1E30E-BBF2-499F-9864-9325A38500C4}"/>
            </a:ext>
          </a:extLst>
        </p:cNvPr>
        <p:cNvGrpSpPr/>
        <p:nvPr/>
      </p:nvGrpSpPr>
      <p:grpSpPr>
        <a:xfrm>
          <a:off x="0" y="0"/>
          <a:ext cx="0" cy="0"/>
          <a:chOff x="0" y="0"/>
          <a:chExt cx="0" cy="0"/>
        </a:xfrm>
      </p:grpSpPr>
      <p:sp>
        <p:nvSpPr>
          <p:cNvPr id="817" name="Google Shape;817;p39">
            <a:extLst>
              <a:ext uri="{FF2B5EF4-FFF2-40B4-BE49-F238E27FC236}">
                <a16:creationId xmlns:a16="http://schemas.microsoft.com/office/drawing/2014/main" id="{BD8A21ED-E1B9-4F67-C78A-4F04D30F20FB}"/>
              </a:ext>
            </a:extLst>
          </p:cNvPr>
          <p:cNvSpPr txBox="1">
            <a:spLocks noGrp="1"/>
          </p:cNvSpPr>
          <p:nvPr>
            <p:ph type="title"/>
          </p:nvPr>
        </p:nvSpPr>
        <p:spPr>
          <a:xfrm>
            <a:off x="1135250" y="2463325"/>
            <a:ext cx="6822179" cy="858600"/>
          </a:xfrm>
          <a:prstGeom prst="rect">
            <a:avLst/>
          </a:prstGeom>
        </p:spPr>
        <p:txBody>
          <a:bodyPr spcFirstLastPara="1" wrap="square" lIns="91425" tIns="91425" rIns="91425" bIns="91425" anchor="b" anchorCtr="0">
            <a:noAutofit/>
          </a:bodyPr>
          <a:lstStyle/>
          <a:p>
            <a:pPr marL="0" lvl="0" indent="0"/>
            <a:r>
              <a:rPr lang="de-DE" sz="4400" dirty="0"/>
              <a:t>Modellkonzept</a:t>
            </a:r>
          </a:p>
        </p:txBody>
      </p:sp>
      <p:sp>
        <p:nvSpPr>
          <p:cNvPr id="818" name="Google Shape;818;p39">
            <a:extLst>
              <a:ext uri="{FF2B5EF4-FFF2-40B4-BE49-F238E27FC236}">
                <a16:creationId xmlns:a16="http://schemas.microsoft.com/office/drawing/2014/main" id="{C46724B8-D4C9-BE7B-BB7B-2A9FBFA4DA20}"/>
              </a:ext>
            </a:extLst>
          </p:cNvPr>
          <p:cNvSpPr txBox="1">
            <a:spLocks noGrp="1"/>
          </p:cNvSpPr>
          <p:nvPr>
            <p:ph type="title" idx="2"/>
          </p:nvPr>
        </p:nvSpPr>
        <p:spPr>
          <a:xfrm>
            <a:off x="3945150" y="1098100"/>
            <a:ext cx="12537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819" name="Google Shape;819;p39">
            <a:extLst>
              <a:ext uri="{FF2B5EF4-FFF2-40B4-BE49-F238E27FC236}">
                <a16:creationId xmlns:a16="http://schemas.microsoft.com/office/drawing/2014/main" id="{F9096528-9D28-D284-7D5F-D66525ECF7AA}"/>
              </a:ext>
            </a:extLst>
          </p:cNvPr>
          <p:cNvSpPr txBox="1">
            <a:spLocks noGrp="1"/>
          </p:cNvSpPr>
          <p:nvPr>
            <p:ph type="subTitle" idx="1"/>
          </p:nvPr>
        </p:nvSpPr>
        <p:spPr>
          <a:xfrm>
            <a:off x="1701575" y="3213200"/>
            <a:ext cx="5740800" cy="375000"/>
          </a:xfrm>
          <a:prstGeom prst="rect">
            <a:avLst/>
          </a:prstGeom>
        </p:spPr>
        <p:txBody>
          <a:bodyPr spcFirstLastPara="1" wrap="square" lIns="91425" tIns="91425" rIns="91425" bIns="91425" anchor="t" anchorCtr="0">
            <a:noAutofit/>
          </a:bodyPr>
          <a:lstStyle/>
          <a:p>
            <a:pPr marL="0" lvl="0" indent="0"/>
            <a:r>
              <a:rPr lang="de-DE" dirty="0"/>
              <a:t>Wie modelliert eine Graph Datenbank Daten?</a:t>
            </a:r>
          </a:p>
        </p:txBody>
      </p:sp>
      <p:grpSp>
        <p:nvGrpSpPr>
          <p:cNvPr id="820" name="Google Shape;820;p39">
            <a:extLst>
              <a:ext uri="{FF2B5EF4-FFF2-40B4-BE49-F238E27FC236}">
                <a16:creationId xmlns:a16="http://schemas.microsoft.com/office/drawing/2014/main" id="{C61397D0-3385-35D1-D89B-747F521976C4}"/>
              </a:ext>
            </a:extLst>
          </p:cNvPr>
          <p:cNvGrpSpPr/>
          <p:nvPr/>
        </p:nvGrpSpPr>
        <p:grpSpPr>
          <a:xfrm>
            <a:off x="7826421" y="4156055"/>
            <a:ext cx="1104243" cy="852948"/>
            <a:chOff x="6614871" y="4003785"/>
            <a:chExt cx="690195" cy="533126"/>
          </a:xfrm>
        </p:grpSpPr>
        <p:sp>
          <p:nvSpPr>
            <p:cNvPr id="821" name="Google Shape;821;p39">
              <a:extLst>
                <a:ext uri="{FF2B5EF4-FFF2-40B4-BE49-F238E27FC236}">
                  <a16:creationId xmlns:a16="http://schemas.microsoft.com/office/drawing/2014/main" id="{A61EA7CA-6E30-DEB8-79FC-F01091F54148}"/>
                </a:ext>
              </a:extLst>
            </p:cNvPr>
            <p:cNvSpPr/>
            <p:nvPr/>
          </p:nvSpPr>
          <p:spPr>
            <a:xfrm>
              <a:off x="6740706" y="4285710"/>
              <a:ext cx="252140" cy="251201"/>
            </a:xfrm>
            <a:custGeom>
              <a:avLst/>
              <a:gdLst/>
              <a:ahLst/>
              <a:cxnLst/>
              <a:rect l="l" t="t" r="r" b="b"/>
              <a:pathLst>
                <a:path w="6442" h="6418" fill="none" extrusionOk="0">
                  <a:moveTo>
                    <a:pt x="5203" y="6418"/>
                  </a:moveTo>
                  <a:lnTo>
                    <a:pt x="1227" y="6418"/>
                  </a:lnTo>
                  <a:cubicBezTo>
                    <a:pt x="548" y="6418"/>
                    <a:pt x="0" y="5870"/>
                    <a:pt x="0" y="5191"/>
                  </a:cubicBezTo>
                  <a:lnTo>
                    <a:pt x="0" y="1227"/>
                  </a:lnTo>
                  <a:cubicBezTo>
                    <a:pt x="0" y="536"/>
                    <a:pt x="560" y="0"/>
                    <a:pt x="1227" y="0"/>
                  </a:cubicBezTo>
                  <a:lnTo>
                    <a:pt x="5203" y="0"/>
                  </a:lnTo>
                  <a:cubicBezTo>
                    <a:pt x="5882" y="0"/>
                    <a:pt x="6418" y="548"/>
                    <a:pt x="6418" y="1227"/>
                  </a:cubicBezTo>
                  <a:lnTo>
                    <a:pt x="6418" y="5191"/>
                  </a:lnTo>
                  <a:cubicBezTo>
                    <a:pt x="6442" y="5870"/>
                    <a:pt x="5882" y="6418"/>
                    <a:pt x="5203"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9">
              <a:extLst>
                <a:ext uri="{FF2B5EF4-FFF2-40B4-BE49-F238E27FC236}">
                  <a16:creationId xmlns:a16="http://schemas.microsoft.com/office/drawing/2014/main" id="{5FEE199A-FE96-6A62-58BF-1FC669A072EB}"/>
                </a:ext>
              </a:extLst>
            </p:cNvPr>
            <p:cNvSpPr/>
            <p:nvPr/>
          </p:nvSpPr>
          <p:spPr>
            <a:xfrm>
              <a:off x="6843684" y="4365399"/>
              <a:ext cx="66225" cy="74131"/>
            </a:xfrm>
            <a:custGeom>
              <a:avLst/>
              <a:gdLst/>
              <a:ahLst/>
              <a:cxnLst/>
              <a:rect l="l" t="t" r="r" b="b"/>
              <a:pathLst>
                <a:path w="1692" h="1894" extrusionOk="0">
                  <a:moveTo>
                    <a:pt x="846" y="203"/>
                  </a:moveTo>
                  <a:cubicBezTo>
                    <a:pt x="1025" y="203"/>
                    <a:pt x="1168" y="274"/>
                    <a:pt x="1275" y="405"/>
                  </a:cubicBezTo>
                  <a:cubicBezTo>
                    <a:pt x="1382" y="536"/>
                    <a:pt x="1429" y="715"/>
                    <a:pt x="1429" y="953"/>
                  </a:cubicBezTo>
                  <a:cubicBezTo>
                    <a:pt x="1429" y="1179"/>
                    <a:pt x="1382" y="1358"/>
                    <a:pt x="1275" y="1489"/>
                  </a:cubicBezTo>
                  <a:cubicBezTo>
                    <a:pt x="1168" y="1620"/>
                    <a:pt x="1025" y="1691"/>
                    <a:pt x="846" y="1691"/>
                  </a:cubicBezTo>
                  <a:cubicBezTo>
                    <a:pt x="667" y="1691"/>
                    <a:pt x="525" y="1620"/>
                    <a:pt x="417" y="1489"/>
                  </a:cubicBezTo>
                  <a:cubicBezTo>
                    <a:pt x="322" y="1358"/>
                    <a:pt x="263" y="1179"/>
                    <a:pt x="263" y="953"/>
                  </a:cubicBezTo>
                  <a:cubicBezTo>
                    <a:pt x="263" y="715"/>
                    <a:pt x="322" y="536"/>
                    <a:pt x="417" y="405"/>
                  </a:cubicBezTo>
                  <a:cubicBezTo>
                    <a:pt x="525" y="274"/>
                    <a:pt x="667" y="203"/>
                    <a:pt x="846" y="203"/>
                  </a:cubicBezTo>
                  <a:close/>
                  <a:moveTo>
                    <a:pt x="846" y="0"/>
                  </a:moveTo>
                  <a:cubicBezTo>
                    <a:pt x="596" y="0"/>
                    <a:pt x="394" y="96"/>
                    <a:pt x="239" y="262"/>
                  </a:cubicBezTo>
                  <a:cubicBezTo>
                    <a:pt x="84" y="429"/>
                    <a:pt x="1" y="655"/>
                    <a:pt x="1" y="953"/>
                  </a:cubicBezTo>
                  <a:cubicBezTo>
                    <a:pt x="1" y="1239"/>
                    <a:pt x="84" y="1465"/>
                    <a:pt x="239" y="1631"/>
                  </a:cubicBezTo>
                  <a:cubicBezTo>
                    <a:pt x="394" y="1810"/>
                    <a:pt x="596" y="1893"/>
                    <a:pt x="846" y="1893"/>
                  </a:cubicBezTo>
                  <a:cubicBezTo>
                    <a:pt x="1108" y="1893"/>
                    <a:pt x="1310" y="1810"/>
                    <a:pt x="1453" y="1631"/>
                  </a:cubicBezTo>
                  <a:cubicBezTo>
                    <a:pt x="1608" y="1465"/>
                    <a:pt x="1691" y="1239"/>
                    <a:pt x="1691" y="953"/>
                  </a:cubicBezTo>
                  <a:cubicBezTo>
                    <a:pt x="1691" y="655"/>
                    <a:pt x="1608" y="429"/>
                    <a:pt x="1453" y="262"/>
                  </a:cubicBezTo>
                  <a:cubicBezTo>
                    <a:pt x="1310" y="96"/>
                    <a:pt x="1108" y="0"/>
                    <a:pt x="8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9">
              <a:extLst>
                <a:ext uri="{FF2B5EF4-FFF2-40B4-BE49-F238E27FC236}">
                  <a16:creationId xmlns:a16="http://schemas.microsoft.com/office/drawing/2014/main" id="{789C61DE-B031-2A28-878C-3B06F7009E64}"/>
                </a:ext>
              </a:extLst>
            </p:cNvPr>
            <p:cNvSpPr/>
            <p:nvPr/>
          </p:nvSpPr>
          <p:spPr>
            <a:xfrm>
              <a:off x="7053396" y="4285710"/>
              <a:ext cx="251670" cy="251201"/>
            </a:xfrm>
            <a:custGeom>
              <a:avLst/>
              <a:gdLst/>
              <a:ahLst/>
              <a:cxnLst/>
              <a:rect l="l" t="t" r="r" b="b"/>
              <a:pathLst>
                <a:path w="6430" h="6418" fill="none" extrusionOk="0">
                  <a:moveTo>
                    <a:pt x="5204" y="6418"/>
                  </a:moveTo>
                  <a:lnTo>
                    <a:pt x="1215" y="6418"/>
                  </a:lnTo>
                  <a:cubicBezTo>
                    <a:pt x="536" y="6418"/>
                    <a:pt x="1" y="5870"/>
                    <a:pt x="1" y="5191"/>
                  </a:cubicBezTo>
                  <a:lnTo>
                    <a:pt x="1" y="1227"/>
                  </a:lnTo>
                  <a:cubicBezTo>
                    <a:pt x="1" y="536"/>
                    <a:pt x="548" y="0"/>
                    <a:pt x="1215" y="0"/>
                  </a:cubicBezTo>
                  <a:lnTo>
                    <a:pt x="5192" y="0"/>
                  </a:lnTo>
                  <a:cubicBezTo>
                    <a:pt x="5870" y="0"/>
                    <a:pt x="6406" y="548"/>
                    <a:pt x="6406" y="1227"/>
                  </a:cubicBezTo>
                  <a:lnTo>
                    <a:pt x="6406" y="5191"/>
                  </a:lnTo>
                  <a:cubicBezTo>
                    <a:pt x="6430" y="5870"/>
                    <a:pt x="5870"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9">
              <a:extLst>
                <a:ext uri="{FF2B5EF4-FFF2-40B4-BE49-F238E27FC236}">
                  <a16:creationId xmlns:a16="http://schemas.microsoft.com/office/drawing/2014/main" id="{00EEF7A5-AE8C-FFA5-9465-678C8C569A35}"/>
                </a:ext>
              </a:extLst>
            </p:cNvPr>
            <p:cNvSpPr/>
            <p:nvPr/>
          </p:nvSpPr>
          <p:spPr>
            <a:xfrm>
              <a:off x="7163379" y="4366808"/>
              <a:ext cx="46185" cy="71313"/>
            </a:xfrm>
            <a:custGeom>
              <a:avLst/>
              <a:gdLst/>
              <a:ahLst/>
              <a:cxnLst/>
              <a:rect l="l" t="t" r="r" b="b"/>
              <a:pathLst>
                <a:path w="1180" h="1822" extrusionOk="0">
                  <a:moveTo>
                    <a:pt x="560" y="202"/>
                  </a:moveTo>
                  <a:cubicBezTo>
                    <a:pt x="667" y="202"/>
                    <a:pt x="762" y="238"/>
                    <a:pt x="822" y="298"/>
                  </a:cubicBezTo>
                  <a:cubicBezTo>
                    <a:pt x="881" y="357"/>
                    <a:pt x="917" y="441"/>
                    <a:pt x="917" y="548"/>
                  </a:cubicBezTo>
                  <a:cubicBezTo>
                    <a:pt x="917" y="655"/>
                    <a:pt x="881" y="738"/>
                    <a:pt x="822" y="798"/>
                  </a:cubicBezTo>
                  <a:cubicBezTo>
                    <a:pt x="762" y="857"/>
                    <a:pt x="667" y="881"/>
                    <a:pt x="560" y="881"/>
                  </a:cubicBezTo>
                  <a:lnTo>
                    <a:pt x="250" y="881"/>
                  </a:lnTo>
                  <a:lnTo>
                    <a:pt x="250" y="202"/>
                  </a:lnTo>
                  <a:close/>
                  <a:moveTo>
                    <a:pt x="0" y="0"/>
                  </a:moveTo>
                  <a:lnTo>
                    <a:pt x="0" y="1822"/>
                  </a:lnTo>
                  <a:lnTo>
                    <a:pt x="250" y="1822"/>
                  </a:lnTo>
                  <a:lnTo>
                    <a:pt x="250" y="1083"/>
                  </a:lnTo>
                  <a:lnTo>
                    <a:pt x="560" y="1083"/>
                  </a:lnTo>
                  <a:cubicBezTo>
                    <a:pt x="762" y="1083"/>
                    <a:pt x="917" y="1048"/>
                    <a:pt x="1012" y="953"/>
                  </a:cubicBezTo>
                  <a:cubicBezTo>
                    <a:pt x="1120" y="857"/>
                    <a:pt x="1179" y="726"/>
                    <a:pt x="1179" y="548"/>
                  </a:cubicBezTo>
                  <a:cubicBezTo>
                    <a:pt x="1179" y="369"/>
                    <a:pt x="1120" y="238"/>
                    <a:pt x="1012" y="143"/>
                  </a:cubicBezTo>
                  <a:cubicBezTo>
                    <a:pt x="917" y="48"/>
                    <a:pt x="762" y="0"/>
                    <a:pt x="5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9">
              <a:extLst>
                <a:ext uri="{FF2B5EF4-FFF2-40B4-BE49-F238E27FC236}">
                  <a16:creationId xmlns:a16="http://schemas.microsoft.com/office/drawing/2014/main" id="{670334E4-C19E-3E5A-F63E-F93303B2E4EF}"/>
                </a:ext>
              </a:extLst>
            </p:cNvPr>
            <p:cNvSpPr/>
            <p:nvPr/>
          </p:nvSpPr>
          <p:spPr>
            <a:xfrm>
              <a:off x="6614871" y="4003785"/>
              <a:ext cx="251240" cy="251201"/>
            </a:xfrm>
            <a:custGeom>
              <a:avLst/>
              <a:gdLst/>
              <a:ahLst/>
              <a:cxnLst/>
              <a:rect l="l" t="t" r="r" b="b"/>
              <a:pathLst>
                <a:path w="6419" h="6418" fill="none" extrusionOk="0">
                  <a:moveTo>
                    <a:pt x="5204" y="6418"/>
                  </a:moveTo>
                  <a:lnTo>
                    <a:pt x="1227" y="6418"/>
                  </a:lnTo>
                  <a:cubicBezTo>
                    <a:pt x="548" y="6418"/>
                    <a:pt x="1" y="5870"/>
                    <a:pt x="1" y="5191"/>
                  </a:cubicBezTo>
                  <a:lnTo>
                    <a:pt x="1" y="1226"/>
                  </a:lnTo>
                  <a:cubicBezTo>
                    <a:pt x="1" y="536"/>
                    <a:pt x="560" y="0"/>
                    <a:pt x="1227" y="0"/>
                  </a:cubicBezTo>
                  <a:lnTo>
                    <a:pt x="5204" y="0"/>
                  </a:lnTo>
                  <a:cubicBezTo>
                    <a:pt x="5882" y="0"/>
                    <a:pt x="6418" y="548"/>
                    <a:pt x="6418" y="1226"/>
                  </a:cubicBezTo>
                  <a:lnTo>
                    <a:pt x="6418" y="5191"/>
                  </a:lnTo>
                  <a:cubicBezTo>
                    <a:pt x="6418" y="5870"/>
                    <a:pt x="5871"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9">
              <a:extLst>
                <a:ext uri="{FF2B5EF4-FFF2-40B4-BE49-F238E27FC236}">
                  <a16:creationId xmlns:a16="http://schemas.microsoft.com/office/drawing/2014/main" id="{D3C25B0F-B161-049D-477D-19FF13F3B726}"/>
                </a:ext>
              </a:extLst>
            </p:cNvPr>
            <p:cNvSpPr/>
            <p:nvPr/>
          </p:nvSpPr>
          <p:spPr>
            <a:xfrm>
              <a:off x="6927091" y="4003785"/>
              <a:ext cx="252179" cy="251201"/>
            </a:xfrm>
            <a:custGeom>
              <a:avLst/>
              <a:gdLst/>
              <a:ahLst/>
              <a:cxnLst/>
              <a:rect l="l" t="t" r="r" b="b"/>
              <a:pathLst>
                <a:path w="6443" h="6418" fill="none" extrusionOk="0">
                  <a:moveTo>
                    <a:pt x="5204" y="6418"/>
                  </a:moveTo>
                  <a:lnTo>
                    <a:pt x="1227" y="6418"/>
                  </a:lnTo>
                  <a:cubicBezTo>
                    <a:pt x="549" y="6418"/>
                    <a:pt x="1" y="5870"/>
                    <a:pt x="1" y="5191"/>
                  </a:cubicBezTo>
                  <a:lnTo>
                    <a:pt x="1" y="1226"/>
                  </a:lnTo>
                  <a:cubicBezTo>
                    <a:pt x="1" y="536"/>
                    <a:pt x="561" y="0"/>
                    <a:pt x="1227" y="0"/>
                  </a:cubicBezTo>
                  <a:lnTo>
                    <a:pt x="5204" y="0"/>
                  </a:lnTo>
                  <a:cubicBezTo>
                    <a:pt x="5883" y="0"/>
                    <a:pt x="6418" y="548"/>
                    <a:pt x="6418" y="1226"/>
                  </a:cubicBezTo>
                  <a:lnTo>
                    <a:pt x="6418" y="5191"/>
                  </a:lnTo>
                  <a:cubicBezTo>
                    <a:pt x="6442" y="5870"/>
                    <a:pt x="5883"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9">
              <a:extLst>
                <a:ext uri="{FF2B5EF4-FFF2-40B4-BE49-F238E27FC236}">
                  <a16:creationId xmlns:a16="http://schemas.microsoft.com/office/drawing/2014/main" id="{419D82E5-E1D7-6278-0CAC-F594F5A64338}"/>
                </a:ext>
              </a:extLst>
            </p:cNvPr>
            <p:cNvSpPr/>
            <p:nvPr/>
          </p:nvSpPr>
          <p:spPr>
            <a:xfrm>
              <a:off x="6718318" y="4141244"/>
              <a:ext cx="49003" cy="74131"/>
            </a:xfrm>
            <a:custGeom>
              <a:avLst/>
              <a:gdLst/>
              <a:ahLst/>
              <a:cxnLst/>
              <a:rect l="l" t="t" r="r" b="b"/>
              <a:pathLst>
                <a:path w="1252" h="1894" extrusionOk="0">
                  <a:moveTo>
                    <a:pt x="608" y="203"/>
                  </a:moveTo>
                  <a:cubicBezTo>
                    <a:pt x="715" y="203"/>
                    <a:pt x="799" y="239"/>
                    <a:pt x="858" y="310"/>
                  </a:cubicBezTo>
                  <a:cubicBezTo>
                    <a:pt x="930" y="393"/>
                    <a:pt x="965" y="489"/>
                    <a:pt x="965" y="620"/>
                  </a:cubicBezTo>
                  <a:cubicBezTo>
                    <a:pt x="965" y="750"/>
                    <a:pt x="930" y="858"/>
                    <a:pt x="858" y="929"/>
                  </a:cubicBezTo>
                  <a:cubicBezTo>
                    <a:pt x="799" y="1012"/>
                    <a:pt x="715" y="1048"/>
                    <a:pt x="608" y="1048"/>
                  </a:cubicBezTo>
                  <a:cubicBezTo>
                    <a:pt x="489" y="1048"/>
                    <a:pt x="406" y="1012"/>
                    <a:pt x="334" y="929"/>
                  </a:cubicBezTo>
                  <a:cubicBezTo>
                    <a:pt x="275" y="858"/>
                    <a:pt x="239" y="750"/>
                    <a:pt x="239" y="620"/>
                  </a:cubicBezTo>
                  <a:cubicBezTo>
                    <a:pt x="239" y="489"/>
                    <a:pt x="275" y="393"/>
                    <a:pt x="334" y="310"/>
                  </a:cubicBezTo>
                  <a:cubicBezTo>
                    <a:pt x="406" y="239"/>
                    <a:pt x="489" y="203"/>
                    <a:pt x="608" y="203"/>
                  </a:cubicBezTo>
                  <a:close/>
                  <a:moveTo>
                    <a:pt x="608" y="0"/>
                  </a:moveTo>
                  <a:cubicBezTo>
                    <a:pt x="418" y="0"/>
                    <a:pt x="275" y="60"/>
                    <a:pt x="168" y="179"/>
                  </a:cubicBezTo>
                  <a:cubicBezTo>
                    <a:pt x="49" y="286"/>
                    <a:pt x="1" y="441"/>
                    <a:pt x="1" y="620"/>
                  </a:cubicBezTo>
                  <a:cubicBezTo>
                    <a:pt x="1" y="810"/>
                    <a:pt x="49" y="965"/>
                    <a:pt x="156" y="1072"/>
                  </a:cubicBezTo>
                  <a:cubicBezTo>
                    <a:pt x="263" y="1179"/>
                    <a:pt x="406" y="1239"/>
                    <a:pt x="584" y="1239"/>
                  </a:cubicBezTo>
                  <a:cubicBezTo>
                    <a:pt x="680" y="1239"/>
                    <a:pt x="751" y="1215"/>
                    <a:pt x="822" y="1179"/>
                  </a:cubicBezTo>
                  <a:cubicBezTo>
                    <a:pt x="894" y="1143"/>
                    <a:pt x="953" y="1096"/>
                    <a:pt x="1001" y="1024"/>
                  </a:cubicBezTo>
                  <a:lnTo>
                    <a:pt x="1001" y="1024"/>
                  </a:lnTo>
                  <a:cubicBezTo>
                    <a:pt x="989" y="1251"/>
                    <a:pt x="942" y="1405"/>
                    <a:pt x="858" y="1524"/>
                  </a:cubicBezTo>
                  <a:cubicBezTo>
                    <a:pt x="775" y="1632"/>
                    <a:pt x="644" y="1679"/>
                    <a:pt x="489" y="1679"/>
                  </a:cubicBezTo>
                  <a:cubicBezTo>
                    <a:pt x="430" y="1679"/>
                    <a:pt x="358" y="1679"/>
                    <a:pt x="299" y="1655"/>
                  </a:cubicBezTo>
                  <a:cubicBezTo>
                    <a:pt x="239" y="1643"/>
                    <a:pt x="180" y="1620"/>
                    <a:pt x="108" y="1596"/>
                  </a:cubicBezTo>
                  <a:lnTo>
                    <a:pt x="108" y="1822"/>
                  </a:lnTo>
                  <a:cubicBezTo>
                    <a:pt x="180" y="1846"/>
                    <a:pt x="251" y="1858"/>
                    <a:pt x="310" y="1870"/>
                  </a:cubicBezTo>
                  <a:cubicBezTo>
                    <a:pt x="370" y="1882"/>
                    <a:pt x="441" y="1893"/>
                    <a:pt x="501" y="1893"/>
                  </a:cubicBezTo>
                  <a:cubicBezTo>
                    <a:pt x="727" y="1893"/>
                    <a:pt x="906" y="1810"/>
                    <a:pt x="1049" y="1632"/>
                  </a:cubicBezTo>
                  <a:cubicBezTo>
                    <a:pt x="1180" y="1465"/>
                    <a:pt x="1251" y="1239"/>
                    <a:pt x="1251" y="953"/>
                  </a:cubicBezTo>
                  <a:cubicBezTo>
                    <a:pt x="1251" y="643"/>
                    <a:pt x="1192" y="405"/>
                    <a:pt x="1084" y="250"/>
                  </a:cubicBezTo>
                  <a:cubicBezTo>
                    <a:pt x="977" y="84"/>
                    <a:pt x="811" y="0"/>
                    <a:pt x="6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9">
              <a:extLst>
                <a:ext uri="{FF2B5EF4-FFF2-40B4-BE49-F238E27FC236}">
                  <a16:creationId xmlns:a16="http://schemas.microsoft.com/office/drawing/2014/main" id="{A6D3DEE2-3407-16A3-D38D-A5964FBF01E4}"/>
                </a:ext>
              </a:extLst>
            </p:cNvPr>
            <p:cNvSpPr/>
            <p:nvPr/>
          </p:nvSpPr>
          <p:spPr>
            <a:xfrm>
              <a:off x="6733231" y="4041985"/>
              <a:ext cx="12173" cy="47085"/>
            </a:xfrm>
            <a:custGeom>
              <a:avLst/>
              <a:gdLst/>
              <a:ahLst/>
              <a:cxnLst/>
              <a:rect l="l" t="t" r="r" b="b"/>
              <a:pathLst>
                <a:path w="311" h="1203" extrusionOk="0">
                  <a:moveTo>
                    <a:pt x="1" y="0"/>
                  </a:moveTo>
                  <a:cubicBezTo>
                    <a:pt x="60" y="108"/>
                    <a:pt x="108" y="203"/>
                    <a:pt x="132" y="298"/>
                  </a:cubicBezTo>
                  <a:cubicBezTo>
                    <a:pt x="168" y="405"/>
                    <a:pt x="180" y="500"/>
                    <a:pt x="180" y="608"/>
                  </a:cubicBezTo>
                  <a:cubicBezTo>
                    <a:pt x="180" y="703"/>
                    <a:pt x="168" y="798"/>
                    <a:pt x="132" y="905"/>
                  </a:cubicBezTo>
                  <a:cubicBezTo>
                    <a:pt x="108" y="1000"/>
                    <a:pt x="60" y="1096"/>
                    <a:pt x="1" y="1203"/>
                  </a:cubicBezTo>
                  <a:lnTo>
                    <a:pt x="108" y="1203"/>
                  </a:lnTo>
                  <a:cubicBezTo>
                    <a:pt x="180" y="1096"/>
                    <a:pt x="227" y="1000"/>
                    <a:pt x="263" y="893"/>
                  </a:cubicBezTo>
                  <a:cubicBezTo>
                    <a:pt x="287" y="798"/>
                    <a:pt x="310" y="703"/>
                    <a:pt x="310" y="608"/>
                  </a:cubicBezTo>
                  <a:cubicBezTo>
                    <a:pt x="310" y="500"/>
                    <a:pt x="287" y="405"/>
                    <a:pt x="263" y="310"/>
                  </a:cubicBezTo>
                  <a:cubicBezTo>
                    <a:pt x="227" y="215"/>
                    <a:pt x="180" y="108"/>
                    <a:pt x="1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9">
              <a:extLst>
                <a:ext uri="{FF2B5EF4-FFF2-40B4-BE49-F238E27FC236}">
                  <a16:creationId xmlns:a16="http://schemas.microsoft.com/office/drawing/2014/main" id="{8FDE7F50-E0CE-6CB2-9455-0C5421608C3E}"/>
                </a:ext>
              </a:extLst>
            </p:cNvPr>
            <p:cNvSpPr/>
            <p:nvPr/>
          </p:nvSpPr>
          <p:spPr>
            <a:xfrm>
              <a:off x="7029168" y="4141244"/>
              <a:ext cx="48964" cy="74131"/>
            </a:xfrm>
            <a:custGeom>
              <a:avLst/>
              <a:gdLst/>
              <a:ahLst/>
              <a:cxnLst/>
              <a:rect l="l" t="t" r="r" b="b"/>
              <a:pathLst>
                <a:path w="1251" h="1894" extrusionOk="0">
                  <a:moveTo>
                    <a:pt x="631" y="203"/>
                  </a:moveTo>
                  <a:cubicBezTo>
                    <a:pt x="750" y="203"/>
                    <a:pt x="846" y="262"/>
                    <a:pt x="917" y="381"/>
                  </a:cubicBezTo>
                  <a:cubicBezTo>
                    <a:pt x="977" y="512"/>
                    <a:pt x="1012" y="703"/>
                    <a:pt x="1012" y="953"/>
                  </a:cubicBezTo>
                  <a:cubicBezTo>
                    <a:pt x="1012" y="1203"/>
                    <a:pt x="977" y="1382"/>
                    <a:pt x="917" y="1512"/>
                  </a:cubicBezTo>
                  <a:cubicBezTo>
                    <a:pt x="846" y="1632"/>
                    <a:pt x="750" y="1691"/>
                    <a:pt x="631" y="1691"/>
                  </a:cubicBezTo>
                  <a:cubicBezTo>
                    <a:pt x="500" y="1691"/>
                    <a:pt x="405" y="1632"/>
                    <a:pt x="346" y="1512"/>
                  </a:cubicBezTo>
                  <a:cubicBezTo>
                    <a:pt x="274" y="1382"/>
                    <a:pt x="250" y="1203"/>
                    <a:pt x="250" y="953"/>
                  </a:cubicBezTo>
                  <a:cubicBezTo>
                    <a:pt x="250" y="703"/>
                    <a:pt x="274" y="512"/>
                    <a:pt x="346" y="381"/>
                  </a:cubicBezTo>
                  <a:cubicBezTo>
                    <a:pt x="405" y="262"/>
                    <a:pt x="500" y="203"/>
                    <a:pt x="631" y="203"/>
                  </a:cubicBezTo>
                  <a:close/>
                  <a:moveTo>
                    <a:pt x="631" y="0"/>
                  </a:moveTo>
                  <a:cubicBezTo>
                    <a:pt x="417" y="0"/>
                    <a:pt x="262" y="84"/>
                    <a:pt x="155" y="250"/>
                  </a:cubicBezTo>
                  <a:cubicBezTo>
                    <a:pt x="48" y="405"/>
                    <a:pt x="0" y="643"/>
                    <a:pt x="0" y="953"/>
                  </a:cubicBezTo>
                  <a:cubicBezTo>
                    <a:pt x="0" y="1251"/>
                    <a:pt x="48" y="1489"/>
                    <a:pt x="155" y="1643"/>
                  </a:cubicBezTo>
                  <a:cubicBezTo>
                    <a:pt x="262" y="1810"/>
                    <a:pt x="417" y="1893"/>
                    <a:pt x="631" y="1893"/>
                  </a:cubicBezTo>
                  <a:cubicBezTo>
                    <a:pt x="834" y="1893"/>
                    <a:pt x="989" y="1810"/>
                    <a:pt x="1096" y="1643"/>
                  </a:cubicBezTo>
                  <a:cubicBezTo>
                    <a:pt x="1203" y="1489"/>
                    <a:pt x="1251" y="1251"/>
                    <a:pt x="1251" y="953"/>
                  </a:cubicBezTo>
                  <a:cubicBezTo>
                    <a:pt x="1251" y="643"/>
                    <a:pt x="1203" y="405"/>
                    <a:pt x="1096" y="250"/>
                  </a:cubicBezTo>
                  <a:cubicBezTo>
                    <a:pt x="989" y="84"/>
                    <a:pt x="834" y="0"/>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9">
              <a:extLst>
                <a:ext uri="{FF2B5EF4-FFF2-40B4-BE49-F238E27FC236}">
                  <a16:creationId xmlns:a16="http://schemas.microsoft.com/office/drawing/2014/main" id="{D4D46AB2-C263-26C3-21BE-39727B161E13}"/>
                </a:ext>
              </a:extLst>
            </p:cNvPr>
            <p:cNvSpPr/>
            <p:nvPr/>
          </p:nvSpPr>
          <p:spPr>
            <a:xfrm>
              <a:off x="7041263" y="4050831"/>
              <a:ext cx="42937" cy="19609"/>
            </a:xfrm>
            <a:custGeom>
              <a:avLst/>
              <a:gdLst/>
              <a:ahLst/>
              <a:cxnLst/>
              <a:rect l="l" t="t" r="r" b="b"/>
              <a:pathLst>
                <a:path w="1097" h="501" extrusionOk="0">
                  <a:moveTo>
                    <a:pt x="1" y="1"/>
                  </a:moveTo>
                  <a:lnTo>
                    <a:pt x="1" y="143"/>
                  </a:lnTo>
                  <a:lnTo>
                    <a:pt x="1096" y="143"/>
                  </a:lnTo>
                  <a:lnTo>
                    <a:pt x="1096" y="1"/>
                  </a:lnTo>
                  <a:close/>
                  <a:moveTo>
                    <a:pt x="1" y="358"/>
                  </a:moveTo>
                  <a:lnTo>
                    <a:pt x="1" y="501"/>
                  </a:lnTo>
                  <a:lnTo>
                    <a:pt x="1096" y="501"/>
                  </a:lnTo>
                  <a:lnTo>
                    <a:pt x="1096" y="35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 name="Google Shape;831;p39">
            <a:extLst>
              <a:ext uri="{FF2B5EF4-FFF2-40B4-BE49-F238E27FC236}">
                <a16:creationId xmlns:a16="http://schemas.microsoft.com/office/drawing/2014/main" id="{83CB4EDF-24D3-106E-65D4-BB48E21964DE}"/>
              </a:ext>
            </a:extLst>
          </p:cNvPr>
          <p:cNvGrpSpPr/>
          <p:nvPr/>
        </p:nvGrpSpPr>
        <p:grpSpPr>
          <a:xfrm>
            <a:off x="3790627" y="4106605"/>
            <a:ext cx="1562747" cy="497391"/>
            <a:chOff x="2376988" y="575316"/>
            <a:chExt cx="976778" cy="310889"/>
          </a:xfrm>
        </p:grpSpPr>
        <p:sp>
          <p:nvSpPr>
            <p:cNvPr id="832" name="Google Shape;832;p39">
              <a:extLst>
                <a:ext uri="{FF2B5EF4-FFF2-40B4-BE49-F238E27FC236}">
                  <a16:creationId xmlns:a16="http://schemas.microsoft.com/office/drawing/2014/main" id="{C306EE96-2BAC-16E8-B896-DA66A1DADDC7}"/>
                </a:ext>
              </a:extLst>
            </p:cNvPr>
            <p:cNvSpPr/>
            <p:nvPr/>
          </p:nvSpPr>
          <p:spPr>
            <a:xfrm>
              <a:off x="2401685" y="575316"/>
              <a:ext cx="444591" cy="136599"/>
            </a:xfrm>
            <a:custGeom>
              <a:avLst/>
              <a:gdLst/>
              <a:ahLst/>
              <a:cxnLst/>
              <a:rect l="l" t="t" r="r" b="b"/>
              <a:pathLst>
                <a:path w="11359" h="3490" extrusionOk="0">
                  <a:moveTo>
                    <a:pt x="5763" y="1"/>
                  </a:moveTo>
                  <a:lnTo>
                    <a:pt x="5763" y="144"/>
                  </a:lnTo>
                  <a:lnTo>
                    <a:pt x="5811" y="144"/>
                  </a:lnTo>
                  <a:cubicBezTo>
                    <a:pt x="5942" y="144"/>
                    <a:pt x="6073" y="144"/>
                    <a:pt x="6215" y="156"/>
                  </a:cubicBezTo>
                  <a:lnTo>
                    <a:pt x="6227" y="13"/>
                  </a:lnTo>
                  <a:cubicBezTo>
                    <a:pt x="6073" y="1"/>
                    <a:pt x="5942" y="1"/>
                    <a:pt x="5811" y="1"/>
                  </a:cubicBezTo>
                  <a:close/>
                  <a:moveTo>
                    <a:pt x="5322" y="13"/>
                  </a:moveTo>
                  <a:lnTo>
                    <a:pt x="4870" y="60"/>
                  </a:lnTo>
                  <a:lnTo>
                    <a:pt x="4882" y="203"/>
                  </a:lnTo>
                  <a:cubicBezTo>
                    <a:pt x="5037" y="191"/>
                    <a:pt x="5180" y="180"/>
                    <a:pt x="5322" y="156"/>
                  </a:cubicBezTo>
                  <a:lnTo>
                    <a:pt x="5322" y="13"/>
                  </a:lnTo>
                  <a:close/>
                  <a:moveTo>
                    <a:pt x="6668" y="60"/>
                  </a:moveTo>
                  <a:lnTo>
                    <a:pt x="6656" y="203"/>
                  </a:lnTo>
                  <a:cubicBezTo>
                    <a:pt x="6811" y="215"/>
                    <a:pt x="6954" y="251"/>
                    <a:pt x="7085" y="275"/>
                  </a:cubicBezTo>
                  <a:lnTo>
                    <a:pt x="7120" y="132"/>
                  </a:lnTo>
                  <a:cubicBezTo>
                    <a:pt x="6965" y="96"/>
                    <a:pt x="6823" y="72"/>
                    <a:pt x="6668" y="60"/>
                  </a:cubicBezTo>
                  <a:close/>
                  <a:moveTo>
                    <a:pt x="4429" y="144"/>
                  </a:moveTo>
                  <a:cubicBezTo>
                    <a:pt x="4275" y="180"/>
                    <a:pt x="4132" y="215"/>
                    <a:pt x="3977" y="251"/>
                  </a:cubicBezTo>
                  <a:lnTo>
                    <a:pt x="4025" y="394"/>
                  </a:lnTo>
                  <a:cubicBezTo>
                    <a:pt x="4156" y="346"/>
                    <a:pt x="4310" y="322"/>
                    <a:pt x="4453" y="299"/>
                  </a:cubicBezTo>
                  <a:lnTo>
                    <a:pt x="4429" y="144"/>
                  </a:lnTo>
                  <a:close/>
                  <a:moveTo>
                    <a:pt x="7549" y="239"/>
                  </a:moveTo>
                  <a:lnTo>
                    <a:pt x="7501" y="382"/>
                  </a:lnTo>
                  <a:cubicBezTo>
                    <a:pt x="7656" y="430"/>
                    <a:pt x="7787" y="477"/>
                    <a:pt x="7918" y="513"/>
                  </a:cubicBezTo>
                  <a:lnTo>
                    <a:pt x="7966" y="382"/>
                  </a:lnTo>
                  <a:cubicBezTo>
                    <a:pt x="7847" y="311"/>
                    <a:pt x="7704" y="263"/>
                    <a:pt x="7549" y="239"/>
                  </a:cubicBezTo>
                  <a:close/>
                  <a:moveTo>
                    <a:pt x="3560" y="394"/>
                  </a:moveTo>
                  <a:cubicBezTo>
                    <a:pt x="3417" y="441"/>
                    <a:pt x="3275" y="501"/>
                    <a:pt x="3144" y="561"/>
                  </a:cubicBezTo>
                  <a:lnTo>
                    <a:pt x="3203" y="692"/>
                  </a:lnTo>
                  <a:cubicBezTo>
                    <a:pt x="3334" y="632"/>
                    <a:pt x="3477" y="572"/>
                    <a:pt x="3620" y="537"/>
                  </a:cubicBezTo>
                  <a:lnTo>
                    <a:pt x="3560" y="394"/>
                  </a:lnTo>
                  <a:close/>
                  <a:moveTo>
                    <a:pt x="8394" y="537"/>
                  </a:moveTo>
                  <a:lnTo>
                    <a:pt x="8335" y="668"/>
                  </a:lnTo>
                  <a:cubicBezTo>
                    <a:pt x="8478" y="727"/>
                    <a:pt x="8609" y="787"/>
                    <a:pt x="8740" y="858"/>
                  </a:cubicBezTo>
                  <a:lnTo>
                    <a:pt x="8799" y="727"/>
                  </a:lnTo>
                  <a:cubicBezTo>
                    <a:pt x="8680" y="656"/>
                    <a:pt x="8549" y="596"/>
                    <a:pt x="8394" y="537"/>
                  </a:cubicBezTo>
                  <a:close/>
                  <a:moveTo>
                    <a:pt x="2727" y="751"/>
                  </a:moveTo>
                  <a:cubicBezTo>
                    <a:pt x="2596" y="834"/>
                    <a:pt x="2465" y="906"/>
                    <a:pt x="2346" y="977"/>
                  </a:cubicBezTo>
                  <a:lnTo>
                    <a:pt x="2417" y="1108"/>
                  </a:lnTo>
                  <a:cubicBezTo>
                    <a:pt x="2548" y="1037"/>
                    <a:pt x="2667" y="965"/>
                    <a:pt x="2798" y="894"/>
                  </a:cubicBezTo>
                  <a:lnTo>
                    <a:pt x="2727" y="751"/>
                  </a:lnTo>
                  <a:close/>
                  <a:moveTo>
                    <a:pt x="9204" y="930"/>
                  </a:moveTo>
                  <a:lnTo>
                    <a:pt x="9132" y="1073"/>
                  </a:lnTo>
                  <a:cubicBezTo>
                    <a:pt x="9251" y="1144"/>
                    <a:pt x="9382" y="1215"/>
                    <a:pt x="9502" y="1311"/>
                  </a:cubicBezTo>
                  <a:lnTo>
                    <a:pt x="9585" y="1192"/>
                  </a:lnTo>
                  <a:cubicBezTo>
                    <a:pt x="9466" y="1096"/>
                    <a:pt x="9335" y="1013"/>
                    <a:pt x="9204" y="930"/>
                  </a:cubicBezTo>
                  <a:close/>
                  <a:moveTo>
                    <a:pt x="1965" y="1227"/>
                  </a:moveTo>
                  <a:cubicBezTo>
                    <a:pt x="1846" y="1323"/>
                    <a:pt x="1727" y="1406"/>
                    <a:pt x="1608" y="1513"/>
                  </a:cubicBezTo>
                  <a:lnTo>
                    <a:pt x="1703" y="1632"/>
                  </a:lnTo>
                  <a:cubicBezTo>
                    <a:pt x="1822" y="1549"/>
                    <a:pt x="1929" y="1454"/>
                    <a:pt x="2060" y="1370"/>
                  </a:cubicBezTo>
                  <a:lnTo>
                    <a:pt x="1965" y="1227"/>
                  </a:lnTo>
                  <a:close/>
                  <a:moveTo>
                    <a:pt x="9942" y="1454"/>
                  </a:moveTo>
                  <a:lnTo>
                    <a:pt x="9859" y="1573"/>
                  </a:lnTo>
                  <a:cubicBezTo>
                    <a:pt x="9978" y="1668"/>
                    <a:pt x="10085" y="1763"/>
                    <a:pt x="10180" y="1858"/>
                  </a:cubicBezTo>
                  <a:lnTo>
                    <a:pt x="10287" y="1751"/>
                  </a:lnTo>
                  <a:cubicBezTo>
                    <a:pt x="10180" y="1644"/>
                    <a:pt x="10061" y="1549"/>
                    <a:pt x="9942" y="1454"/>
                  </a:cubicBezTo>
                  <a:close/>
                  <a:moveTo>
                    <a:pt x="1274" y="1811"/>
                  </a:moveTo>
                  <a:cubicBezTo>
                    <a:pt x="1167" y="1918"/>
                    <a:pt x="1048" y="2025"/>
                    <a:pt x="953" y="2132"/>
                  </a:cubicBezTo>
                  <a:lnTo>
                    <a:pt x="1060" y="2239"/>
                  </a:lnTo>
                  <a:lnTo>
                    <a:pt x="1370" y="1930"/>
                  </a:lnTo>
                  <a:lnTo>
                    <a:pt x="1274" y="1811"/>
                  </a:lnTo>
                  <a:close/>
                  <a:moveTo>
                    <a:pt x="10621" y="2061"/>
                  </a:moveTo>
                  <a:lnTo>
                    <a:pt x="10514" y="2168"/>
                  </a:lnTo>
                  <a:cubicBezTo>
                    <a:pt x="10621" y="2275"/>
                    <a:pt x="10704" y="2394"/>
                    <a:pt x="10811" y="2501"/>
                  </a:cubicBezTo>
                  <a:lnTo>
                    <a:pt x="10930" y="2406"/>
                  </a:lnTo>
                  <a:cubicBezTo>
                    <a:pt x="10811" y="2287"/>
                    <a:pt x="10716" y="2180"/>
                    <a:pt x="10621" y="2061"/>
                  </a:cubicBezTo>
                  <a:close/>
                  <a:moveTo>
                    <a:pt x="655" y="2466"/>
                  </a:moveTo>
                  <a:lnTo>
                    <a:pt x="393" y="2823"/>
                  </a:lnTo>
                  <a:lnTo>
                    <a:pt x="512" y="2918"/>
                  </a:lnTo>
                  <a:lnTo>
                    <a:pt x="774" y="2561"/>
                  </a:lnTo>
                  <a:lnTo>
                    <a:pt x="655" y="2466"/>
                  </a:lnTo>
                  <a:close/>
                  <a:moveTo>
                    <a:pt x="11192" y="2763"/>
                  </a:moveTo>
                  <a:lnTo>
                    <a:pt x="11073" y="2858"/>
                  </a:lnTo>
                  <a:cubicBezTo>
                    <a:pt x="11097" y="2882"/>
                    <a:pt x="11121" y="2918"/>
                    <a:pt x="11133" y="2942"/>
                  </a:cubicBezTo>
                  <a:cubicBezTo>
                    <a:pt x="11168" y="2989"/>
                    <a:pt x="11192" y="3025"/>
                    <a:pt x="11228" y="3061"/>
                  </a:cubicBezTo>
                  <a:cubicBezTo>
                    <a:pt x="11276" y="3037"/>
                    <a:pt x="11311" y="3001"/>
                    <a:pt x="11359" y="2989"/>
                  </a:cubicBezTo>
                  <a:cubicBezTo>
                    <a:pt x="11299" y="2942"/>
                    <a:pt x="11276" y="2894"/>
                    <a:pt x="11252" y="2858"/>
                  </a:cubicBezTo>
                  <a:cubicBezTo>
                    <a:pt x="11240" y="2823"/>
                    <a:pt x="11216" y="2799"/>
                    <a:pt x="11192" y="2763"/>
                  </a:cubicBezTo>
                  <a:close/>
                  <a:moveTo>
                    <a:pt x="143" y="3216"/>
                  </a:moveTo>
                  <a:cubicBezTo>
                    <a:pt x="119" y="3239"/>
                    <a:pt x="96" y="3287"/>
                    <a:pt x="84" y="3311"/>
                  </a:cubicBezTo>
                  <a:cubicBezTo>
                    <a:pt x="48" y="3359"/>
                    <a:pt x="24" y="3406"/>
                    <a:pt x="0" y="3454"/>
                  </a:cubicBezTo>
                  <a:cubicBezTo>
                    <a:pt x="60" y="3454"/>
                    <a:pt x="107" y="3466"/>
                    <a:pt x="155" y="3489"/>
                  </a:cubicBezTo>
                  <a:cubicBezTo>
                    <a:pt x="179" y="3454"/>
                    <a:pt x="203" y="3406"/>
                    <a:pt x="227" y="3359"/>
                  </a:cubicBezTo>
                  <a:cubicBezTo>
                    <a:pt x="238" y="3335"/>
                    <a:pt x="262" y="3299"/>
                    <a:pt x="274" y="3287"/>
                  </a:cubicBezTo>
                  <a:lnTo>
                    <a:pt x="143" y="321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9">
              <a:extLst>
                <a:ext uri="{FF2B5EF4-FFF2-40B4-BE49-F238E27FC236}">
                  <a16:creationId xmlns:a16="http://schemas.microsoft.com/office/drawing/2014/main" id="{7AFBD2E1-B8E5-3002-2518-336127E8BA7D}"/>
                </a:ext>
              </a:extLst>
            </p:cNvPr>
            <p:cNvSpPr/>
            <p:nvPr/>
          </p:nvSpPr>
          <p:spPr>
            <a:xfrm>
              <a:off x="2877001" y="741700"/>
              <a:ext cx="451128" cy="144505"/>
            </a:xfrm>
            <a:custGeom>
              <a:avLst/>
              <a:gdLst/>
              <a:ahLst/>
              <a:cxnLst/>
              <a:rect l="l" t="t" r="r" b="b"/>
              <a:pathLst>
                <a:path w="11526" h="3692" extrusionOk="0">
                  <a:moveTo>
                    <a:pt x="11347" y="0"/>
                  </a:moveTo>
                  <a:cubicBezTo>
                    <a:pt x="11324" y="48"/>
                    <a:pt x="11312" y="84"/>
                    <a:pt x="11288" y="131"/>
                  </a:cubicBezTo>
                  <a:cubicBezTo>
                    <a:pt x="10169" y="2203"/>
                    <a:pt x="7978" y="3525"/>
                    <a:pt x="5597" y="3525"/>
                  </a:cubicBezTo>
                  <a:cubicBezTo>
                    <a:pt x="3406" y="3525"/>
                    <a:pt x="1382" y="2429"/>
                    <a:pt x="215" y="632"/>
                  </a:cubicBezTo>
                  <a:cubicBezTo>
                    <a:pt x="179" y="596"/>
                    <a:pt x="167" y="548"/>
                    <a:pt x="132" y="501"/>
                  </a:cubicBezTo>
                  <a:cubicBezTo>
                    <a:pt x="96" y="524"/>
                    <a:pt x="48" y="548"/>
                    <a:pt x="1" y="560"/>
                  </a:cubicBezTo>
                  <a:lnTo>
                    <a:pt x="96" y="703"/>
                  </a:lnTo>
                  <a:cubicBezTo>
                    <a:pt x="1298" y="2548"/>
                    <a:pt x="3370" y="3691"/>
                    <a:pt x="5609" y="3691"/>
                  </a:cubicBezTo>
                  <a:cubicBezTo>
                    <a:pt x="8073" y="3691"/>
                    <a:pt x="10300" y="2334"/>
                    <a:pt x="11443" y="191"/>
                  </a:cubicBezTo>
                  <a:cubicBezTo>
                    <a:pt x="11478" y="155"/>
                    <a:pt x="11502" y="108"/>
                    <a:pt x="11526" y="60"/>
                  </a:cubicBezTo>
                  <a:cubicBezTo>
                    <a:pt x="11466" y="48"/>
                    <a:pt x="11419" y="36"/>
                    <a:pt x="11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9">
              <a:extLst>
                <a:ext uri="{FF2B5EF4-FFF2-40B4-BE49-F238E27FC236}">
                  <a16:creationId xmlns:a16="http://schemas.microsoft.com/office/drawing/2014/main" id="{37EC8D96-7A9C-8E6A-833E-F44CFB7CA1B4}"/>
                </a:ext>
              </a:extLst>
            </p:cNvPr>
            <p:cNvSpPr/>
            <p:nvPr/>
          </p:nvSpPr>
          <p:spPr>
            <a:xfrm>
              <a:off x="2818291" y="681581"/>
              <a:ext cx="90922" cy="90922"/>
            </a:xfrm>
            <a:custGeom>
              <a:avLst/>
              <a:gdLst/>
              <a:ahLst/>
              <a:cxnLst/>
              <a:rect l="l" t="t" r="r" b="b"/>
              <a:pathLst>
                <a:path w="2323" h="2323" extrusionOk="0">
                  <a:moveTo>
                    <a:pt x="1132" y="167"/>
                  </a:moveTo>
                  <a:cubicBezTo>
                    <a:pt x="1679" y="167"/>
                    <a:pt x="2144" y="620"/>
                    <a:pt x="2144" y="1179"/>
                  </a:cubicBezTo>
                  <a:cubicBezTo>
                    <a:pt x="2144" y="1536"/>
                    <a:pt x="1953" y="1870"/>
                    <a:pt x="1644" y="2048"/>
                  </a:cubicBezTo>
                  <a:cubicBezTo>
                    <a:pt x="1596" y="2072"/>
                    <a:pt x="1548" y="2084"/>
                    <a:pt x="1501" y="2108"/>
                  </a:cubicBezTo>
                  <a:cubicBezTo>
                    <a:pt x="1382" y="2144"/>
                    <a:pt x="1263" y="2179"/>
                    <a:pt x="1132" y="2179"/>
                  </a:cubicBezTo>
                  <a:cubicBezTo>
                    <a:pt x="584" y="2179"/>
                    <a:pt x="120" y="1727"/>
                    <a:pt x="120" y="1167"/>
                  </a:cubicBezTo>
                  <a:cubicBezTo>
                    <a:pt x="120" y="822"/>
                    <a:pt x="286" y="524"/>
                    <a:pt x="548" y="346"/>
                  </a:cubicBezTo>
                  <a:cubicBezTo>
                    <a:pt x="596" y="322"/>
                    <a:pt x="643" y="286"/>
                    <a:pt x="691" y="274"/>
                  </a:cubicBezTo>
                  <a:cubicBezTo>
                    <a:pt x="822" y="203"/>
                    <a:pt x="989" y="167"/>
                    <a:pt x="1132" y="167"/>
                  </a:cubicBezTo>
                  <a:close/>
                  <a:moveTo>
                    <a:pt x="1144" y="1"/>
                  </a:moveTo>
                  <a:cubicBezTo>
                    <a:pt x="953" y="1"/>
                    <a:pt x="774" y="48"/>
                    <a:pt x="608" y="143"/>
                  </a:cubicBezTo>
                  <a:cubicBezTo>
                    <a:pt x="572" y="167"/>
                    <a:pt x="524" y="179"/>
                    <a:pt x="489" y="215"/>
                  </a:cubicBezTo>
                  <a:cubicBezTo>
                    <a:pt x="191" y="417"/>
                    <a:pt x="1" y="763"/>
                    <a:pt x="1" y="1167"/>
                  </a:cubicBezTo>
                  <a:cubicBezTo>
                    <a:pt x="1" y="1810"/>
                    <a:pt x="524" y="2322"/>
                    <a:pt x="1167" y="2322"/>
                  </a:cubicBezTo>
                  <a:cubicBezTo>
                    <a:pt x="1322" y="2322"/>
                    <a:pt x="1477" y="2298"/>
                    <a:pt x="1608" y="2239"/>
                  </a:cubicBezTo>
                  <a:cubicBezTo>
                    <a:pt x="1655" y="2227"/>
                    <a:pt x="1703" y="2191"/>
                    <a:pt x="1739" y="2168"/>
                  </a:cubicBezTo>
                  <a:cubicBezTo>
                    <a:pt x="2084" y="1953"/>
                    <a:pt x="2322" y="1584"/>
                    <a:pt x="2322" y="1167"/>
                  </a:cubicBezTo>
                  <a:cubicBezTo>
                    <a:pt x="2298" y="524"/>
                    <a:pt x="1786" y="1"/>
                    <a:pt x="1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9">
              <a:extLst>
                <a:ext uri="{FF2B5EF4-FFF2-40B4-BE49-F238E27FC236}">
                  <a16:creationId xmlns:a16="http://schemas.microsoft.com/office/drawing/2014/main" id="{48C3A32A-4985-A285-E43C-01A0B9B715CF}"/>
                </a:ext>
              </a:extLst>
            </p:cNvPr>
            <p:cNvSpPr/>
            <p:nvPr/>
          </p:nvSpPr>
          <p:spPr>
            <a:xfrm>
              <a:off x="2376988" y="704400"/>
              <a:ext cx="45716" cy="45716"/>
            </a:xfrm>
            <a:custGeom>
              <a:avLst/>
              <a:gdLst/>
              <a:ahLst/>
              <a:cxnLst/>
              <a:rect l="l" t="t" r="r" b="b"/>
              <a:pathLst>
                <a:path w="1168" h="1168" extrusionOk="0">
                  <a:moveTo>
                    <a:pt x="619" y="156"/>
                  </a:moveTo>
                  <a:cubicBezTo>
                    <a:pt x="667" y="156"/>
                    <a:pt x="727" y="168"/>
                    <a:pt x="774" y="191"/>
                  </a:cubicBezTo>
                  <a:cubicBezTo>
                    <a:pt x="917" y="275"/>
                    <a:pt x="1012" y="418"/>
                    <a:pt x="1012" y="584"/>
                  </a:cubicBezTo>
                  <a:cubicBezTo>
                    <a:pt x="1024" y="823"/>
                    <a:pt x="834" y="1013"/>
                    <a:pt x="572" y="1013"/>
                  </a:cubicBezTo>
                  <a:cubicBezTo>
                    <a:pt x="334" y="1013"/>
                    <a:pt x="143" y="823"/>
                    <a:pt x="143" y="584"/>
                  </a:cubicBezTo>
                  <a:cubicBezTo>
                    <a:pt x="143" y="346"/>
                    <a:pt x="334" y="156"/>
                    <a:pt x="572" y="156"/>
                  </a:cubicBezTo>
                  <a:close/>
                  <a:moveTo>
                    <a:pt x="572" y="1"/>
                  </a:moveTo>
                  <a:cubicBezTo>
                    <a:pt x="250" y="1"/>
                    <a:pt x="0" y="275"/>
                    <a:pt x="0" y="584"/>
                  </a:cubicBezTo>
                  <a:cubicBezTo>
                    <a:pt x="0" y="906"/>
                    <a:pt x="262" y="1168"/>
                    <a:pt x="572" y="1168"/>
                  </a:cubicBezTo>
                  <a:cubicBezTo>
                    <a:pt x="905" y="1168"/>
                    <a:pt x="1155" y="894"/>
                    <a:pt x="1155" y="584"/>
                  </a:cubicBezTo>
                  <a:cubicBezTo>
                    <a:pt x="1167" y="358"/>
                    <a:pt x="1036" y="168"/>
                    <a:pt x="858" y="61"/>
                  </a:cubicBezTo>
                  <a:cubicBezTo>
                    <a:pt x="810" y="37"/>
                    <a:pt x="774" y="13"/>
                    <a:pt x="715" y="13"/>
                  </a:cubicBezTo>
                  <a:cubicBezTo>
                    <a:pt x="667" y="1"/>
                    <a:pt x="619" y="1"/>
                    <a:pt x="5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9">
              <a:extLst>
                <a:ext uri="{FF2B5EF4-FFF2-40B4-BE49-F238E27FC236}">
                  <a16:creationId xmlns:a16="http://schemas.microsoft.com/office/drawing/2014/main" id="{B3289D1A-A7F7-FD62-46E5-93C55A1DA7EC}"/>
                </a:ext>
              </a:extLst>
            </p:cNvPr>
            <p:cNvSpPr/>
            <p:nvPr/>
          </p:nvSpPr>
          <p:spPr>
            <a:xfrm>
              <a:off x="3308050" y="704400"/>
              <a:ext cx="45716" cy="45716"/>
            </a:xfrm>
            <a:custGeom>
              <a:avLst/>
              <a:gdLst/>
              <a:ahLst/>
              <a:cxnLst/>
              <a:rect l="l" t="t" r="r" b="b"/>
              <a:pathLst>
                <a:path w="1168" h="1168" extrusionOk="0">
                  <a:moveTo>
                    <a:pt x="584" y="132"/>
                  </a:moveTo>
                  <a:cubicBezTo>
                    <a:pt x="823" y="132"/>
                    <a:pt x="1013" y="334"/>
                    <a:pt x="1013" y="572"/>
                  </a:cubicBezTo>
                  <a:cubicBezTo>
                    <a:pt x="1013" y="823"/>
                    <a:pt x="823" y="1013"/>
                    <a:pt x="584" y="1013"/>
                  </a:cubicBezTo>
                  <a:cubicBezTo>
                    <a:pt x="549" y="1013"/>
                    <a:pt x="525" y="1013"/>
                    <a:pt x="513" y="1001"/>
                  </a:cubicBezTo>
                  <a:cubicBezTo>
                    <a:pt x="465" y="989"/>
                    <a:pt x="406" y="965"/>
                    <a:pt x="358" y="942"/>
                  </a:cubicBezTo>
                  <a:cubicBezTo>
                    <a:pt x="227" y="870"/>
                    <a:pt x="156" y="715"/>
                    <a:pt x="156" y="572"/>
                  </a:cubicBezTo>
                  <a:cubicBezTo>
                    <a:pt x="156" y="334"/>
                    <a:pt x="346" y="132"/>
                    <a:pt x="584" y="132"/>
                  </a:cubicBezTo>
                  <a:close/>
                  <a:moveTo>
                    <a:pt x="584" y="1"/>
                  </a:moveTo>
                  <a:cubicBezTo>
                    <a:pt x="251" y="1"/>
                    <a:pt x="1" y="275"/>
                    <a:pt x="1" y="584"/>
                  </a:cubicBezTo>
                  <a:cubicBezTo>
                    <a:pt x="1" y="811"/>
                    <a:pt x="120" y="989"/>
                    <a:pt x="299" y="1084"/>
                  </a:cubicBezTo>
                  <a:cubicBezTo>
                    <a:pt x="346" y="1120"/>
                    <a:pt x="394" y="1132"/>
                    <a:pt x="430" y="1144"/>
                  </a:cubicBezTo>
                  <a:cubicBezTo>
                    <a:pt x="477" y="1168"/>
                    <a:pt x="537" y="1168"/>
                    <a:pt x="584" y="1168"/>
                  </a:cubicBezTo>
                  <a:cubicBezTo>
                    <a:pt x="918" y="1168"/>
                    <a:pt x="1168" y="894"/>
                    <a:pt x="1168" y="584"/>
                  </a:cubicBezTo>
                  <a:cubicBezTo>
                    <a:pt x="1168" y="251"/>
                    <a:pt x="918"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9">
              <a:extLst>
                <a:ext uri="{FF2B5EF4-FFF2-40B4-BE49-F238E27FC236}">
                  <a16:creationId xmlns:a16="http://schemas.microsoft.com/office/drawing/2014/main" id="{E4691CE5-2515-F601-CF1B-BF7F53FFFFB1}"/>
                </a:ext>
              </a:extLst>
            </p:cNvPr>
            <p:cNvSpPr/>
            <p:nvPr/>
          </p:nvSpPr>
          <p:spPr>
            <a:xfrm>
              <a:off x="2843458" y="707218"/>
              <a:ext cx="39649" cy="39649"/>
            </a:xfrm>
            <a:custGeom>
              <a:avLst/>
              <a:gdLst/>
              <a:ahLst/>
              <a:cxnLst/>
              <a:rect l="l" t="t" r="r" b="b"/>
              <a:pathLst>
                <a:path w="1013" h="1013" extrusionOk="0">
                  <a:moveTo>
                    <a:pt x="501" y="0"/>
                  </a:moveTo>
                  <a:cubicBezTo>
                    <a:pt x="227" y="0"/>
                    <a:pt x="0" y="227"/>
                    <a:pt x="0" y="512"/>
                  </a:cubicBezTo>
                  <a:cubicBezTo>
                    <a:pt x="0" y="798"/>
                    <a:pt x="227" y="1012"/>
                    <a:pt x="501" y="1012"/>
                  </a:cubicBezTo>
                  <a:cubicBezTo>
                    <a:pt x="786" y="1012"/>
                    <a:pt x="1012" y="798"/>
                    <a:pt x="1012" y="512"/>
                  </a:cubicBezTo>
                  <a:cubicBezTo>
                    <a:pt x="1012" y="227"/>
                    <a:pt x="786" y="0"/>
                    <a:pt x="5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838;p39">
            <a:extLst>
              <a:ext uri="{FF2B5EF4-FFF2-40B4-BE49-F238E27FC236}">
                <a16:creationId xmlns:a16="http://schemas.microsoft.com/office/drawing/2014/main" id="{2A9BC8A4-9726-B9D1-DEEE-FA4109027CFA}"/>
              </a:ext>
            </a:extLst>
          </p:cNvPr>
          <p:cNvGrpSpPr/>
          <p:nvPr/>
        </p:nvGrpSpPr>
        <p:grpSpPr>
          <a:xfrm>
            <a:off x="158501" y="99885"/>
            <a:ext cx="1109440" cy="2219632"/>
            <a:chOff x="1990206" y="3718102"/>
            <a:chExt cx="693443" cy="1387356"/>
          </a:xfrm>
        </p:grpSpPr>
        <p:sp>
          <p:nvSpPr>
            <p:cNvPr id="839" name="Google Shape;839;p39">
              <a:extLst>
                <a:ext uri="{FF2B5EF4-FFF2-40B4-BE49-F238E27FC236}">
                  <a16:creationId xmlns:a16="http://schemas.microsoft.com/office/drawing/2014/main" id="{C555E89F-91EE-B4BB-9FC1-B54038E4A9AE}"/>
                </a:ext>
              </a:extLst>
            </p:cNvPr>
            <p:cNvSpPr/>
            <p:nvPr/>
          </p:nvSpPr>
          <p:spPr>
            <a:xfrm>
              <a:off x="2431980" y="4000027"/>
              <a:ext cx="251670" cy="251240"/>
            </a:xfrm>
            <a:custGeom>
              <a:avLst/>
              <a:gdLst/>
              <a:ahLst/>
              <a:cxnLst/>
              <a:rect l="l" t="t" r="r" b="b"/>
              <a:pathLst>
                <a:path w="6430" h="6419" fill="none" extrusionOk="0">
                  <a:moveTo>
                    <a:pt x="5203" y="6418"/>
                  </a:moveTo>
                  <a:lnTo>
                    <a:pt x="1227" y="6418"/>
                  </a:lnTo>
                  <a:cubicBezTo>
                    <a:pt x="536" y="6418"/>
                    <a:pt x="0" y="5871"/>
                    <a:pt x="0" y="5204"/>
                  </a:cubicBezTo>
                  <a:lnTo>
                    <a:pt x="0" y="1227"/>
                  </a:lnTo>
                  <a:cubicBezTo>
                    <a:pt x="0" y="537"/>
                    <a:pt x="560" y="1"/>
                    <a:pt x="1227" y="1"/>
                  </a:cubicBezTo>
                  <a:lnTo>
                    <a:pt x="5203" y="1"/>
                  </a:lnTo>
                  <a:cubicBezTo>
                    <a:pt x="5882" y="1"/>
                    <a:pt x="6418" y="560"/>
                    <a:pt x="6418" y="1227"/>
                  </a:cubicBezTo>
                  <a:lnTo>
                    <a:pt x="6418" y="5204"/>
                  </a:lnTo>
                  <a:cubicBezTo>
                    <a:pt x="6430" y="5871"/>
                    <a:pt x="5882" y="6418"/>
                    <a:pt x="5203"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9">
              <a:extLst>
                <a:ext uri="{FF2B5EF4-FFF2-40B4-BE49-F238E27FC236}">
                  <a16:creationId xmlns:a16="http://schemas.microsoft.com/office/drawing/2014/main" id="{74C30563-3AE6-C511-15E5-E60AC72DC825}"/>
                </a:ext>
              </a:extLst>
            </p:cNvPr>
            <p:cNvSpPr/>
            <p:nvPr/>
          </p:nvSpPr>
          <p:spPr>
            <a:xfrm>
              <a:off x="1993455" y="4000027"/>
              <a:ext cx="376566" cy="251240"/>
            </a:xfrm>
            <a:custGeom>
              <a:avLst/>
              <a:gdLst/>
              <a:ahLst/>
              <a:cxnLst/>
              <a:rect l="l" t="t" r="r" b="b"/>
              <a:pathLst>
                <a:path w="9621" h="6419" fill="none" extrusionOk="0">
                  <a:moveTo>
                    <a:pt x="8382" y="6418"/>
                  </a:moveTo>
                  <a:lnTo>
                    <a:pt x="1227" y="6418"/>
                  </a:lnTo>
                  <a:cubicBezTo>
                    <a:pt x="536" y="6418"/>
                    <a:pt x="0" y="5871"/>
                    <a:pt x="0" y="5204"/>
                  </a:cubicBezTo>
                  <a:lnTo>
                    <a:pt x="0" y="1227"/>
                  </a:lnTo>
                  <a:cubicBezTo>
                    <a:pt x="0" y="537"/>
                    <a:pt x="548" y="1"/>
                    <a:pt x="1227" y="1"/>
                  </a:cubicBezTo>
                  <a:lnTo>
                    <a:pt x="8382" y="1"/>
                  </a:lnTo>
                  <a:cubicBezTo>
                    <a:pt x="9061" y="1"/>
                    <a:pt x="9597" y="560"/>
                    <a:pt x="9597" y="1227"/>
                  </a:cubicBezTo>
                  <a:lnTo>
                    <a:pt x="9597" y="5204"/>
                  </a:lnTo>
                  <a:cubicBezTo>
                    <a:pt x="9621" y="5871"/>
                    <a:pt x="9061" y="6418"/>
                    <a:pt x="838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9">
              <a:extLst>
                <a:ext uri="{FF2B5EF4-FFF2-40B4-BE49-F238E27FC236}">
                  <a16:creationId xmlns:a16="http://schemas.microsoft.com/office/drawing/2014/main" id="{A86102E8-1EFB-BE3E-6BB7-C8CD97101CC7}"/>
                </a:ext>
              </a:extLst>
            </p:cNvPr>
            <p:cNvSpPr/>
            <p:nvPr/>
          </p:nvSpPr>
          <p:spPr>
            <a:xfrm>
              <a:off x="2534957" y="4080186"/>
              <a:ext cx="65755" cy="84856"/>
            </a:xfrm>
            <a:custGeom>
              <a:avLst/>
              <a:gdLst/>
              <a:ahLst/>
              <a:cxnLst/>
              <a:rect l="l" t="t" r="r" b="b"/>
              <a:pathLst>
                <a:path w="1680" h="2168" extrusionOk="0">
                  <a:moveTo>
                    <a:pt x="846" y="203"/>
                  </a:moveTo>
                  <a:cubicBezTo>
                    <a:pt x="1024" y="203"/>
                    <a:pt x="1167" y="263"/>
                    <a:pt x="1263" y="394"/>
                  </a:cubicBezTo>
                  <a:cubicBezTo>
                    <a:pt x="1370" y="536"/>
                    <a:pt x="1429" y="715"/>
                    <a:pt x="1429" y="941"/>
                  </a:cubicBezTo>
                  <a:cubicBezTo>
                    <a:pt x="1429" y="1167"/>
                    <a:pt x="1370" y="1358"/>
                    <a:pt x="1263" y="1489"/>
                  </a:cubicBezTo>
                  <a:cubicBezTo>
                    <a:pt x="1167" y="1620"/>
                    <a:pt x="1024" y="1679"/>
                    <a:pt x="846" y="1679"/>
                  </a:cubicBezTo>
                  <a:cubicBezTo>
                    <a:pt x="667" y="1679"/>
                    <a:pt x="524" y="1620"/>
                    <a:pt x="417" y="1489"/>
                  </a:cubicBezTo>
                  <a:cubicBezTo>
                    <a:pt x="310" y="1358"/>
                    <a:pt x="262" y="1167"/>
                    <a:pt x="262" y="941"/>
                  </a:cubicBezTo>
                  <a:cubicBezTo>
                    <a:pt x="262" y="715"/>
                    <a:pt x="310" y="536"/>
                    <a:pt x="417" y="394"/>
                  </a:cubicBezTo>
                  <a:cubicBezTo>
                    <a:pt x="524" y="263"/>
                    <a:pt x="667" y="203"/>
                    <a:pt x="846" y="203"/>
                  </a:cubicBezTo>
                  <a:close/>
                  <a:moveTo>
                    <a:pt x="846" y="1"/>
                  </a:moveTo>
                  <a:cubicBezTo>
                    <a:pt x="584" y="1"/>
                    <a:pt x="382" y="84"/>
                    <a:pt x="227" y="251"/>
                  </a:cubicBezTo>
                  <a:cubicBezTo>
                    <a:pt x="72" y="429"/>
                    <a:pt x="1" y="656"/>
                    <a:pt x="1" y="941"/>
                  </a:cubicBezTo>
                  <a:cubicBezTo>
                    <a:pt x="1" y="1227"/>
                    <a:pt x="72" y="1453"/>
                    <a:pt x="227" y="1632"/>
                  </a:cubicBezTo>
                  <a:cubicBezTo>
                    <a:pt x="382" y="1799"/>
                    <a:pt x="584" y="1882"/>
                    <a:pt x="846" y="1882"/>
                  </a:cubicBezTo>
                  <a:lnTo>
                    <a:pt x="941" y="1882"/>
                  </a:lnTo>
                  <a:lnTo>
                    <a:pt x="1215" y="2168"/>
                  </a:lnTo>
                  <a:lnTo>
                    <a:pt x="1513" y="2168"/>
                  </a:lnTo>
                  <a:lnTo>
                    <a:pt x="1191" y="1822"/>
                  </a:lnTo>
                  <a:cubicBezTo>
                    <a:pt x="1346" y="1751"/>
                    <a:pt x="1477" y="1632"/>
                    <a:pt x="1560" y="1489"/>
                  </a:cubicBezTo>
                  <a:cubicBezTo>
                    <a:pt x="1644" y="1334"/>
                    <a:pt x="1679" y="1156"/>
                    <a:pt x="1679" y="941"/>
                  </a:cubicBezTo>
                  <a:cubicBezTo>
                    <a:pt x="1679" y="656"/>
                    <a:pt x="1608" y="429"/>
                    <a:pt x="1453" y="251"/>
                  </a:cubicBezTo>
                  <a:cubicBezTo>
                    <a:pt x="1298" y="84"/>
                    <a:pt x="1096" y="1"/>
                    <a:pt x="8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9">
              <a:extLst>
                <a:ext uri="{FF2B5EF4-FFF2-40B4-BE49-F238E27FC236}">
                  <a16:creationId xmlns:a16="http://schemas.microsoft.com/office/drawing/2014/main" id="{626FA4CA-5A04-6679-3AA6-FF3C7CAD3EBB}"/>
                </a:ext>
              </a:extLst>
            </p:cNvPr>
            <p:cNvSpPr/>
            <p:nvPr/>
          </p:nvSpPr>
          <p:spPr>
            <a:xfrm>
              <a:off x="2092714" y="3887734"/>
              <a:ext cx="36870" cy="49904"/>
            </a:xfrm>
            <a:custGeom>
              <a:avLst/>
              <a:gdLst/>
              <a:ahLst/>
              <a:cxnLst/>
              <a:rect l="l" t="t" r="r" b="b"/>
              <a:pathLst>
                <a:path w="942" h="1275" extrusionOk="0">
                  <a:moveTo>
                    <a:pt x="465" y="131"/>
                  </a:moveTo>
                  <a:cubicBezTo>
                    <a:pt x="560" y="131"/>
                    <a:pt x="620" y="167"/>
                    <a:pt x="679" y="239"/>
                  </a:cubicBezTo>
                  <a:cubicBezTo>
                    <a:pt x="727" y="298"/>
                    <a:pt x="751" y="381"/>
                    <a:pt x="751" y="500"/>
                  </a:cubicBezTo>
                  <a:cubicBezTo>
                    <a:pt x="751" y="608"/>
                    <a:pt x="727" y="691"/>
                    <a:pt x="679" y="762"/>
                  </a:cubicBezTo>
                  <a:cubicBezTo>
                    <a:pt x="620" y="822"/>
                    <a:pt x="560" y="858"/>
                    <a:pt x="465" y="858"/>
                  </a:cubicBezTo>
                  <a:cubicBezTo>
                    <a:pt x="381" y="858"/>
                    <a:pt x="322" y="822"/>
                    <a:pt x="262" y="762"/>
                  </a:cubicBezTo>
                  <a:cubicBezTo>
                    <a:pt x="215" y="691"/>
                    <a:pt x="191" y="608"/>
                    <a:pt x="191" y="500"/>
                  </a:cubicBezTo>
                  <a:cubicBezTo>
                    <a:pt x="191" y="393"/>
                    <a:pt x="215" y="298"/>
                    <a:pt x="262" y="239"/>
                  </a:cubicBezTo>
                  <a:cubicBezTo>
                    <a:pt x="322" y="167"/>
                    <a:pt x="381" y="131"/>
                    <a:pt x="465" y="131"/>
                  </a:cubicBezTo>
                  <a:close/>
                  <a:moveTo>
                    <a:pt x="465" y="0"/>
                  </a:moveTo>
                  <a:cubicBezTo>
                    <a:pt x="322" y="0"/>
                    <a:pt x="215" y="36"/>
                    <a:pt x="131" y="131"/>
                  </a:cubicBezTo>
                  <a:cubicBezTo>
                    <a:pt x="36" y="227"/>
                    <a:pt x="0" y="346"/>
                    <a:pt x="0" y="500"/>
                  </a:cubicBezTo>
                  <a:cubicBezTo>
                    <a:pt x="0" y="655"/>
                    <a:pt x="36" y="774"/>
                    <a:pt x="131" y="858"/>
                  </a:cubicBezTo>
                  <a:cubicBezTo>
                    <a:pt x="215" y="953"/>
                    <a:pt x="322" y="1001"/>
                    <a:pt x="465" y="1001"/>
                  </a:cubicBezTo>
                  <a:cubicBezTo>
                    <a:pt x="620" y="1001"/>
                    <a:pt x="727" y="953"/>
                    <a:pt x="810" y="870"/>
                  </a:cubicBezTo>
                  <a:cubicBezTo>
                    <a:pt x="893" y="774"/>
                    <a:pt x="941" y="655"/>
                    <a:pt x="941" y="500"/>
                  </a:cubicBezTo>
                  <a:cubicBezTo>
                    <a:pt x="941" y="346"/>
                    <a:pt x="893" y="227"/>
                    <a:pt x="810" y="131"/>
                  </a:cubicBezTo>
                  <a:cubicBezTo>
                    <a:pt x="727" y="36"/>
                    <a:pt x="620" y="0"/>
                    <a:pt x="465" y="0"/>
                  </a:cubicBezTo>
                  <a:close/>
                  <a:moveTo>
                    <a:pt x="48" y="1132"/>
                  </a:moveTo>
                  <a:lnTo>
                    <a:pt x="48" y="1274"/>
                  </a:lnTo>
                  <a:lnTo>
                    <a:pt x="893" y="1274"/>
                  </a:lnTo>
                  <a:lnTo>
                    <a:pt x="893" y="11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9">
              <a:extLst>
                <a:ext uri="{FF2B5EF4-FFF2-40B4-BE49-F238E27FC236}">
                  <a16:creationId xmlns:a16="http://schemas.microsoft.com/office/drawing/2014/main" id="{90AC404F-9CBB-AD37-0F91-7074ACA8FDE5}"/>
                </a:ext>
              </a:extLst>
            </p:cNvPr>
            <p:cNvSpPr/>
            <p:nvPr/>
          </p:nvSpPr>
          <p:spPr>
            <a:xfrm>
              <a:off x="2093653" y="3766087"/>
              <a:ext cx="34052" cy="50373"/>
            </a:xfrm>
            <a:custGeom>
              <a:avLst/>
              <a:gdLst/>
              <a:ahLst/>
              <a:cxnLst/>
              <a:rect l="l" t="t" r="r" b="b"/>
              <a:pathLst>
                <a:path w="870" h="1287" extrusionOk="0">
                  <a:moveTo>
                    <a:pt x="679" y="513"/>
                  </a:moveTo>
                  <a:lnTo>
                    <a:pt x="679" y="549"/>
                  </a:lnTo>
                  <a:cubicBezTo>
                    <a:pt x="679" y="644"/>
                    <a:pt x="655" y="715"/>
                    <a:pt x="608" y="775"/>
                  </a:cubicBezTo>
                  <a:cubicBezTo>
                    <a:pt x="548" y="834"/>
                    <a:pt x="477" y="858"/>
                    <a:pt x="393" y="858"/>
                  </a:cubicBezTo>
                  <a:cubicBezTo>
                    <a:pt x="334" y="858"/>
                    <a:pt x="274" y="846"/>
                    <a:pt x="238" y="811"/>
                  </a:cubicBezTo>
                  <a:cubicBezTo>
                    <a:pt x="203" y="787"/>
                    <a:pt x="179" y="739"/>
                    <a:pt x="179" y="691"/>
                  </a:cubicBezTo>
                  <a:cubicBezTo>
                    <a:pt x="179" y="632"/>
                    <a:pt x="203" y="584"/>
                    <a:pt x="250" y="549"/>
                  </a:cubicBezTo>
                  <a:cubicBezTo>
                    <a:pt x="310" y="525"/>
                    <a:pt x="393" y="513"/>
                    <a:pt x="524" y="513"/>
                  </a:cubicBezTo>
                  <a:close/>
                  <a:moveTo>
                    <a:pt x="417" y="1"/>
                  </a:moveTo>
                  <a:cubicBezTo>
                    <a:pt x="369" y="1"/>
                    <a:pt x="310" y="13"/>
                    <a:pt x="250" y="25"/>
                  </a:cubicBezTo>
                  <a:cubicBezTo>
                    <a:pt x="191" y="37"/>
                    <a:pt x="131" y="49"/>
                    <a:pt x="72" y="72"/>
                  </a:cubicBezTo>
                  <a:lnTo>
                    <a:pt x="72" y="227"/>
                  </a:lnTo>
                  <a:cubicBezTo>
                    <a:pt x="131" y="203"/>
                    <a:pt x="179" y="179"/>
                    <a:pt x="238" y="168"/>
                  </a:cubicBezTo>
                  <a:cubicBezTo>
                    <a:pt x="298" y="156"/>
                    <a:pt x="346" y="144"/>
                    <a:pt x="393" y="144"/>
                  </a:cubicBezTo>
                  <a:cubicBezTo>
                    <a:pt x="488" y="144"/>
                    <a:pt x="560" y="168"/>
                    <a:pt x="608" y="203"/>
                  </a:cubicBezTo>
                  <a:cubicBezTo>
                    <a:pt x="655" y="239"/>
                    <a:pt x="679" y="299"/>
                    <a:pt x="679" y="370"/>
                  </a:cubicBezTo>
                  <a:lnTo>
                    <a:pt x="465" y="370"/>
                  </a:lnTo>
                  <a:cubicBezTo>
                    <a:pt x="310" y="370"/>
                    <a:pt x="191" y="406"/>
                    <a:pt x="119" y="453"/>
                  </a:cubicBezTo>
                  <a:cubicBezTo>
                    <a:pt x="36" y="513"/>
                    <a:pt x="0" y="596"/>
                    <a:pt x="0" y="703"/>
                  </a:cubicBezTo>
                  <a:cubicBezTo>
                    <a:pt x="0" y="799"/>
                    <a:pt x="24" y="870"/>
                    <a:pt x="96" y="930"/>
                  </a:cubicBezTo>
                  <a:cubicBezTo>
                    <a:pt x="155" y="977"/>
                    <a:pt x="238" y="1001"/>
                    <a:pt x="334" y="1001"/>
                  </a:cubicBezTo>
                  <a:cubicBezTo>
                    <a:pt x="417" y="1001"/>
                    <a:pt x="477" y="989"/>
                    <a:pt x="536" y="965"/>
                  </a:cubicBezTo>
                  <a:cubicBezTo>
                    <a:pt x="596" y="941"/>
                    <a:pt x="643" y="894"/>
                    <a:pt x="679" y="846"/>
                  </a:cubicBezTo>
                  <a:lnTo>
                    <a:pt x="679" y="989"/>
                  </a:lnTo>
                  <a:lnTo>
                    <a:pt x="858" y="989"/>
                  </a:lnTo>
                  <a:lnTo>
                    <a:pt x="858" y="441"/>
                  </a:lnTo>
                  <a:cubicBezTo>
                    <a:pt x="858" y="299"/>
                    <a:pt x="822" y="179"/>
                    <a:pt x="750" y="108"/>
                  </a:cubicBezTo>
                  <a:cubicBezTo>
                    <a:pt x="679" y="37"/>
                    <a:pt x="572" y="1"/>
                    <a:pt x="417" y="1"/>
                  </a:cubicBezTo>
                  <a:close/>
                  <a:moveTo>
                    <a:pt x="24" y="1132"/>
                  </a:moveTo>
                  <a:lnTo>
                    <a:pt x="24" y="1287"/>
                  </a:lnTo>
                  <a:lnTo>
                    <a:pt x="869" y="1287"/>
                  </a:lnTo>
                  <a:lnTo>
                    <a:pt x="869" y="11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9">
              <a:extLst>
                <a:ext uri="{FF2B5EF4-FFF2-40B4-BE49-F238E27FC236}">
                  <a16:creationId xmlns:a16="http://schemas.microsoft.com/office/drawing/2014/main" id="{BF015051-2945-A7B2-3232-1EF1557336BA}"/>
                </a:ext>
              </a:extLst>
            </p:cNvPr>
            <p:cNvSpPr/>
            <p:nvPr/>
          </p:nvSpPr>
          <p:spPr>
            <a:xfrm>
              <a:off x="1993455" y="3718102"/>
              <a:ext cx="251670" cy="251201"/>
            </a:xfrm>
            <a:custGeom>
              <a:avLst/>
              <a:gdLst/>
              <a:ahLst/>
              <a:cxnLst/>
              <a:rect l="l" t="t" r="r" b="b"/>
              <a:pathLst>
                <a:path w="6430" h="6418" fill="none" extrusionOk="0">
                  <a:moveTo>
                    <a:pt x="5192" y="6418"/>
                  </a:moveTo>
                  <a:lnTo>
                    <a:pt x="1227" y="6418"/>
                  </a:lnTo>
                  <a:cubicBezTo>
                    <a:pt x="536" y="6418"/>
                    <a:pt x="0" y="5870"/>
                    <a:pt x="0" y="5204"/>
                  </a:cubicBezTo>
                  <a:lnTo>
                    <a:pt x="0" y="1227"/>
                  </a:lnTo>
                  <a:cubicBezTo>
                    <a:pt x="0" y="548"/>
                    <a:pt x="548" y="1"/>
                    <a:pt x="1227" y="1"/>
                  </a:cubicBezTo>
                  <a:lnTo>
                    <a:pt x="5192" y="1"/>
                  </a:lnTo>
                  <a:cubicBezTo>
                    <a:pt x="5882" y="1"/>
                    <a:pt x="6418" y="560"/>
                    <a:pt x="6418" y="1227"/>
                  </a:cubicBezTo>
                  <a:lnTo>
                    <a:pt x="6418" y="5204"/>
                  </a:lnTo>
                  <a:cubicBezTo>
                    <a:pt x="6430" y="5870"/>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9">
              <a:extLst>
                <a:ext uri="{FF2B5EF4-FFF2-40B4-BE49-F238E27FC236}">
                  <a16:creationId xmlns:a16="http://schemas.microsoft.com/office/drawing/2014/main" id="{212359A1-9D82-CF8B-64AA-7E7B37FD8C4F}"/>
                </a:ext>
              </a:extLst>
            </p:cNvPr>
            <p:cNvSpPr/>
            <p:nvPr/>
          </p:nvSpPr>
          <p:spPr>
            <a:xfrm>
              <a:off x="2305675" y="3718102"/>
              <a:ext cx="251670" cy="251201"/>
            </a:xfrm>
            <a:custGeom>
              <a:avLst/>
              <a:gdLst/>
              <a:ahLst/>
              <a:cxnLst/>
              <a:rect l="l" t="t" r="r" b="b"/>
              <a:pathLst>
                <a:path w="6430" h="6418" fill="none" extrusionOk="0">
                  <a:moveTo>
                    <a:pt x="5216" y="6418"/>
                  </a:moveTo>
                  <a:lnTo>
                    <a:pt x="1227" y="6418"/>
                  </a:lnTo>
                  <a:cubicBezTo>
                    <a:pt x="536" y="6418"/>
                    <a:pt x="1" y="5870"/>
                    <a:pt x="1" y="5204"/>
                  </a:cubicBezTo>
                  <a:lnTo>
                    <a:pt x="1" y="1227"/>
                  </a:lnTo>
                  <a:cubicBezTo>
                    <a:pt x="1" y="548"/>
                    <a:pt x="548" y="1"/>
                    <a:pt x="1227" y="1"/>
                  </a:cubicBezTo>
                  <a:lnTo>
                    <a:pt x="5192" y="1"/>
                  </a:lnTo>
                  <a:cubicBezTo>
                    <a:pt x="5882" y="1"/>
                    <a:pt x="6418" y="560"/>
                    <a:pt x="6418" y="1227"/>
                  </a:cubicBezTo>
                  <a:lnTo>
                    <a:pt x="6418" y="5204"/>
                  </a:lnTo>
                  <a:cubicBezTo>
                    <a:pt x="6430" y="5870"/>
                    <a:pt x="5882" y="6418"/>
                    <a:pt x="521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9">
              <a:extLst>
                <a:ext uri="{FF2B5EF4-FFF2-40B4-BE49-F238E27FC236}">
                  <a16:creationId xmlns:a16="http://schemas.microsoft.com/office/drawing/2014/main" id="{D22845DB-9873-2698-2DC2-131C1DABFA0A}"/>
                </a:ext>
              </a:extLst>
            </p:cNvPr>
            <p:cNvSpPr/>
            <p:nvPr/>
          </p:nvSpPr>
          <p:spPr>
            <a:xfrm>
              <a:off x="1993455" y="4854218"/>
              <a:ext cx="251670" cy="251240"/>
            </a:xfrm>
            <a:custGeom>
              <a:avLst/>
              <a:gdLst/>
              <a:ahLst/>
              <a:cxnLst/>
              <a:rect l="l" t="t" r="r" b="b"/>
              <a:pathLst>
                <a:path w="6430" h="6419" fill="none" extrusionOk="0">
                  <a:moveTo>
                    <a:pt x="5192" y="6418"/>
                  </a:moveTo>
                  <a:lnTo>
                    <a:pt x="1227" y="6418"/>
                  </a:lnTo>
                  <a:cubicBezTo>
                    <a:pt x="536" y="6418"/>
                    <a:pt x="0" y="5871"/>
                    <a:pt x="0" y="5192"/>
                  </a:cubicBezTo>
                  <a:lnTo>
                    <a:pt x="0" y="1227"/>
                  </a:lnTo>
                  <a:cubicBezTo>
                    <a:pt x="0" y="537"/>
                    <a:pt x="548" y="1"/>
                    <a:pt x="1227" y="1"/>
                  </a:cubicBezTo>
                  <a:lnTo>
                    <a:pt x="5192" y="1"/>
                  </a:lnTo>
                  <a:cubicBezTo>
                    <a:pt x="5882" y="1"/>
                    <a:pt x="6418" y="549"/>
                    <a:pt x="6418" y="1227"/>
                  </a:cubicBezTo>
                  <a:lnTo>
                    <a:pt x="6418" y="5192"/>
                  </a:lnTo>
                  <a:cubicBezTo>
                    <a:pt x="6430" y="5871"/>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9">
              <a:extLst>
                <a:ext uri="{FF2B5EF4-FFF2-40B4-BE49-F238E27FC236}">
                  <a16:creationId xmlns:a16="http://schemas.microsoft.com/office/drawing/2014/main" id="{5F7F1D0D-A92A-7133-CE1F-CA7DE2860E89}"/>
                </a:ext>
              </a:extLst>
            </p:cNvPr>
            <p:cNvSpPr/>
            <p:nvPr/>
          </p:nvSpPr>
          <p:spPr>
            <a:xfrm>
              <a:off x="2305675" y="4854218"/>
              <a:ext cx="251670" cy="251240"/>
            </a:xfrm>
            <a:custGeom>
              <a:avLst/>
              <a:gdLst/>
              <a:ahLst/>
              <a:cxnLst/>
              <a:rect l="l" t="t" r="r" b="b"/>
              <a:pathLst>
                <a:path w="6430" h="6419" fill="none" extrusionOk="0">
                  <a:moveTo>
                    <a:pt x="5216" y="6418"/>
                  </a:moveTo>
                  <a:lnTo>
                    <a:pt x="1227" y="6418"/>
                  </a:lnTo>
                  <a:cubicBezTo>
                    <a:pt x="536" y="6418"/>
                    <a:pt x="1" y="5871"/>
                    <a:pt x="1" y="5192"/>
                  </a:cubicBezTo>
                  <a:lnTo>
                    <a:pt x="1" y="1227"/>
                  </a:lnTo>
                  <a:cubicBezTo>
                    <a:pt x="1" y="537"/>
                    <a:pt x="548" y="1"/>
                    <a:pt x="1227" y="1"/>
                  </a:cubicBezTo>
                  <a:lnTo>
                    <a:pt x="5192" y="1"/>
                  </a:lnTo>
                  <a:cubicBezTo>
                    <a:pt x="5882" y="1"/>
                    <a:pt x="6418" y="549"/>
                    <a:pt x="6418" y="1227"/>
                  </a:cubicBezTo>
                  <a:lnTo>
                    <a:pt x="6418" y="5192"/>
                  </a:lnTo>
                  <a:cubicBezTo>
                    <a:pt x="6430" y="5871"/>
                    <a:pt x="5882" y="6418"/>
                    <a:pt x="521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9">
              <a:extLst>
                <a:ext uri="{FF2B5EF4-FFF2-40B4-BE49-F238E27FC236}">
                  <a16:creationId xmlns:a16="http://schemas.microsoft.com/office/drawing/2014/main" id="{B5A13BC4-24F5-0A15-6C9D-2066524068FA}"/>
                </a:ext>
              </a:extLst>
            </p:cNvPr>
            <p:cNvSpPr/>
            <p:nvPr/>
          </p:nvSpPr>
          <p:spPr>
            <a:xfrm>
              <a:off x="1990206" y="4282892"/>
              <a:ext cx="492146" cy="251240"/>
            </a:xfrm>
            <a:custGeom>
              <a:avLst/>
              <a:gdLst/>
              <a:ahLst/>
              <a:cxnLst/>
              <a:rect l="l" t="t" r="r" b="b"/>
              <a:pathLst>
                <a:path w="12574" h="6419" fill="none" extrusionOk="0">
                  <a:moveTo>
                    <a:pt x="11347" y="6418"/>
                  </a:moveTo>
                  <a:lnTo>
                    <a:pt x="1215" y="6418"/>
                  </a:lnTo>
                  <a:cubicBezTo>
                    <a:pt x="524" y="6418"/>
                    <a:pt x="0" y="5859"/>
                    <a:pt x="0" y="5192"/>
                  </a:cubicBezTo>
                  <a:lnTo>
                    <a:pt x="0" y="1215"/>
                  </a:lnTo>
                  <a:cubicBezTo>
                    <a:pt x="0" y="537"/>
                    <a:pt x="548" y="1"/>
                    <a:pt x="1215" y="1"/>
                  </a:cubicBezTo>
                  <a:lnTo>
                    <a:pt x="11347" y="1"/>
                  </a:lnTo>
                  <a:cubicBezTo>
                    <a:pt x="12037" y="1"/>
                    <a:pt x="12573" y="549"/>
                    <a:pt x="12573" y="1215"/>
                  </a:cubicBezTo>
                  <a:lnTo>
                    <a:pt x="12573" y="5192"/>
                  </a:lnTo>
                  <a:cubicBezTo>
                    <a:pt x="12573" y="5859"/>
                    <a:pt x="12025" y="6418"/>
                    <a:pt x="11347"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9">
              <a:extLst>
                <a:ext uri="{FF2B5EF4-FFF2-40B4-BE49-F238E27FC236}">
                  <a16:creationId xmlns:a16="http://schemas.microsoft.com/office/drawing/2014/main" id="{EA3428DD-C8F5-2122-85EF-E3FC4B501DAE}"/>
                </a:ext>
              </a:extLst>
            </p:cNvPr>
            <p:cNvSpPr/>
            <p:nvPr/>
          </p:nvSpPr>
          <p:spPr>
            <a:xfrm>
              <a:off x="2032125" y="4714449"/>
              <a:ext cx="80668" cy="69474"/>
            </a:xfrm>
            <a:custGeom>
              <a:avLst/>
              <a:gdLst/>
              <a:ahLst/>
              <a:cxnLst/>
              <a:rect l="l" t="t" r="r" b="b"/>
              <a:pathLst>
                <a:path w="2061" h="1775" fill="none" extrusionOk="0">
                  <a:moveTo>
                    <a:pt x="2060" y="1107"/>
                  </a:moveTo>
                  <a:lnTo>
                    <a:pt x="1037" y="0"/>
                  </a:lnTo>
                  <a:lnTo>
                    <a:pt x="1" y="1107"/>
                  </a:lnTo>
                  <a:lnTo>
                    <a:pt x="477" y="1107"/>
                  </a:lnTo>
                  <a:lnTo>
                    <a:pt x="477" y="1774"/>
                  </a:lnTo>
                  <a:lnTo>
                    <a:pt x="1584" y="1774"/>
                  </a:lnTo>
                  <a:lnTo>
                    <a:pt x="1584" y="110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9">
              <a:extLst>
                <a:ext uri="{FF2B5EF4-FFF2-40B4-BE49-F238E27FC236}">
                  <a16:creationId xmlns:a16="http://schemas.microsoft.com/office/drawing/2014/main" id="{1E7B3932-4E92-0CEF-C005-C9225C9A82C5}"/>
                </a:ext>
              </a:extLst>
            </p:cNvPr>
            <p:cNvSpPr/>
            <p:nvPr/>
          </p:nvSpPr>
          <p:spPr>
            <a:xfrm>
              <a:off x="2094123" y="4162223"/>
              <a:ext cx="34991" cy="37300"/>
            </a:xfrm>
            <a:custGeom>
              <a:avLst/>
              <a:gdLst/>
              <a:ahLst/>
              <a:cxnLst/>
              <a:rect l="l" t="t" r="r" b="b"/>
              <a:pathLst>
                <a:path w="894" h="953" fill="none" extrusionOk="0">
                  <a:moveTo>
                    <a:pt x="0" y="953"/>
                  </a:moveTo>
                  <a:lnTo>
                    <a:pt x="893" y="476"/>
                  </a:ln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9">
              <a:extLst>
                <a:ext uri="{FF2B5EF4-FFF2-40B4-BE49-F238E27FC236}">
                  <a16:creationId xmlns:a16="http://schemas.microsoft.com/office/drawing/2014/main" id="{54455EA4-F055-FAEE-2D8A-7E37B52D3AD5}"/>
                </a:ext>
              </a:extLst>
            </p:cNvPr>
            <p:cNvSpPr/>
            <p:nvPr/>
          </p:nvSpPr>
          <p:spPr>
            <a:xfrm>
              <a:off x="2022810" y="4180854"/>
              <a:ext cx="104895" cy="39"/>
            </a:xfrm>
            <a:custGeom>
              <a:avLst/>
              <a:gdLst/>
              <a:ahLst/>
              <a:cxnLst/>
              <a:rect l="l" t="t" r="r" b="b"/>
              <a:pathLst>
                <a:path w="2680" h="1" fill="none" extrusionOk="0">
                  <a:moveTo>
                    <a:pt x="2679" y="0"/>
                  </a:moveTo>
                  <a:lnTo>
                    <a:pt x="1"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9">
              <a:extLst>
                <a:ext uri="{FF2B5EF4-FFF2-40B4-BE49-F238E27FC236}">
                  <a16:creationId xmlns:a16="http://schemas.microsoft.com/office/drawing/2014/main" id="{5DE0EA5F-C877-E609-2109-1F575BF07802}"/>
                </a:ext>
              </a:extLst>
            </p:cNvPr>
            <p:cNvSpPr/>
            <p:nvPr/>
          </p:nvSpPr>
          <p:spPr>
            <a:xfrm>
              <a:off x="2141639" y="4156157"/>
              <a:ext cx="39" cy="49904"/>
            </a:xfrm>
            <a:custGeom>
              <a:avLst/>
              <a:gdLst/>
              <a:ahLst/>
              <a:cxnLst/>
              <a:rect l="l" t="t" r="r" b="b"/>
              <a:pathLst>
                <a:path w="1" h="1275" fill="none" extrusionOk="0">
                  <a:moveTo>
                    <a:pt x="1" y="1274"/>
                  </a:moveTo>
                  <a:lnTo>
                    <a:pt x="1"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9">
              <a:extLst>
                <a:ext uri="{FF2B5EF4-FFF2-40B4-BE49-F238E27FC236}">
                  <a16:creationId xmlns:a16="http://schemas.microsoft.com/office/drawing/2014/main" id="{DB0D5EDE-7784-2DC2-E6F2-BE28C15E0CEF}"/>
                </a:ext>
              </a:extLst>
            </p:cNvPr>
            <p:cNvSpPr/>
            <p:nvPr/>
          </p:nvSpPr>
          <p:spPr>
            <a:xfrm>
              <a:off x="2374639" y="4566226"/>
              <a:ext cx="250770" cy="251240"/>
            </a:xfrm>
            <a:custGeom>
              <a:avLst/>
              <a:gdLst/>
              <a:ahLst/>
              <a:cxnLst/>
              <a:rect l="l" t="t" r="r" b="b"/>
              <a:pathLst>
                <a:path w="6407" h="6419" fill="none" extrusionOk="0">
                  <a:moveTo>
                    <a:pt x="5192" y="6418"/>
                  </a:moveTo>
                  <a:lnTo>
                    <a:pt x="1215" y="6418"/>
                  </a:lnTo>
                  <a:cubicBezTo>
                    <a:pt x="537" y="6418"/>
                    <a:pt x="1" y="5871"/>
                    <a:pt x="1" y="5204"/>
                  </a:cubicBezTo>
                  <a:lnTo>
                    <a:pt x="1" y="1227"/>
                  </a:lnTo>
                  <a:cubicBezTo>
                    <a:pt x="1" y="537"/>
                    <a:pt x="548" y="1"/>
                    <a:pt x="1215" y="1"/>
                  </a:cubicBezTo>
                  <a:lnTo>
                    <a:pt x="5192" y="1"/>
                  </a:lnTo>
                  <a:cubicBezTo>
                    <a:pt x="5871" y="1"/>
                    <a:pt x="6406" y="560"/>
                    <a:pt x="6406" y="1227"/>
                  </a:cubicBezTo>
                  <a:lnTo>
                    <a:pt x="6406" y="5204"/>
                  </a:lnTo>
                  <a:cubicBezTo>
                    <a:pt x="6406" y="5871"/>
                    <a:pt x="5859"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9">
              <a:extLst>
                <a:ext uri="{FF2B5EF4-FFF2-40B4-BE49-F238E27FC236}">
                  <a16:creationId xmlns:a16="http://schemas.microsoft.com/office/drawing/2014/main" id="{B1AD7325-0E06-F778-1CCD-27723A4624B6}"/>
                </a:ext>
              </a:extLst>
            </p:cNvPr>
            <p:cNvSpPr/>
            <p:nvPr/>
          </p:nvSpPr>
          <p:spPr>
            <a:xfrm>
              <a:off x="1993455" y="4566226"/>
              <a:ext cx="318326" cy="251240"/>
            </a:xfrm>
            <a:custGeom>
              <a:avLst/>
              <a:gdLst/>
              <a:ahLst/>
              <a:cxnLst/>
              <a:rect l="l" t="t" r="r" b="b"/>
              <a:pathLst>
                <a:path w="8133" h="6419" fill="none" extrusionOk="0">
                  <a:moveTo>
                    <a:pt x="6906" y="6418"/>
                  </a:moveTo>
                  <a:lnTo>
                    <a:pt x="1227" y="6418"/>
                  </a:lnTo>
                  <a:cubicBezTo>
                    <a:pt x="536" y="6418"/>
                    <a:pt x="0" y="5871"/>
                    <a:pt x="0" y="5204"/>
                  </a:cubicBezTo>
                  <a:lnTo>
                    <a:pt x="0" y="1227"/>
                  </a:lnTo>
                  <a:cubicBezTo>
                    <a:pt x="0" y="537"/>
                    <a:pt x="548" y="1"/>
                    <a:pt x="1227" y="1"/>
                  </a:cubicBezTo>
                  <a:lnTo>
                    <a:pt x="6906" y="1"/>
                  </a:lnTo>
                  <a:cubicBezTo>
                    <a:pt x="7597" y="1"/>
                    <a:pt x="8132" y="560"/>
                    <a:pt x="8132" y="1227"/>
                  </a:cubicBezTo>
                  <a:lnTo>
                    <a:pt x="8132" y="5204"/>
                  </a:lnTo>
                  <a:cubicBezTo>
                    <a:pt x="8132" y="5871"/>
                    <a:pt x="7597" y="6418"/>
                    <a:pt x="690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9">
              <a:extLst>
                <a:ext uri="{FF2B5EF4-FFF2-40B4-BE49-F238E27FC236}">
                  <a16:creationId xmlns:a16="http://schemas.microsoft.com/office/drawing/2014/main" id="{F29957E4-17AC-CF00-BA95-F09C673ED393}"/>
                </a:ext>
              </a:extLst>
            </p:cNvPr>
            <p:cNvSpPr/>
            <p:nvPr/>
          </p:nvSpPr>
          <p:spPr>
            <a:xfrm>
              <a:off x="2183597" y="3889613"/>
              <a:ext cx="20079" cy="49864"/>
            </a:xfrm>
            <a:custGeom>
              <a:avLst/>
              <a:gdLst/>
              <a:ahLst/>
              <a:cxnLst/>
              <a:rect l="l" t="t" r="r" b="b"/>
              <a:pathLst>
                <a:path w="513" h="1274" extrusionOk="0">
                  <a:moveTo>
                    <a:pt x="0" y="0"/>
                  </a:moveTo>
                  <a:lnTo>
                    <a:pt x="393" y="1274"/>
                  </a:lnTo>
                  <a:lnTo>
                    <a:pt x="512" y="1274"/>
                  </a:lnTo>
                  <a:lnTo>
                    <a:pt x="1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9">
              <a:extLst>
                <a:ext uri="{FF2B5EF4-FFF2-40B4-BE49-F238E27FC236}">
                  <a16:creationId xmlns:a16="http://schemas.microsoft.com/office/drawing/2014/main" id="{315A5DAC-17A2-2DB3-CD51-00F9D9C0075F}"/>
                </a:ext>
              </a:extLst>
            </p:cNvPr>
            <p:cNvSpPr/>
            <p:nvPr/>
          </p:nvSpPr>
          <p:spPr>
            <a:xfrm>
              <a:off x="2414249" y="3857440"/>
              <a:ext cx="42467" cy="70883"/>
            </a:xfrm>
            <a:custGeom>
              <a:avLst/>
              <a:gdLst/>
              <a:ahLst/>
              <a:cxnLst/>
              <a:rect l="l" t="t" r="r" b="b"/>
              <a:pathLst>
                <a:path w="1085" h="1811" extrusionOk="0">
                  <a:moveTo>
                    <a:pt x="429" y="1"/>
                  </a:moveTo>
                  <a:lnTo>
                    <a:pt x="1" y="84"/>
                  </a:lnTo>
                  <a:lnTo>
                    <a:pt x="1" y="310"/>
                  </a:lnTo>
                  <a:lnTo>
                    <a:pt x="441" y="215"/>
                  </a:lnTo>
                  <a:lnTo>
                    <a:pt x="441" y="1608"/>
                  </a:lnTo>
                  <a:lnTo>
                    <a:pt x="37" y="1608"/>
                  </a:lnTo>
                  <a:lnTo>
                    <a:pt x="37" y="1810"/>
                  </a:lnTo>
                  <a:lnTo>
                    <a:pt x="1084" y="1810"/>
                  </a:lnTo>
                  <a:lnTo>
                    <a:pt x="1084" y="1608"/>
                  </a:lnTo>
                  <a:lnTo>
                    <a:pt x="679" y="1608"/>
                  </a:lnTo>
                  <a:lnTo>
                    <a:pt x="6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9">
              <a:extLst>
                <a:ext uri="{FF2B5EF4-FFF2-40B4-BE49-F238E27FC236}">
                  <a16:creationId xmlns:a16="http://schemas.microsoft.com/office/drawing/2014/main" id="{EDB076AC-D455-A30E-5D34-5443DAA33909}"/>
                </a:ext>
              </a:extLst>
            </p:cNvPr>
            <p:cNvSpPr/>
            <p:nvPr/>
          </p:nvSpPr>
          <p:spPr>
            <a:xfrm>
              <a:off x="2424034" y="3746987"/>
              <a:ext cx="6576" cy="49904"/>
            </a:xfrm>
            <a:custGeom>
              <a:avLst/>
              <a:gdLst/>
              <a:ahLst/>
              <a:cxnLst/>
              <a:rect l="l" t="t" r="r" b="b"/>
              <a:pathLst>
                <a:path w="168" h="1275" extrusionOk="0">
                  <a:moveTo>
                    <a:pt x="1" y="1"/>
                  </a:moveTo>
                  <a:lnTo>
                    <a:pt x="1" y="560"/>
                  </a:lnTo>
                  <a:lnTo>
                    <a:pt x="13" y="858"/>
                  </a:lnTo>
                  <a:lnTo>
                    <a:pt x="156" y="858"/>
                  </a:lnTo>
                  <a:lnTo>
                    <a:pt x="168" y="560"/>
                  </a:lnTo>
                  <a:lnTo>
                    <a:pt x="168" y="1"/>
                  </a:lnTo>
                  <a:close/>
                  <a:moveTo>
                    <a:pt x="1" y="1048"/>
                  </a:moveTo>
                  <a:lnTo>
                    <a:pt x="1" y="1275"/>
                  </a:lnTo>
                  <a:lnTo>
                    <a:pt x="168" y="1275"/>
                  </a:lnTo>
                  <a:lnTo>
                    <a:pt x="168" y="104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9">
              <a:extLst>
                <a:ext uri="{FF2B5EF4-FFF2-40B4-BE49-F238E27FC236}">
                  <a16:creationId xmlns:a16="http://schemas.microsoft.com/office/drawing/2014/main" id="{EA2E0DE0-8D61-BC7D-A3E4-A492CA581E31}"/>
                </a:ext>
              </a:extLst>
            </p:cNvPr>
            <p:cNvSpPr/>
            <p:nvPr/>
          </p:nvSpPr>
          <p:spPr>
            <a:xfrm>
              <a:off x="2482783" y="3890983"/>
              <a:ext cx="52213" cy="53191"/>
            </a:xfrm>
            <a:custGeom>
              <a:avLst/>
              <a:gdLst/>
              <a:ahLst/>
              <a:cxnLst/>
              <a:rect l="l" t="t" r="r" b="b"/>
              <a:pathLst>
                <a:path w="1334" h="1359" extrusionOk="0">
                  <a:moveTo>
                    <a:pt x="667" y="453"/>
                  </a:moveTo>
                  <a:cubicBezTo>
                    <a:pt x="738" y="453"/>
                    <a:pt x="786" y="477"/>
                    <a:pt x="822" y="513"/>
                  </a:cubicBezTo>
                  <a:cubicBezTo>
                    <a:pt x="857" y="560"/>
                    <a:pt x="869" y="620"/>
                    <a:pt x="869" y="679"/>
                  </a:cubicBezTo>
                  <a:cubicBezTo>
                    <a:pt x="869" y="751"/>
                    <a:pt x="857" y="810"/>
                    <a:pt x="822" y="858"/>
                  </a:cubicBezTo>
                  <a:cubicBezTo>
                    <a:pt x="786" y="894"/>
                    <a:pt x="738" y="918"/>
                    <a:pt x="679" y="918"/>
                  </a:cubicBezTo>
                  <a:cubicBezTo>
                    <a:pt x="607" y="918"/>
                    <a:pt x="560" y="894"/>
                    <a:pt x="524" y="858"/>
                  </a:cubicBezTo>
                  <a:cubicBezTo>
                    <a:pt x="488" y="810"/>
                    <a:pt x="476" y="751"/>
                    <a:pt x="476" y="679"/>
                  </a:cubicBezTo>
                  <a:cubicBezTo>
                    <a:pt x="476" y="620"/>
                    <a:pt x="488" y="560"/>
                    <a:pt x="524" y="513"/>
                  </a:cubicBezTo>
                  <a:cubicBezTo>
                    <a:pt x="560" y="477"/>
                    <a:pt x="607" y="453"/>
                    <a:pt x="667" y="453"/>
                  </a:cubicBezTo>
                  <a:close/>
                  <a:moveTo>
                    <a:pt x="691" y="1"/>
                  </a:moveTo>
                  <a:cubicBezTo>
                    <a:pt x="595" y="1"/>
                    <a:pt x="512" y="25"/>
                    <a:pt x="417" y="48"/>
                  </a:cubicBezTo>
                  <a:cubicBezTo>
                    <a:pt x="333" y="84"/>
                    <a:pt x="262" y="132"/>
                    <a:pt x="202" y="203"/>
                  </a:cubicBezTo>
                  <a:cubicBezTo>
                    <a:pt x="131" y="263"/>
                    <a:pt x="83" y="334"/>
                    <a:pt x="48" y="417"/>
                  </a:cubicBezTo>
                  <a:cubicBezTo>
                    <a:pt x="12" y="501"/>
                    <a:pt x="0" y="584"/>
                    <a:pt x="0" y="679"/>
                  </a:cubicBezTo>
                  <a:cubicBezTo>
                    <a:pt x="0" y="775"/>
                    <a:pt x="12" y="870"/>
                    <a:pt x="48" y="953"/>
                  </a:cubicBezTo>
                  <a:cubicBezTo>
                    <a:pt x="83" y="1025"/>
                    <a:pt x="131" y="1108"/>
                    <a:pt x="202" y="1168"/>
                  </a:cubicBezTo>
                  <a:cubicBezTo>
                    <a:pt x="262" y="1227"/>
                    <a:pt x="333" y="1275"/>
                    <a:pt x="417" y="1310"/>
                  </a:cubicBezTo>
                  <a:cubicBezTo>
                    <a:pt x="500" y="1346"/>
                    <a:pt x="583" y="1358"/>
                    <a:pt x="679" y="1358"/>
                  </a:cubicBezTo>
                  <a:cubicBezTo>
                    <a:pt x="762" y="1358"/>
                    <a:pt x="833" y="1346"/>
                    <a:pt x="905" y="1322"/>
                  </a:cubicBezTo>
                  <a:cubicBezTo>
                    <a:pt x="976" y="1299"/>
                    <a:pt x="1048" y="1251"/>
                    <a:pt x="1107" y="1203"/>
                  </a:cubicBezTo>
                  <a:lnTo>
                    <a:pt x="1048" y="1120"/>
                  </a:lnTo>
                  <a:cubicBezTo>
                    <a:pt x="988" y="1168"/>
                    <a:pt x="929" y="1191"/>
                    <a:pt x="869" y="1215"/>
                  </a:cubicBezTo>
                  <a:cubicBezTo>
                    <a:pt x="810" y="1239"/>
                    <a:pt x="750" y="1251"/>
                    <a:pt x="679" y="1251"/>
                  </a:cubicBezTo>
                  <a:cubicBezTo>
                    <a:pt x="607" y="1251"/>
                    <a:pt x="524" y="1239"/>
                    <a:pt x="452" y="1203"/>
                  </a:cubicBezTo>
                  <a:cubicBezTo>
                    <a:pt x="393" y="1179"/>
                    <a:pt x="321" y="1144"/>
                    <a:pt x="274" y="1084"/>
                  </a:cubicBezTo>
                  <a:cubicBezTo>
                    <a:pt x="214" y="1037"/>
                    <a:pt x="179" y="977"/>
                    <a:pt x="143" y="906"/>
                  </a:cubicBezTo>
                  <a:cubicBezTo>
                    <a:pt x="119" y="834"/>
                    <a:pt x="107" y="763"/>
                    <a:pt x="107" y="679"/>
                  </a:cubicBezTo>
                  <a:cubicBezTo>
                    <a:pt x="107" y="584"/>
                    <a:pt x="131" y="489"/>
                    <a:pt x="167" y="406"/>
                  </a:cubicBezTo>
                  <a:cubicBezTo>
                    <a:pt x="214" y="322"/>
                    <a:pt x="274" y="263"/>
                    <a:pt x="357" y="203"/>
                  </a:cubicBezTo>
                  <a:cubicBezTo>
                    <a:pt x="405" y="179"/>
                    <a:pt x="452" y="156"/>
                    <a:pt x="512" y="132"/>
                  </a:cubicBezTo>
                  <a:cubicBezTo>
                    <a:pt x="572" y="120"/>
                    <a:pt x="631" y="108"/>
                    <a:pt x="691" y="108"/>
                  </a:cubicBezTo>
                  <a:cubicBezTo>
                    <a:pt x="786" y="108"/>
                    <a:pt x="869" y="132"/>
                    <a:pt x="941" y="167"/>
                  </a:cubicBezTo>
                  <a:cubicBezTo>
                    <a:pt x="1012" y="203"/>
                    <a:pt x="1083" y="251"/>
                    <a:pt x="1131" y="310"/>
                  </a:cubicBezTo>
                  <a:cubicBezTo>
                    <a:pt x="1167" y="358"/>
                    <a:pt x="1191" y="394"/>
                    <a:pt x="1203" y="441"/>
                  </a:cubicBezTo>
                  <a:cubicBezTo>
                    <a:pt x="1214" y="489"/>
                    <a:pt x="1226" y="548"/>
                    <a:pt x="1226" y="596"/>
                  </a:cubicBezTo>
                  <a:cubicBezTo>
                    <a:pt x="1226" y="691"/>
                    <a:pt x="1203" y="763"/>
                    <a:pt x="1167" y="810"/>
                  </a:cubicBezTo>
                  <a:cubicBezTo>
                    <a:pt x="1119" y="870"/>
                    <a:pt x="1060" y="906"/>
                    <a:pt x="988" y="918"/>
                  </a:cubicBezTo>
                  <a:lnTo>
                    <a:pt x="988" y="358"/>
                  </a:lnTo>
                  <a:lnTo>
                    <a:pt x="881" y="358"/>
                  </a:lnTo>
                  <a:lnTo>
                    <a:pt x="881" y="465"/>
                  </a:lnTo>
                  <a:cubicBezTo>
                    <a:pt x="857" y="417"/>
                    <a:pt x="822" y="394"/>
                    <a:pt x="786" y="370"/>
                  </a:cubicBezTo>
                  <a:cubicBezTo>
                    <a:pt x="738" y="358"/>
                    <a:pt x="691" y="346"/>
                    <a:pt x="643" y="346"/>
                  </a:cubicBezTo>
                  <a:cubicBezTo>
                    <a:pt x="560" y="346"/>
                    <a:pt x="488" y="382"/>
                    <a:pt x="429" y="441"/>
                  </a:cubicBezTo>
                  <a:cubicBezTo>
                    <a:pt x="381" y="501"/>
                    <a:pt x="357" y="584"/>
                    <a:pt x="357" y="679"/>
                  </a:cubicBezTo>
                  <a:cubicBezTo>
                    <a:pt x="357" y="787"/>
                    <a:pt x="381" y="870"/>
                    <a:pt x="429" y="929"/>
                  </a:cubicBezTo>
                  <a:cubicBezTo>
                    <a:pt x="488" y="989"/>
                    <a:pt x="560" y="1025"/>
                    <a:pt x="643" y="1025"/>
                  </a:cubicBezTo>
                  <a:cubicBezTo>
                    <a:pt x="691" y="1025"/>
                    <a:pt x="738" y="1013"/>
                    <a:pt x="774" y="1001"/>
                  </a:cubicBezTo>
                  <a:cubicBezTo>
                    <a:pt x="822" y="977"/>
                    <a:pt x="857" y="953"/>
                    <a:pt x="881" y="906"/>
                  </a:cubicBezTo>
                  <a:lnTo>
                    <a:pt x="881" y="1025"/>
                  </a:lnTo>
                  <a:cubicBezTo>
                    <a:pt x="1024" y="1025"/>
                    <a:pt x="1131" y="989"/>
                    <a:pt x="1214" y="906"/>
                  </a:cubicBezTo>
                  <a:cubicBezTo>
                    <a:pt x="1298" y="834"/>
                    <a:pt x="1334" y="727"/>
                    <a:pt x="1334" y="596"/>
                  </a:cubicBezTo>
                  <a:cubicBezTo>
                    <a:pt x="1334" y="537"/>
                    <a:pt x="1322" y="477"/>
                    <a:pt x="1310" y="417"/>
                  </a:cubicBezTo>
                  <a:cubicBezTo>
                    <a:pt x="1286" y="358"/>
                    <a:pt x="1250" y="298"/>
                    <a:pt x="1214" y="251"/>
                  </a:cubicBezTo>
                  <a:cubicBezTo>
                    <a:pt x="1155" y="179"/>
                    <a:pt x="1083" y="108"/>
                    <a:pt x="988" y="72"/>
                  </a:cubicBezTo>
                  <a:cubicBezTo>
                    <a:pt x="893" y="25"/>
                    <a:pt x="798" y="1"/>
                    <a:pt x="6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9">
              <a:extLst>
                <a:ext uri="{FF2B5EF4-FFF2-40B4-BE49-F238E27FC236}">
                  <a16:creationId xmlns:a16="http://schemas.microsoft.com/office/drawing/2014/main" id="{D96FF377-706F-5C18-1216-C15965D3DE18}"/>
                </a:ext>
              </a:extLst>
            </p:cNvPr>
            <p:cNvSpPr/>
            <p:nvPr/>
          </p:nvSpPr>
          <p:spPr>
            <a:xfrm>
              <a:off x="2033065" y="5030857"/>
              <a:ext cx="16361" cy="35461"/>
            </a:xfrm>
            <a:custGeom>
              <a:avLst/>
              <a:gdLst/>
              <a:ahLst/>
              <a:cxnLst/>
              <a:rect l="l" t="t" r="r" b="b"/>
              <a:pathLst>
                <a:path w="418" h="906" extrusionOk="0">
                  <a:moveTo>
                    <a:pt x="322" y="0"/>
                  </a:moveTo>
                  <a:cubicBezTo>
                    <a:pt x="239" y="0"/>
                    <a:pt x="191" y="12"/>
                    <a:pt x="155" y="48"/>
                  </a:cubicBezTo>
                  <a:cubicBezTo>
                    <a:pt x="120" y="84"/>
                    <a:pt x="108" y="131"/>
                    <a:pt x="108" y="203"/>
                  </a:cubicBezTo>
                  <a:lnTo>
                    <a:pt x="108" y="250"/>
                  </a:lnTo>
                  <a:lnTo>
                    <a:pt x="0" y="250"/>
                  </a:lnTo>
                  <a:lnTo>
                    <a:pt x="0" y="334"/>
                  </a:lnTo>
                  <a:lnTo>
                    <a:pt x="108" y="334"/>
                  </a:lnTo>
                  <a:lnTo>
                    <a:pt x="108" y="905"/>
                  </a:lnTo>
                  <a:lnTo>
                    <a:pt x="215" y="905"/>
                  </a:lnTo>
                  <a:lnTo>
                    <a:pt x="215" y="334"/>
                  </a:lnTo>
                  <a:lnTo>
                    <a:pt x="393" y="334"/>
                  </a:lnTo>
                  <a:lnTo>
                    <a:pt x="393" y="250"/>
                  </a:lnTo>
                  <a:lnTo>
                    <a:pt x="215" y="250"/>
                  </a:lnTo>
                  <a:lnTo>
                    <a:pt x="215" y="191"/>
                  </a:lnTo>
                  <a:cubicBezTo>
                    <a:pt x="215" y="155"/>
                    <a:pt x="227" y="119"/>
                    <a:pt x="239" y="108"/>
                  </a:cubicBezTo>
                  <a:cubicBezTo>
                    <a:pt x="251" y="96"/>
                    <a:pt x="274" y="84"/>
                    <a:pt x="322" y="84"/>
                  </a:cubicBezTo>
                  <a:lnTo>
                    <a:pt x="417" y="84"/>
                  </a:lnTo>
                  <a:lnTo>
                    <a:pt x="4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9">
              <a:extLst>
                <a:ext uri="{FF2B5EF4-FFF2-40B4-BE49-F238E27FC236}">
                  <a16:creationId xmlns:a16="http://schemas.microsoft.com/office/drawing/2014/main" id="{9381084F-1B88-9805-E057-2D9910A6E62A}"/>
                </a:ext>
              </a:extLst>
            </p:cNvPr>
            <p:cNvSpPr/>
            <p:nvPr/>
          </p:nvSpPr>
          <p:spPr>
            <a:xfrm>
              <a:off x="2052635" y="5040173"/>
              <a:ext cx="21488" cy="26146"/>
            </a:xfrm>
            <a:custGeom>
              <a:avLst/>
              <a:gdLst/>
              <a:ahLst/>
              <a:cxnLst/>
              <a:rect l="l" t="t" r="r" b="b"/>
              <a:pathLst>
                <a:path w="549" h="668" extrusionOk="0">
                  <a:moveTo>
                    <a:pt x="322" y="1"/>
                  </a:moveTo>
                  <a:cubicBezTo>
                    <a:pt x="274" y="1"/>
                    <a:pt x="239" y="1"/>
                    <a:pt x="203" y="24"/>
                  </a:cubicBezTo>
                  <a:cubicBezTo>
                    <a:pt x="167" y="48"/>
                    <a:pt x="143" y="72"/>
                    <a:pt x="108" y="120"/>
                  </a:cubicBezTo>
                  <a:lnTo>
                    <a:pt x="108" y="12"/>
                  </a:lnTo>
                  <a:lnTo>
                    <a:pt x="1" y="12"/>
                  </a:lnTo>
                  <a:lnTo>
                    <a:pt x="1" y="667"/>
                  </a:lnTo>
                  <a:lnTo>
                    <a:pt x="108" y="667"/>
                  </a:lnTo>
                  <a:lnTo>
                    <a:pt x="108" y="298"/>
                  </a:lnTo>
                  <a:cubicBezTo>
                    <a:pt x="108" y="227"/>
                    <a:pt x="132" y="179"/>
                    <a:pt x="167" y="143"/>
                  </a:cubicBezTo>
                  <a:cubicBezTo>
                    <a:pt x="191" y="108"/>
                    <a:pt x="239" y="96"/>
                    <a:pt x="298" y="96"/>
                  </a:cubicBezTo>
                  <a:cubicBezTo>
                    <a:pt x="346" y="96"/>
                    <a:pt x="382" y="108"/>
                    <a:pt x="405" y="131"/>
                  </a:cubicBezTo>
                  <a:cubicBezTo>
                    <a:pt x="429" y="167"/>
                    <a:pt x="441" y="215"/>
                    <a:pt x="441" y="274"/>
                  </a:cubicBezTo>
                  <a:lnTo>
                    <a:pt x="441" y="667"/>
                  </a:lnTo>
                  <a:lnTo>
                    <a:pt x="548" y="667"/>
                  </a:lnTo>
                  <a:lnTo>
                    <a:pt x="548" y="274"/>
                  </a:lnTo>
                  <a:cubicBezTo>
                    <a:pt x="548" y="179"/>
                    <a:pt x="536" y="108"/>
                    <a:pt x="489" y="72"/>
                  </a:cubicBezTo>
                  <a:cubicBezTo>
                    <a:pt x="453" y="24"/>
                    <a:pt x="393"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9">
              <a:extLst>
                <a:ext uri="{FF2B5EF4-FFF2-40B4-BE49-F238E27FC236}">
                  <a16:creationId xmlns:a16="http://schemas.microsoft.com/office/drawing/2014/main" id="{344D7CB2-A98E-11A1-CB34-A091F17AA300}"/>
                </a:ext>
              </a:extLst>
            </p:cNvPr>
            <p:cNvSpPr/>
            <p:nvPr/>
          </p:nvSpPr>
          <p:spPr>
            <a:xfrm>
              <a:off x="2361606" y="5040173"/>
              <a:ext cx="20549" cy="26615"/>
            </a:xfrm>
            <a:custGeom>
              <a:avLst/>
              <a:gdLst/>
              <a:ahLst/>
              <a:cxnLst/>
              <a:rect l="l" t="t" r="r" b="b"/>
              <a:pathLst>
                <a:path w="525" h="680" extrusionOk="0">
                  <a:moveTo>
                    <a:pt x="334" y="1"/>
                  </a:moveTo>
                  <a:cubicBezTo>
                    <a:pt x="227" y="1"/>
                    <a:pt x="143" y="24"/>
                    <a:pt x="96" y="84"/>
                  </a:cubicBezTo>
                  <a:cubicBezTo>
                    <a:pt x="36" y="143"/>
                    <a:pt x="0" y="239"/>
                    <a:pt x="0" y="334"/>
                  </a:cubicBezTo>
                  <a:cubicBezTo>
                    <a:pt x="0" y="441"/>
                    <a:pt x="36" y="524"/>
                    <a:pt x="96" y="584"/>
                  </a:cubicBezTo>
                  <a:cubicBezTo>
                    <a:pt x="143" y="655"/>
                    <a:pt x="227" y="679"/>
                    <a:pt x="322" y="679"/>
                  </a:cubicBezTo>
                  <a:cubicBezTo>
                    <a:pt x="358" y="679"/>
                    <a:pt x="393" y="679"/>
                    <a:pt x="429" y="667"/>
                  </a:cubicBezTo>
                  <a:cubicBezTo>
                    <a:pt x="453" y="667"/>
                    <a:pt x="489" y="655"/>
                    <a:pt x="524" y="643"/>
                  </a:cubicBezTo>
                  <a:lnTo>
                    <a:pt x="524" y="536"/>
                  </a:lnTo>
                  <a:cubicBezTo>
                    <a:pt x="489" y="560"/>
                    <a:pt x="453" y="572"/>
                    <a:pt x="429" y="584"/>
                  </a:cubicBezTo>
                  <a:cubicBezTo>
                    <a:pt x="393" y="584"/>
                    <a:pt x="369" y="596"/>
                    <a:pt x="334" y="596"/>
                  </a:cubicBezTo>
                  <a:cubicBezTo>
                    <a:pt x="262" y="596"/>
                    <a:pt x="215" y="572"/>
                    <a:pt x="179" y="524"/>
                  </a:cubicBezTo>
                  <a:cubicBezTo>
                    <a:pt x="131" y="477"/>
                    <a:pt x="119" y="417"/>
                    <a:pt x="119" y="334"/>
                  </a:cubicBezTo>
                  <a:cubicBezTo>
                    <a:pt x="119" y="262"/>
                    <a:pt x="131" y="203"/>
                    <a:pt x="179" y="155"/>
                  </a:cubicBezTo>
                  <a:cubicBezTo>
                    <a:pt x="215" y="108"/>
                    <a:pt x="262" y="84"/>
                    <a:pt x="334" y="84"/>
                  </a:cubicBezTo>
                  <a:cubicBezTo>
                    <a:pt x="369" y="84"/>
                    <a:pt x="393" y="96"/>
                    <a:pt x="429" y="96"/>
                  </a:cubicBezTo>
                  <a:cubicBezTo>
                    <a:pt x="453" y="108"/>
                    <a:pt x="489" y="120"/>
                    <a:pt x="524" y="143"/>
                  </a:cubicBezTo>
                  <a:lnTo>
                    <a:pt x="524" y="36"/>
                  </a:lnTo>
                  <a:cubicBezTo>
                    <a:pt x="489" y="24"/>
                    <a:pt x="465" y="12"/>
                    <a:pt x="429" y="12"/>
                  </a:cubicBezTo>
                  <a:cubicBezTo>
                    <a:pt x="393" y="1"/>
                    <a:pt x="369" y="1"/>
                    <a:pt x="3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9">
              <a:extLst>
                <a:ext uri="{FF2B5EF4-FFF2-40B4-BE49-F238E27FC236}">
                  <a16:creationId xmlns:a16="http://schemas.microsoft.com/office/drawing/2014/main" id="{49039571-F733-5BA1-9ECE-C4D4660A690C}"/>
                </a:ext>
              </a:extLst>
            </p:cNvPr>
            <p:cNvSpPr/>
            <p:nvPr/>
          </p:nvSpPr>
          <p:spPr>
            <a:xfrm>
              <a:off x="2387243" y="5040173"/>
              <a:ext cx="23797" cy="26615"/>
            </a:xfrm>
            <a:custGeom>
              <a:avLst/>
              <a:gdLst/>
              <a:ahLst/>
              <a:cxnLst/>
              <a:rect l="l" t="t" r="r" b="b"/>
              <a:pathLst>
                <a:path w="608" h="680" extrusionOk="0">
                  <a:moveTo>
                    <a:pt x="310" y="84"/>
                  </a:moveTo>
                  <a:cubicBezTo>
                    <a:pt x="357" y="84"/>
                    <a:pt x="405" y="108"/>
                    <a:pt x="441" y="155"/>
                  </a:cubicBezTo>
                  <a:cubicBezTo>
                    <a:pt x="476" y="203"/>
                    <a:pt x="488" y="262"/>
                    <a:pt x="488" y="334"/>
                  </a:cubicBezTo>
                  <a:cubicBezTo>
                    <a:pt x="488" y="417"/>
                    <a:pt x="476" y="477"/>
                    <a:pt x="441" y="524"/>
                  </a:cubicBezTo>
                  <a:cubicBezTo>
                    <a:pt x="405" y="572"/>
                    <a:pt x="357" y="596"/>
                    <a:pt x="310" y="596"/>
                  </a:cubicBezTo>
                  <a:cubicBezTo>
                    <a:pt x="250" y="596"/>
                    <a:pt x="203" y="572"/>
                    <a:pt x="167" y="524"/>
                  </a:cubicBezTo>
                  <a:cubicBezTo>
                    <a:pt x="131" y="477"/>
                    <a:pt x="119" y="417"/>
                    <a:pt x="119" y="334"/>
                  </a:cubicBezTo>
                  <a:cubicBezTo>
                    <a:pt x="119" y="262"/>
                    <a:pt x="131" y="203"/>
                    <a:pt x="167" y="155"/>
                  </a:cubicBezTo>
                  <a:cubicBezTo>
                    <a:pt x="203" y="108"/>
                    <a:pt x="250" y="84"/>
                    <a:pt x="310" y="84"/>
                  </a:cubicBezTo>
                  <a:close/>
                  <a:moveTo>
                    <a:pt x="310" y="1"/>
                  </a:moveTo>
                  <a:cubicBezTo>
                    <a:pt x="215" y="1"/>
                    <a:pt x="131" y="24"/>
                    <a:pt x="84" y="84"/>
                  </a:cubicBezTo>
                  <a:cubicBezTo>
                    <a:pt x="36" y="143"/>
                    <a:pt x="0" y="227"/>
                    <a:pt x="0" y="334"/>
                  </a:cubicBezTo>
                  <a:cubicBezTo>
                    <a:pt x="0" y="441"/>
                    <a:pt x="36" y="524"/>
                    <a:pt x="84" y="596"/>
                  </a:cubicBezTo>
                  <a:cubicBezTo>
                    <a:pt x="131" y="655"/>
                    <a:pt x="215" y="679"/>
                    <a:pt x="310" y="679"/>
                  </a:cubicBezTo>
                  <a:cubicBezTo>
                    <a:pt x="393" y="679"/>
                    <a:pt x="465" y="655"/>
                    <a:pt x="524" y="596"/>
                  </a:cubicBezTo>
                  <a:cubicBezTo>
                    <a:pt x="572" y="524"/>
                    <a:pt x="607" y="441"/>
                    <a:pt x="607" y="334"/>
                  </a:cubicBezTo>
                  <a:cubicBezTo>
                    <a:pt x="607" y="227"/>
                    <a:pt x="572" y="143"/>
                    <a:pt x="524" y="84"/>
                  </a:cubicBezTo>
                  <a:cubicBezTo>
                    <a:pt x="465" y="24"/>
                    <a:pt x="393" y="1"/>
                    <a:pt x="3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9">
              <a:extLst>
                <a:ext uri="{FF2B5EF4-FFF2-40B4-BE49-F238E27FC236}">
                  <a16:creationId xmlns:a16="http://schemas.microsoft.com/office/drawing/2014/main" id="{BCB8167A-55D3-FB69-65AF-0994ACF7D9EF}"/>
                </a:ext>
              </a:extLst>
            </p:cNvPr>
            <p:cNvSpPr/>
            <p:nvPr/>
          </p:nvSpPr>
          <p:spPr>
            <a:xfrm>
              <a:off x="2417537" y="5040173"/>
              <a:ext cx="21449" cy="26146"/>
            </a:xfrm>
            <a:custGeom>
              <a:avLst/>
              <a:gdLst/>
              <a:ahLst/>
              <a:cxnLst/>
              <a:rect l="l" t="t" r="r" b="b"/>
              <a:pathLst>
                <a:path w="548" h="668" extrusionOk="0">
                  <a:moveTo>
                    <a:pt x="322" y="1"/>
                  </a:moveTo>
                  <a:cubicBezTo>
                    <a:pt x="274" y="1"/>
                    <a:pt x="238" y="1"/>
                    <a:pt x="203" y="24"/>
                  </a:cubicBezTo>
                  <a:cubicBezTo>
                    <a:pt x="167" y="48"/>
                    <a:pt x="131" y="72"/>
                    <a:pt x="107" y="120"/>
                  </a:cubicBezTo>
                  <a:lnTo>
                    <a:pt x="107" y="12"/>
                  </a:lnTo>
                  <a:lnTo>
                    <a:pt x="0" y="12"/>
                  </a:lnTo>
                  <a:lnTo>
                    <a:pt x="0" y="667"/>
                  </a:lnTo>
                  <a:lnTo>
                    <a:pt x="107" y="667"/>
                  </a:lnTo>
                  <a:lnTo>
                    <a:pt x="107" y="298"/>
                  </a:lnTo>
                  <a:cubicBezTo>
                    <a:pt x="107" y="227"/>
                    <a:pt x="131" y="179"/>
                    <a:pt x="167" y="143"/>
                  </a:cubicBezTo>
                  <a:cubicBezTo>
                    <a:pt x="191" y="108"/>
                    <a:pt x="238" y="96"/>
                    <a:pt x="298" y="96"/>
                  </a:cubicBezTo>
                  <a:cubicBezTo>
                    <a:pt x="345" y="96"/>
                    <a:pt x="381" y="108"/>
                    <a:pt x="405" y="131"/>
                  </a:cubicBezTo>
                  <a:cubicBezTo>
                    <a:pt x="429" y="167"/>
                    <a:pt x="441" y="215"/>
                    <a:pt x="441" y="274"/>
                  </a:cubicBezTo>
                  <a:lnTo>
                    <a:pt x="441" y="667"/>
                  </a:lnTo>
                  <a:lnTo>
                    <a:pt x="548" y="667"/>
                  </a:lnTo>
                  <a:lnTo>
                    <a:pt x="548" y="274"/>
                  </a:lnTo>
                  <a:cubicBezTo>
                    <a:pt x="548" y="179"/>
                    <a:pt x="536" y="108"/>
                    <a:pt x="488" y="72"/>
                  </a:cubicBezTo>
                  <a:cubicBezTo>
                    <a:pt x="453" y="24"/>
                    <a:pt x="393"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9">
              <a:extLst>
                <a:ext uri="{FF2B5EF4-FFF2-40B4-BE49-F238E27FC236}">
                  <a16:creationId xmlns:a16="http://schemas.microsoft.com/office/drawing/2014/main" id="{A8892B21-72A0-53F6-9DAC-138AAB57D0A6}"/>
                </a:ext>
              </a:extLst>
            </p:cNvPr>
            <p:cNvSpPr/>
            <p:nvPr/>
          </p:nvSpPr>
          <p:spPr>
            <a:xfrm>
              <a:off x="2444074" y="5033167"/>
              <a:ext cx="16361" cy="33152"/>
            </a:xfrm>
            <a:custGeom>
              <a:avLst/>
              <a:gdLst/>
              <a:ahLst/>
              <a:cxnLst/>
              <a:rect l="l" t="t" r="r" b="b"/>
              <a:pathLst>
                <a:path w="418" h="847" extrusionOk="0">
                  <a:moveTo>
                    <a:pt x="84" y="1"/>
                  </a:moveTo>
                  <a:lnTo>
                    <a:pt x="84" y="191"/>
                  </a:lnTo>
                  <a:lnTo>
                    <a:pt x="1" y="191"/>
                  </a:lnTo>
                  <a:lnTo>
                    <a:pt x="1" y="275"/>
                  </a:lnTo>
                  <a:lnTo>
                    <a:pt x="84" y="275"/>
                  </a:lnTo>
                  <a:lnTo>
                    <a:pt x="84" y="632"/>
                  </a:lnTo>
                  <a:cubicBezTo>
                    <a:pt x="84" y="715"/>
                    <a:pt x="96" y="763"/>
                    <a:pt x="132" y="799"/>
                  </a:cubicBezTo>
                  <a:cubicBezTo>
                    <a:pt x="167" y="834"/>
                    <a:pt x="215" y="846"/>
                    <a:pt x="298" y="846"/>
                  </a:cubicBezTo>
                  <a:lnTo>
                    <a:pt x="418" y="846"/>
                  </a:lnTo>
                  <a:lnTo>
                    <a:pt x="418" y="751"/>
                  </a:lnTo>
                  <a:lnTo>
                    <a:pt x="298" y="751"/>
                  </a:lnTo>
                  <a:cubicBezTo>
                    <a:pt x="263" y="751"/>
                    <a:pt x="227" y="751"/>
                    <a:pt x="215" y="727"/>
                  </a:cubicBezTo>
                  <a:cubicBezTo>
                    <a:pt x="203" y="715"/>
                    <a:pt x="191" y="680"/>
                    <a:pt x="191" y="632"/>
                  </a:cubicBezTo>
                  <a:lnTo>
                    <a:pt x="191" y="275"/>
                  </a:lnTo>
                  <a:lnTo>
                    <a:pt x="418" y="275"/>
                  </a:lnTo>
                  <a:lnTo>
                    <a:pt x="418" y="191"/>
                  </a:lnTo>
                  <a:lnTo>
                    <a:pt x="191" y="191"/>
                  </a:lnTo>
                  <a:lnTo>
                    <a:pt x="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9">
              <a:extLst>
                <a:ext uri="{FF2B5EF4-FFF2-40B4-BE49-F238E27FC236}">
                  <a16:creationId xmlns:a16="http://schemas.microsoft.com/office/drawing/2014/main" id="{22F717E0-F78C-81B9-8172-8C09D92F338C}"/>
                </a:ext>
              </a:extLst>
            </p:cNvPr>
            <p:cNvSpPr/>
            <p:nvPr/>
          </p:nvSpPr>
          <p:spPr>
            <a:xfrm>
              <a:off x="2465523" y="5040173"/>
              <a:ext cx="14951" cy="26146"/>
            </a:xfrm>
            <a:custGeom>
              <a:avLst/>
              <a:gdLst/>
              <a:ahLst/>
              <a:cxnLst/>
              <a:rect l="l" t="t" r="r" b="b"/>
              <a:pathLst>
                <a:path w="382" h="668" extrusionOk="0">
                  <a:moveTo>
                    <a:pt x="334" y="1"/>
                  </a:moveTo>
                  <a:cubicBezTo>
                    <a:pt x="274" y="1"/>
                    <a:pt x="239" y="1"/>
                    <a:pt x="203" y="24"/>
                  </a:cubicBezTo>
                  <a:cubicBezTo>
                    <a:pt x="167" y="48"/>
                    <a:pt x="131" y="72"/>
                    <a:pt x="108" y="120"/>
                  </a:cubicBezTo>
                  <a:lnTo>
                    <a:pt x="108" y="12"/>
                  </a:lnTo>
                  <a:lnTo>
                    <a:pt x="0" y="12"/>
                  </a:lnTo>
                  <a:lnTo>
                    <a:pt x="0" y="667"/>
                  </a:lnTo>
                  <a:lnTo>
                    <a:pt x="108" y="667"/>
                  </a:lnTo>
                  <a:lnTo>
                    <a:pt x="108" y="322"/>
                  </a:lnTo>
                  <a:cubicBezTo>
                    <a:pt x="108" y="251"/>
                    <a:pt x="131" y="191"/>
                    <a:pt x="155" y="155"/>
                  </a:cubicBezTo>
                  <a:cubicBezTo>
                    <a:pt x="191" y="108"/>
                    <a:pt x="239" y="96"/>
                    <a:pt x="298" y="96"/>
                  </a:cubicBezTo>
                  <a:lnTo>
                    <a:pt x="346" y="96"/>
                  </a:lnTo>
                  <a:cubicBezTo>
                    <a:pt x="358" y="96"/>
                    <a:pt x="370" y="108"/>
                    <a:pt x="381" y="108"/>
                  </a:cubicBezTo>
                  <a:lnTo>
                    <a:pt x="3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9">
              <a:extLst>
                <a:ext uri="{FF2B5EF4-FFF2-40B4-BE49-F238E27FC236}">
                  <a16:creationId xmlns:a16="http://schemas.microsoft.com/office/drawing/2014/main" id="{D213CD20-3983-0321-5BEF-E9FEA0D8ABB0}"/>
                </a:ext>
              </a:extLst>
            </p:cNvPr>
            <p:cNvSpPr/>
            <p:nvPr/>
          </p:nvSpPr>
          <p:spPr>
            <a:xfrm>
              <a:off x="2482314" y="5040173"/>
              <a:ext cx="23327" cy="26615"/>
            </a:xfrm>
            <a:custGeom>
              <a:avLst/>
              <a:gdLst/>
              <a:ahLst/>
              <a:cxnLst/>
              <a:rect l="l" t="t" r="r" b="b"/>
              <a:pathLst>
                <a:path w="596" h="680" extrusionOk="0">
                  <a:moveTo>
                    <a:pt x="298" y="84"/>
                  </a:moveTo>
                  <a:cubicBezTo>
                    <a:pt x="357" y="84"/>
                    <a:pt x="393" y="108"/>
                    <a:pt x="429" y="155"/>
                  </a:cubicBezTo>
                  <a:cubicBezTo>
                    <a:pt x="464" y="203"/>
                    <a:pt x="476" y="262"/>
                    <a:pt x="476" y="334"/>
                  </a:cubicBezTo>
                  <a:cubicBezTo>
                    <a:pt x="476" y="417"/>
                    <a:pt x="464" y="477"/>
                    <a:pt x="429" y="524"/>
                  </a:cubicBezTo>
                  <a:cubicBezTo>
                    <a:pt x="393" y="572"/>
                    <a:pt x="357" y="596"/>
                    <a:pt x="298" y="596"/>
                  </a:cubicBezTo>
                  <a:cubicBezTo>
                    <a:pt x="238" y="596"/>
                    <a:pt x="191" y="572"/>
                    <a:pt x="155" y="524"/>
                  </a:cubicBezTo>
                  <a:cubicBezTo>
                    <a:pt x="119" y="477"/>
                    <a:pt x="107" y="417"/>
                    <a:pt x="107" y="334"/>
                  </a:cubicBezTo>
                  <a:cubicBezTo>
                    <a:pt x="107" y="262"/>
                    <a:pt x="119" y="203"/>
                    <a:pt x="155" y="155"/>
                  </a:cubicBezTo>
                  <a:cubicBezTo>
                    <a:pt x="191" y="108"/>
                    <a:pt x="238" y="84"/>
                    <a:pt x="298" y="84"/>
                  </a:cubicBezTo>
                  <a:close/>
                  <a:moveTo>
                    <a:pt x="298" y="1"/>
                  </a:moveTo>
                  <a:cubicBezTo>
                    <a:pt x="203" y="1"/>
                    <a:pt x="131" y="24"/>
                    <a:pt x="72" y="84"/>
                  </a:cubicBezTo>
                  <a:cubicBezTo>
                    <a:pt x="24" y="143"/>
                    <a:pt x="0" y="227"/>
                    <a:pt x="0" y="334"/>
                  </a:cubicBezTo>
                  <a:cubicBezTo>
                    <a:pt x="0" y="441"/>
                    <a:pt x="24" y="524"/>
                    <a:pt x="72" y="596"/>
                  </a:cubicBezTo>
                  <a:cubicBezTo>
                    <a:pt x="131" y="655"/>
                    <a:pt x="203" y="679"/>
                    <a:pt x="298" y="679"/>
                  </a:cubicBezTo>
                  <a:cubicBezTo>
                    <a:pt x="393" y="679"/>
                    <a:pt x="464" y="655"/>
                    <a:pt x="512" y="596"/>
                  </a:cubicBezTo>
                  <a:cubicBezTo>
                    <a:pt x="572" y="524"/>
                    <a:pt x="595" y="441"/>
                    <a:pt x="595" y="334"/>
                  </a:cubicBezTo>
                  <a:cubicBezTo>
                    <a:pt x="595" y="227"/>
                    <a:pt x="572" y="143"/>
                    <a:pt x="512" y="84"/>
                  </a:cubicBezTo>
                  <a:cubicBezTo>
                    <a:pt x="464" y="24"/>
                    <a:pt x="393" y="1"/>
                    <a:pt x="2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9">
              <a:extLst>
                <a:ext uri="{FF2B5EF4-FFF2-40B4-BE49-F238E27FC236}">
                  <a16:creationId xmlns:a16="http://schemas.microsoft.com/office/drawing/2014/main" id="{7B30342A-4CA7-4348-8F4B-D62BEDA56F42}"/>
                </a:ext>
              </a:extLst>
            </p:cNvPr>
            <p:cNvSpPr/>
            <p:nvPr/>
          </p:nvSpPr>
          <p:spPr>
            <a:xfrm>
              <a:off x="2512608" y="5030857"/>
              <a:ext cx="4227" cy="35461"/>
            </a:xfrm>
            <a:custGeom>
              <a:avLst/>
              <a:gdLst/>
              <a:ahLst/>
              <a:cxnLst/>
              <a:rect l="l" t="t" r="r" b="b"/>
              <a:pathLst>
                <a:path w="108" h="906" extrusionOk="0">
                  <a:moveTo>
                    <a:pt x="0" y="0"/>
                  </a:moveTo>
                  <a:lnTo>
                    <a:pt x="0" y="905"/>
                  </a:lnTo>
                  <a:lnTo>
                    <a:pt x="107" y="905"/>
                  </a:lnTo>
                  <a:lnTo>
                    <a:pt x="1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9">
              <a:extLst>
                <a:ext uri="{FF2B5EF4-FFF2-40B4-BE49-F238E27FC236}">
                  <a16:creationId xmlns:a16="http://schemas.microsoft.com/office/drawing/2014/main" id="{F41FEBE0-8D5F-BE5E-3B72-9C5A0DE854FA}"/>
                </a:ext>
              </a:extLst>
            </p:cNvPr>
            <p:cNvSpPr/>
            <p:nvPr/>
          </p:nvSpPr>
          <p:spPr>
            <a:xfrm>
              <a:off x="2454328" y="4893398"/>
              <a:ext cx="63876" cy="33582"/>
            </a:xfrm>
            <a:custGeom>
              <a:avLst/>
              <a:gdLst/>
              <a:ahLst/>
              <a:cxnLst/>
              <a:rect l="l" t="t" r="r" b="b"/>
              <a:pathLst>
                <a:path w="1632" h="858" fill="none" extrusionOk="0">
                  <a:moveTo>
                    <a:pt x="1632" y="857"/>
                  </a:moveTo>
                  <a:lnTo>
                    <a:pt x="822" y="0"/>
                  </a:lnTo>
                  <a:lnTo>
                    <a:pt x="1" y="857"/>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9">
              <a:extLst>
                <a:ext uri="{FF2B5EF4-FFF2-40B4-BE49-F238E27FC236}">
                  <a16:creationId xmlns:a16="http://schemas.microsoft.com/office/drawing/2014/main" id="{B66F7474-69E4-4142-333C-0A0070A605AE}"/>
                </a:ext>
              </a:extLst>
            </p:cNvPr>
            <p:cNvSpPr/>
            <p:nvPr/>
          </p:nvSpPr>
          <p:spPr>
            <a:xfrm>
              <a:off x="2480905" y="4614251"/>
              <a:ext cx="34052" cy="63407"/>
            </a:xfrm>
            <a:custGeom>
              <a:avLst/>
              <a:gdLst/>
              <a:ahLst/>
              <a:cxnLst/>
              <a:rect l="l" t="t" r="r" b="b"/>
              <a:pathLst>
                <a:path w="870" h="1620" fill="none" extrusionOk="0">
                  <a:moveTo>
                    <a:pt x="0" y="1619"/>
                  </a:moveTo>
                  <a:lnTo>
                    <a:pt x="870" y="822"/>
                  </a:ln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9">
              <a:extLst>
                <a:ext uri="{FF2B5EF4-FFF2-40B4-BE49-F238E27FC236}">
                  <a16:creationId xmlns:a16="http://schemas.microsoft.com/office/drawing/2014/main" id="{E91F651D-3A42-ED38-4DB8-A9EE71643A15}"/>
                </a:ext>
              </a:extLst>
            </p:cNvPr>
            <p:cNvSpPr/>
            <p:nvPr/>
          </p:nvSpPr>
          <p:spPr>
            <a:xfrm>
              <a:off x="2480905" y="4706974"/>
              <a:ext cx="34052" cy="63876"/>
            </a:xfrm>
            <a:custGeom>
              <a:avLst/>
              <a:gdLst/>
              <a:ahLst/>
              <a:cxnLst/>
              <a:rect l="l" t="t" r="r" b="b"/>
              <a:pathLst>
                <a:path w="870" h="1632" fill="none" extrusionOk="0">
                  <a:moveTo>
                    <a:pt x="870" y="1"/>
                  </a:moveTo>
                  <a:lnTo>
                    <a:pt x="0" y="822"/>
                  </a:lnTo>
                  <a:lnTo>
                    <a:pt x="870" y="1632"/>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9">
              <a:extLst>
                <a:ext uri="{FF2B5EF4-FFF2-40B4-BE49-F238E27FC236}">
                  <a16:creationId xmlns:a16="http://schemas.microsoft.com/office/drawing/2014/main" id="{363E7A64-A72E-ECBC-05E6-5399342489A6}"/>
                </a:ext>
              </a:extLst>
            </p:cNvPr>
            <p:cNvSpPr/>
            <p:nvPr/>
          </p:nvSpPr>
          <p:spPr>
            <a:xfrm>
              <a:off x="2032125" y="4397533"/>
              <a:ext cx="80668" cy="69943"/>
            </a:xfrm>
            <a:custGeom>
              <a:avLst/>
              <a:gdLst/>
              <a:ahLst/>
              <a:cxnLst/>
              <a:rect l="l" t="t" r="r" b="b"/>
              <a:pathLst>
                <a:path w="2061" h="1787" fill="none" extrusionOk="0">
                  <a:moveTo>
                    <a:pt x="2060" y="1108"/>
                  </a:moveTo>
                  <a:lnTo>
                    <a:pt x="1037" y="1"/>
                  </a:lnTo>
                  <a:lnTo>
                    <a:pt x="1" y="1108"/>
                  </a:lnTo>
                  <a:lnTo>
                    <a:pt x="477" y="1108"/>
                  </a:lnTo>
                  <a:lnTo>
                    <a:pt x="477" y="1787"/>
                  </a:lnTo>
                  <a:lnTo>
                    <a:pt x="1584" y="1787"/>
                  </a:lnTo>
                  <a:lnTo>
                    <a:pt x="1584" y="1108"/>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9">
              <a:extLst>
                <a:ext uri="{FF2B5EF4-FFF2-40B4-BE49-F238E27FC236}">
                  <a16:creationId xmlns:a16="http://schemas.microsoft.com/office/drawing/2014/main" id="{C5CF8AD5-9863-9390-5E11-66D4B7ED99B4}"/>
                </a:ext>
              </a:extLst>
            </p:cNvPr>
            <p:cNvSpPr/>
            <p:nvPr/>
          </p:nvSpPr>
          <p:spPr>
            <a:xfrm>
              <a:off x="2050756" y="4479570"/>
              <a:ext cx="43406" cy="14012"/>
            </a:xfrm>
            <a:custGeom>
              <a:avLst/>
              <a:gdLst/>
              <a:ahLst/>
              <a:cxnLst/>
              <a:rect l="l" t="t" r="r" b="b"/>
              <a:pathLst>
                <a:path w="1109" h="358" fill="none" extrusionOk="0">
                  <a:moveTo>
                    <a:pt x="1" y="0"/>
                  </a:moveTo>
                  <a:lnTo>
                    <a:pt x="1108" y="0"/>
                  </a:lnTo>
                  <a:lnTo>
                    <a:pt x="1108" y="358"/>
                  </a:lnTo>
                  <a:lnTo>
                    <a:pt x="1" y="358"/>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3" name="Google Shape;873;p39">
            <a:extLst>
              <a:ext uri="{FF2B5EF4-FFF2-40B4-BE49-F238E27FC236}">
                <a16:creationId xmlns:a16="http://schemas.microsoft.com/office/drawing/2014/main" id="{72A4008D-BB86-966C-BED0-796763BD2F75}"/>
              </a:ext>
            </a:extLst>
          </p:cNvPr>
          <p:cNvGrpSpPr/>
          <p:nvPr/>
        </p:nvGrpSpPr>
        <p:grpSpPr>
          <a:xfrm>
            <a:off x="7041509" y="962160"/>
            <a:ext cx="915918" cy="915918"/>
            <a:chOff x="6998874" y="164307"/>
            <a:chExt cx="409678" cy="409678"/>
          </a:xfrm>
        </p:grpSpPr>
        <p:sp>
          <p:nvSpPr>
            <p:cNvPr id="874" name="Google Shape;874;p39">
              <a:extLst>
                <a:ext uri="{FF2B5EF4-FFF2-40B4-BE49-F238E27FC236}">
                  <a16:creationId xmlns:a16="http://schemas.microsoft.com/office/drawing/2014/main" id="{3ECCEB76-947E-39F8-F4BC-FCAA764D364B}"/>
                </a:ext>
              </a:extLst>
            </p:cNvPr>
            <p:cNvSpPr/>
            <p:nvPr/>
          </p:nvSpPr>
          <p:spPr>
            <a:xfrm>
              <a:off x="7048269" y="214171"/>
              <a:ext cx="360284" cy="359814"/>
            </a:xfrm>
            <a:custGeom>
              <a:avLst/>
              <a:gdLst/>
              <a:ahLst/>
              <a:cxnLst/>
              <a:rect l="l" t="t" r="r" b="b"/>
              <a:pathLst>
                <a:path w="9205" h="9193" fill="none" extrusionOk="0">
                  <a:moveTo>
                    <a:pt x="9204" y="4596"/>
                  </a:moveTo>
                  <a:cubicBezTo>
                    <a:pt x="9204" y="2049"/>
                    <a:pt x="7156" y="1"/>
                    <a:pt x="4608" y="1"/>
                  </a:cubicBezTo>
                  <a:cubicBezTo>
                    <a:pt x="2060" y="1"/>
                    <a:pt x="1" y="2049"/>
                    <a:pt x="1" y="4596"/>
                  </a:cubicBezTo>
                  <a:cubicBezTo>
                    <a:pt x="1" y="7144"/>
                    <a:pt x="2060" y="9192"/>
                    <a:pt x="4608" y="9192"/>
                  </a:cubicBezTo>
                  <a:cubicBezTo>
                    <a:pt x="7156" y="9192"/>
                    <a:pt x="9204" y="7144"/>
                    <a:pt x="9204" y="4596"/>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9">
              <a:extLst>
                <a:ext uri="{FF2B5EF4-FFF2-40B4-BE49-F238E27FC236}">
                  <a16:creationId xmlns:a16="http://schemas.microsoft.com/office/drawing/2014/main" id="{19F92AC7-CD28-57B6-DBBD-837962A6BFB9}"/>
                </a:ext>
              </a:extLst>
            </p:cNvPr>
            <p:cNvSpPr/>
            <p:nvPr/>
          </p:nvSpPr>
          <p:spPr>
            <a:xfrm>
              <a:off x="6998874" y="164307"/>
              <a:ext cx="229791" cy="229791"/>
            </a:xfrm>
            <a:custGeom>
              <a:avLst/>
              <a:gdLst/>
              <a:ahLst/>
              <a:cxnLst/>
              <a:rect l="l" t="t" r="r" b="b"/>
              <a:pathLst>
                <a:path w="5871" h="5871" fill="none" extrusionOk="0">
                  <a:moveTo>
                    <a:pt x="5870" y="1"/>
                  </a:moveTo>
                  <a:cubicBezTo>
                    <a:pt x="2644" y="1"/>
                    <a:pt x="0" y="2620"/>
                    <a:pt x="0" y="5870"/>
                  </a:cubicBezTo>
                  <a:lnTo>
                    <a:pt x="5870" y="5870"/>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9">
              <a:extLst>
                <a:ext uri="{FF2B5EF4-FFF2-40B4-BE49-F238E27FC236}">
                  <a16:creationId xmlns:a16="http://schemas.microsoft.com/office/drawing/2014/main" id="{EF098E7E-908B-9A33-75C7-5088F7AAE6A8}"/>
                </a:ext>
              </a:extLst>
            </p:cNvPr>
            <p:cNvSpPr/>
            <p:nvPr/>
          </p:nvSpPr>
          <p:spPr>
            <a:xfrm>
              <a:off x="7124239" y="289672"/>
              <a:ext cx="208812" cy="208812"/>
            </a:xfrm>
            <a:custGeom>
              <a:avLst/>
              <a:gdLst/>
              <a:ahLst/>
              <a:cxnLst/>
              <a:rect l="l" t="t" r="r" b="b"/>
              <a:pathLst>
                <a:path w="5335" h="5335" fill="none" extrusionOk="0">
                  <a:moveTo>
                    <a:pt x="5334" y="2667"/>
                  </a:moveTo>
                  <a:cubicBezTo>
                    <a:pt x="5334" y="4144"/>
                    <a:pt x="4144" y="5334"/>
                    <a:pt x="2667" y="5334"/>
                  </a:cubicBezTo>
                  <a:cubicBezTo>
                    <a:pt x="1191" y="5334"/>
                    <a:pt x="0" y="4144"/>
                    <a:pt x="0" y="2667"/>
                  </a:cubicBezTo>
                  <a:cubicBezTo>
                    <a:pt x="0" y="1191"/>
                    <a:pt x="1191" y="0"/>
                    <a:pt x="2667" y="0"/>
                  </a:cubicBezTo>
                  <a:lnTo>
                    <a:pt x="2667" y="266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9">
              <a:extLst>
                <a:ext uri="{FF2B5EF4-FFF2-40B4-BE49-F238E27FC236}">
                  <a16:creationId xmlns:a16="http://schemas.microsoft.com/office/drawing/2014/main" id="{1B5F09A6-99A0-FEA3-3A7A-0B152BACC307}"/>
                </a:ext>
              </a:extLst>
            </p:cNvPr>
            <p:cNvSpPr/>
            <p:nvPr/>
          </p:nvSpPr>
          <p:spPr>
            <a:xfrm>
              <a:off x="7182010" y="347443"/>
              <a:ext cx="93231" cy="93271"/>
            </a:xfrm>
            <a:custGeom>
              <a:avLst/>
              <a:gdLst/>
              <a:ahLst/>
              <a:cxnLst/>
              <a:rect l="l" t="t" r="r" b="b"/>
              <a:pathLst>
                <a:path w="2382" h="2383" fill="none" extrusionOk="0">
                  <a:moveTo>
                    <a:pt x="2382" y="1191"/>
                  </a:moveTo>
                  <a:cubicBezTo>
                    <a:pt x="2382" y="537"/>
                    <a:pt x="1846" y="1"/>
                    <a:pt x="1191" y="1"/>
                  </a:cubicBezTo>
                  <a:cubicBezTo>
                    <a:pt x="536" y="1"/>
                    <a:pt x="1" y="537"/>
                    <a:pt x="1" y="1191"/>
                  </a:cubicBezTo>
                  <a:cubicBezTo>
                    <a:pt x="1" y="1846"/>
                    <a:pt x="536" y="2382"/>
                    <a:pt x="1191" y="2382"/>
                  </a:cubicBezTo>
                  <a:cubicBezTo>
                    <a:pt x="1846" y="2382"/>
                    <a:pt x="2382" y="1846"/>
                    <a:pt x="2382" y="1191"/>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8" name="Google Shape;878;p39">
            <a:extLst>
              <a:ext uri="{FF2B5EF4-FFF2-40B4-BE49-F238E27FC236}">
                <a16:creationId xmlns:a16="http://schemas.microsoft.com/office/drawing/2014/main" id="{F2BCD82A-E020-5F45-74F5-6B6BC2B8108A}"/>
              </a:ext>
            </a:extLst>
          </p:cNvPr>
          <p:cNvSpPr/>
          <p:nvPr/>
        </p:nvSpPr>
        <p:spPr>
          <a:xfrm>
            <a:off x="1267946" y="3310979"/>
            <a:ext cx="172921" cy="179457"/>
          </a:xfrm>
          <a:custGeom>
            <a:avLst/>
            <a:gdLst/>
            <a:ahLst/>
            <a:cxnLst/>
            <a:rect l="l" t="t" r="r" b="b"/>
            <a:pathLst>
              <a:path w="4418" h="4585" extrusionOk="0">
                <a:moveTo>
                  <a:pt x="1" y="0"/>
                </a:moveTo>
                <a:lnTo>
                  <a:pt x="1632" y="4584"/>
                </a:lnTo>
                <a:lnTo>
                  <a:pt x="2453" y="2727"/>
                </a:lnTo>
                <a:lnTo>
                  <a:pt x="4418" y="2167"/>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3145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16364B2F-ECF2-2A7E-412B-8AEAC15E7A6C}"/>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893A8CC5-766E-F60B-19D3-9B9D4FBEFAA8}"/>
              </a:ext>
            </a:extLst>
          </p:cNvPr>
          <p:cNvSpPr txBox="1">
            <a:spLocks noGrp="1"/>
          </p:cNvSpPr>
          <p:nvPr>
            <p:ph type="title"/>
          </p:nvPr>
        </p:nvSpPr>
        <p:spPr>
          <a:xfrm>
            <a:off x="720000" y="445025"/>
            <a:ext cx="6114638" cy="121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Kernfragen des Kapitels</a:t>
            </a:r>
            <a:endParaRPr sz="2400" b="0" dirty="0">
              <a:latin typeface="Lexend Deca Light"/>
              <a:ea typeface="Lexend Deca Light"/>
              <a:cs typeface="Lexend Deca Light"/>
              <a:sym typeface="Lexend Deca Light"/>
            </a:endParaRPr>
          </a:p>
        </p:txBody>
      </p:sp>
      <p:sp>
        <p:nvSpPr>
          <p:cNvPr id="891" name="Google Shape;891;p41">
            <a:extLst>
              <a:ext uri="{FF2B5EF4-FFF2-40B4-BE49-F238E27FC236}">
                <a16:creationId xmlns:a16="http://schemas.microsoft.com/office/drawing/2014/main" id="{1399E00C-5939-7FBA-B6B3-C00D8CBCAE96}"/>
              </a:ext>
            </a:extLst>
          </p:cNvPr>
          <p:cNvSpPr txBox="1">
            <a:spLocks noGrp="1"/>
          </p:cNvSpPr>
          <p:nvPr>
            <p:ph type="subTitle" idx="1"/>
          </p:nvPr>
        </p:nvSpPr>
        <p:spPr>
          <a:xfrm>
            <a:off x="720000" y="1700300"/>
            <a:ext cx="6724740" cy="2298300"/>
          </a:xfrm>
          <a:prstGeom prst="rect">
            <a:avLst/>
          </a:prstGeom>
        </p:spPr>
        <p:txBody>
          <a:bodyPr spcFirstLastPara="1" wrap="square" lIns="91425" tIns="91425" rIns="91425" bIns="91425" anchor="t" anchorCtr="0">
            <a:noAutofit/>
          </a:bodyPr>
          <a:lstStyle/>
          <a:p>
            <a:pPr marL="285750" indent="-285750">
              <a:buSzPts val="1100"/>
            </a:pPr>
            <a:r>
              <a:rPr lang="de-DE" dirty="0"/>
              <a:t>Aus welchen Grundbausteinen besteht ein Graph?</a:t>
            </a:r>
          </a:p>
          <a:p>
            <a:pPr marL="285750" indent="-285750">
              <a:buSzPts val="1100"/>
            </a:pPr>
            <a:r>
              <a:rPr lang="de-DE" dirty="0"/>
              <a:t>Wie ist ein Property-Graph aufgebaut?</a:t>
            </a:r>
          </a:p>
          <a:p>
            <a:pPr marL="285750" indent="-285750">
              <a:buSzPts val="1100"/>
            </a:pPr>
            <a:r>
              <a:rPr lang="de-DE" dirty="0"/>
              <a:t>Wie unterscheidet sich dieses Modell von RDF?</a:t>
            </a:r>
          </a:p>
        </p:txBody>
      </p:sp>
    </p:spTree>
    <p:extLst>
      <p:ext uri="{BB962C8B-B14F-4D97-AF65-F5344CB8AC3E}">
        <p14:creationId xmlns:p14="http://schemas.microsoft.com/office/powerpoint/2010/main" val="447036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3568-83D5-667D-CF75-E044966C8C6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76D8780-4A53-72DC-8C71-8FFF656EA092}"/>
              </a:ext>
            </a:extLst>
          </p:cNvPr>
          <p:cNvSpPr>
            <a:spLocks noGrp="1"/>
          </p:cNvSpPr>
          <p:nvPr>
            <p:ph type="title"/>
          </p:nvPr>
        </p:nvSpPr>
        <p:spPr>
          <a:xfrm>
            <a:off x="720000" y="445025"/>
            <a:ext cx="5251454" cy="1218300"/>
          </a:xfrm>
        </p:spPr>
        <p:txBody>
          <a:bodyPr/>
          <a:lstStyle/>
          <a:p>
            <a:pPr marL="0" lvl="0" indent="0"/>
            <a:r>
              <a:rPr lang="de-DE" sz="2400" dirty="0"/>
              <a:t>Die Grundidee</a:t>
            </a:r>
          </a:p>
        </p:txBody>
      </p:sp>
      <p:sp>
        <p:nvSpPr>
          <p:cNvPr id="3" name="Untertitel 2">
            <a:extLst>
              <a:ext uri="{FF2B5EF4-FFF2-40B4-BE49-F238E27FC236}">
                <a16:creationId xmlns:a16="http://schemas.microsoft.com/office/drawing/2014/main" id="{17BD0FD3-D244-9023-E861-C5127BF8723A}"/>
              </a:ext>
            </a:extLst>
          </p:cNvPr>
          <p:cNvSpPr>
            <a:spLocks noGrp="1"/>
          </p:cNvSpPr>
          <p:nvPr>
            <p:ph type="subTitle" idx="1"/>
          </p:nvPr>
        </p:nvSpPr>
        <p:spPr>
          <a:xfrm>
            <a:off x="720001" y="1700300"/>
            <a:ext cx="3852000" cy="2298300"/>
          </a:xfrm>
        </p:spPr>
        <p:txBody>
          <a:bodyPr/>
          <a:lstStyle/>
          <a:p>
            <a:r>
              <a:rPr lang="de-DE" dirty="0"/>
              <a:t>Ein Graph besteht aus Knoten und Kanten</a:t>
            </a:r>
          </a:p>
          <a:p>
            <a:r>
              <a:rPr lang="de-DE" dirty="0"/>
              <a:t>Ein Graph modelliert Daten als Objekte und Beziehungen zwischen Objekten.</a:t>
            </a:r>
          </a:p>
        </p:txBody>
      </p:sp>
      <p:sp>
        <p:nvSpPr>
          <p:cNvPr id="5" name="Ellipse 4">
            <a:extLst>
              <a:ext uri="{FF2B5EF4-FFF2-40B4-BE49-F238E27FC236}">
                <a16:creationId xmlns:a16="http://schemas.microsoft.com/office/drawing/2014/main" id="{6198B39F-9CDB-91E9-3F55-9CD8C8267318}"/>
              </a:ext>
            </a:extLst>
          </p:cNvPr>
          <p:cNvSpPr/>
          <p:nvPr/>
        </p:nvSpPr>
        <p:spPr>
          <a:xfrm>
            <a:off x="4939691" y="1248182"/>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A</a:t>
            </a:r>
          </a:p>
        </p:txBody>
      </p:sp>
      <p:sp>
        <p:nvSpPr>
          <p:cNvPr id="6" name="Ellipse 5">
            <a:extLst>
              <a:ext uri="{FF2B5EF4-FFF2-40B4-BE49-F238E27FC236}">
                <a16:creationId xmlns:a16="http://schemas.microsoft.com/office/drawing/2014/main" id="{35691226-5A0A-2050-59C0-B9912DEA4118}"/>
              </a:ext>
            </a:extLst>
          </p:cNvPr>
          <p:cNvSpPr/>
          <p:nvPr/>
        </p:nvSpPr>
        <p:spPr>
          <a:xfrm>
            <a:off x="6664157" y="2489781"/>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B</a:t>
            </a:r>
          </a:p>
        </p:txBody>
      </p:sp>
      <p:sp>
        <p:nvSpPr>
          <p:cNvPr id="7" name="Ellipse 6">
            <a:extLst>
              <a:ext uri="{FF2B5EF4-FFF2-40B4-BE49-F238E27FC236}">
                <a16:creationId xmlns:a16="http://schemas.microsoft.com/office/drawing/2014/main" id="{53577FB1-155D-2146-A20C-252A44A854FE}"/>
              </a:ext>
            </a:extLst>
          </p:cNvPr>
          <p:cNvSpPr/>
          <p:nvPr/>
        </p:nvSpPr>
        <p:spPr>
          <a:xfrm>
            <a:off x="6677104" y="3790819"/>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Firma X</a:t>
            </a:r>
          </a:p>
        </p:txBody>
      </p:sp>
      <p:cxnSp>
        <p:nvCxnSpPr>
          <p:cNvPr id="11" name="Gerade Verbindung mit Pfeil 10">
            <a:extLst>
              <a:ext uri="{FF2B5EF4-FFF2-40B4-BE49-F238E27FC236}">
                <a16:creationId xmlns:a16="http://schemas.microsoft.com/office/drawing/2014/main" id="{AC74C097-2DFC-599A-CEFE-5D361C2A5596}"/>
              </a:ext>
            </a:extLst>
          </p:cNvPr>
          <p:cNvCxnSpPr>
            <a:cxnSpLocks/>
            <a:stCxn id="6" idx="4"/>
            <a:endCxn id="7" idx="0"/>
          </p:cNvCxnSpPr>
          <p:nvPr/>
        </p:nvCxnSpPr>
        <p:spPr>
          <a:xfrm>
            <a:off x="7360590" y="3206808"/>
            <a:ext cx="12947" cy="5840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Ellipse 12">
            <a:extLst>
              <a:ext uri="{FF2B5EF4-FFF2-40B4-BE49-F238E27FC236}">
                <a16:creationId xmlns:a16="http://schemas.microsoft.com/office/drawing/2014/main" id="{AD31D765-0388-86FA-3A94-E66ADA708E5B}"/>
              </a:ext>
            </a:extLst>
          </p:cNvPr>
          <p:cNvSpPr/>
          <p:nvPr/>
        </p:nvSpPr>
        <p:spPr>
          <a:xfrm>
            <a:off x="4939692" y="3790819"/>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Produkt Y</a:t>
            </a:r>
          </a:p>
        </p:txBody>
      </p:sp>
      <p:cxnSp>
        <p:nvCxnSpPr>
          <p:cNvPr id="21" name="Gerade Verbindung mit Pfeil 20">
            <a:extLst>
              <a:ext uri="{FF2B5EF4-FFF2-40B4-BE49-F238E27FC236}">
                <a16:creationId xmlns:a16="http://schemas.microsoft.com/office/drawing/2014/main" id="{BC5E2FFA-38C8-6D99-1FB6-38D794759B85}"/>
              </a:ext>
            </a:extLst>
          </p:cNvPr>
          <p:cNvCxnSpPr>
            <a:cxnSpLocks/>
            <a:stCxn id="5" idx="4"/>
            <a:endCxn id="13" idx="0"/>
          </p:cNvCxnSpPr>
          <p:nvPr/>
        </p:nvCxnSpPr>
        <p:spPr>
          <a:xfrm>
            <a:off x="5636124" y="1965209"/>
            <a:ext cx="1" cy="18256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Verbinder: gewinkelt 36">
            <a:extLst>
              <a:ext uri="{FF2B5EF4-FFF2-40B4-BE49-F238E27FC236}">
                <a16:creationId xmlns:a16="http://schemas.microsoft.com/office/drawing/2014/main" id="{A1D0A5CD-0E8A-6570-7BE7-388EFEC51655}"/>
              </a:ext>
            </a:extLst>
          </p:cNvPr>
          <p:cNvCxnSpPr>
            <a:cxnSpLocks/>
            <a:stCxn id="5" idx="6"/>
            <a:endCxn id="6" idx="0"/>
          </p:cNvCxnSpPr>
          <p:nvPr/>
        </p:nvCxnSpPr>
        <p:spPr>
          <a:xfrm>
            <a:off x="6332556" y="1606696"/>
            <a:ext cx="1028034" cy="88308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41" name="Textfeld 40">
            <a:extLst>
              <a:ext uri="{FF2B5EF4-FFF2-40B4-BE49-F238E27FC236}">
                <a16:creationId xmlns:a16="http://schemas.microsoft.com/office/drawing/2014/main" id="{1AD90BDF-E50C-1EBE-22B0-1201A8B95379}"/>
              </a:ext>
            </a:extLst>
          </p:cNvPr>
          <p:cNvSpPr txBox="1"/>
          <p:nvPr/>
        </p:nvSpPr>
        <p:spPr>
          <a:xfrm>
            <a:off x="7028987" y="1823490"/>
            <a:ext cx="652743" cy="307777"/>
          </a:xfrm>
          <a:prstGeom prst="rect">
            <a:avLst/>
          </a:prstGeom>
          <a:noFill/>
        </p:spPr>
        <p:txBody>
          <a:bodyPr wrap="none" rtlCol="0">
            <a:spAutoFit/>
          </a:bodyPr>
          <a:lstStyle/>
          <a:p>
            <a:r>
              <a:rPr lang="de-DE" dirty="0"/>
              <a:t>Kennt</a:t>
            </a:r>
          </a:p>
        </p:txBody>
      </p:sp>
      <p:sp>
        <p:nvSpPr>
          <p:cNvPr id="42" name="Textfeld 41">
            <a:extLst>
              <a:ext uri="{FF2B5EF4-FFF2-40B4-BE49-F238E27FC236}">
                <a16:creationId xmlns:a16="http://schemas.microsoft.com/office/drawing/2014/main" id="{5B27E0F7-0F2E-F19F-A5FF-312BD2CA3EE1}"/>
              </a:ext>
            </a:extLst>
          </p:cNvPr>
          <p:cNvSpPr txBox="1"/>
          <p:nvPr/>
        </p:nvSpPr>
        <p:spPr>
          <a:xfrm>
            <a:off x="5291252" y="2724125"/>
            <a:ext cx="603050" cy="307777"/>
          </a:xfrm>
          <a:prstGeom prst="rect">
            <a:avLst/>
          </a:prstGeom>
          <a:noFill/>
        </p:spPr>
        <p:txBody>
          <a:bodyPr wrap="none" rtlCol="0">
            <a:spAutoFit/>
          </a:bodyPr>
          <a:lstStyle/>
          <a:p>
            <a:r>
              <a:rPr lang="de-DE" dirty="0"/>
              <a:t>Kauft</a:t>
            </a:r>
          </a:p>
        </p:txBody>
      </p:sp>
      <p:sp>
        <p:nvSpPr>
          <p:cNvPr id="43" name="Textfeld 42">
            <a:extLst>
              <a:ext uri="{FF2B5EF4-FFF2-40B4-BE49-F238E27FC236}">
                <a16:creationId xmlns:a16="http://schemas.microsoft.com/office/drawing/2014/main" id="{D9AEE88A-DAFD-BA9D-3A36-8D85E69E7CBC}"/>
              </a:ext>
            </a:extLst>
          </p:cNvPr>
          <p:cNvSpPr txBox="1"/>
          <p:nvPr/>
        </p:nvSpPr>
        <p:spPr>
          <a:xfrm>
            <a:off x="7030902" y="3278417"/>
            <a:ext cx="1059906" cy="307777"/>
          </a:xfrm>
          <a:prstGeom prst="rect">
            <a:avLst/>
          </a:prstGeom>
          <a:noFill/>
        </p:spPr>
        <p:txBody>
          <a:bodyPr wrap="none" rtlCol="0">
            <a:spAutoFit/>
          </a:bodyPr>
          <a:lstStyle/>
          <a:p>
            <a:r>
              <a:rPr lang="de-DE" dirty="0"/>
              <a:t>Arbeitet für</a:t>
            </a:r>
          </a:p>
        </p:txBody>
      </p:sp>
    </p:spTree>
    <p:extLst>
      <p:ext uri="{BB962C8B-B14F-4D97-AF65-F5344CB8AC3E}">
        <p14:creationId xmlns:p14="http://schemas.microsoft.com/office/powerpoint/2010/main" val="3555348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80970-5311-DE82-4911-15A77CFDDD5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3F3C951-4DAB-4451-897B-9C741E6B4584}"/>
              </a:ext>
            </a:extLst>
          </p:cNvPr>
          <p:cNvSpPr>
            <a:spLocks noGrp="1"/>
          </p:cNvSpPr>
          <p:nvPr>
            <p:ph type="title"/>
          </p:nvPr>
        </p:nvSpPr>
        <p:spPr>
          <a:xfrm>
            <a:off x="720000" y="445025"/>
            <a:ext cx="6640590" cy="1218300"/>
          </a:xfrm>
        </p:spPr>
        <p:txBody>
          <a:bodyPr/>
          <a:lstStyle/>
          <a:p>
            <a:pPr marL="0" lvl="0" indent="0"/>
            <a:r>
              <a:rPr lang="de-DE" sz="2400" dirty="0"/>
              <a:t>Property Graph als Hauptmodell</a:t>
            </a:r>
          </a:p>
        </p:txBody>
      </p:sp>
      <p:sp>
        <p:nvSpPr>
          <p:cNvPr id="3" name="Untertitel 2">
            <a:extLst>
              <a:ext uri="{FF2B5EF4-FFF2-40B4-BE49-F238E27FC236}">
                <a16:creationId xmlns:a16="http://schemas.microsoft.com/office/drawing/2014/main" id="{6D657508-E8FF-3D82-8073-5B2429491715}"/>
              </a:ext>
            </a:extLst>
          </p:cNvPr>
          <p:cNvSpPr>
            <a:spLocks noGrp="1"/>
          </p:cNvSpPr>
          <p:nvPr>
            <p:ph type="subTitle" idx="1"/>
          </p:nvPr>
        </p:nvSpPr>
        <p:spPr>
          <a:xfrm>
            <a:off x="720001" y="1700300"/>
            <a:ext cx="3852000" cy="2298300"/>
          </a:xfrm>
        </p:spPr>
        <p:txBody>
          <a:bodyPr/>
          <a:lstStyle/>
          <a:p>
            <a:r>
              <a:rPr lang="de-DE" dirty="0"/>
              <a:t>Ein Graph besteht aus Knoten und Kanten</a:t>
            </a:r>
          </a:p>
          <a:p>
            <a:r>
              <a:rPr lang="de-DE" dirty="0"/>
              <a:t>Ein Graph modelliert Daten als Objekte und Beziehungen zwischen Objekten.</a:t>
            </a:r>
          </a:p>
        </p:txBody>
      </p:sp>
      <p:sp>
        <p:nvSpPr>
          <p:cNvPr id="5" name="Ellipse 4">
            <a:extLst>
              <a:ext uri="{FF2B5EF4-FFF2-40B4-BE49-F238E27FC236}">
                <a16:creationId xmlns:a16="http://schemas.microsoft.com/office/drawing/2014/main" id="{A241928A-949D-F528-64A1-B8CCDABA33A8}"/>
              </a:ext>
            </a:extLst>
          </p:cNvPr>
          <p:cNvSpPr/>
          <p:nvPr/>
        </p:nvSpPr>
        <p:spPr>
          <a:xfrm>
            <a:off x="4939691" y="1248182"/>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A</a:t>
            </a:r>
          </a:p>
        </p:txBody>
      </p:sp>
      <p:sp>
        <p:nvSpPr>
          <p:cNvPr id="6" name="Ellipse 5">
            <a:extLst>
              <a:ext uri="{FF2B5EF4-FFF2-40B4-BE49-F238E27FC236}">
                <a16:creationId xmlns:a16="http://schemas.microsoft.com/office/drawing/2014/main" id="{78D92FEE-9DA9-7195-7256-64C87598D79E}"/>
              </a:ext>
            </a:extLst>
          </p:cNvPr>
          <p:cNvSpPr/>
          <p:nvPr/>
        </p:nvSpPr>
        <p:spPr>
          <a:xfrm>
            <a:off x="6664157" y="2489781"/>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B</a:t>
            </a:r>
          </a:p>
        </p:txBody>
      </p:sp>
      <p:sp>
        <p:nvSpPr>
          <p:cNvPr id="7" name="Ellipse 6">
            <a:extLst>
              <a:ext uri="{FF2B5EF4-FFF2-40B4-BE49-F238E27FC236}">
                <a16:creationId xmlns:a16="http://schemas.microsoft.com/office/drawing/2014/main" id="{5A8A7B60-DF78-1853-195E-8FF4E61E9126}"/>
              </a:ext>
            </a:extLst>
          </p:cNvPr>
          <p:cNvSpPr/>
          <p:nvPr/>
        </p:nvSpPr>
        <p:spPr>
          <a:xfrm>
            <a:off x="6677104" y="3790819"/>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Firma X</a:t>
            </a:r>
          </a:p>
        </p:txBody>
      </p:sp>
      <p:cxnSp>
        <p:nvCxnSpPr>
          <p:cNvPr id="11" name="Gerade Verbindung mit Pfeil 10">
            <a:extLst>
              <a:ext uri="{FF2B5EF4-FFF2-40B4-BE49-F238E27FC236}">
                <a16:creationId xmlns:a16="http://schemas.microsoft.com/office/drawing/2014/main" id="{E7B43012-5CFD-2E28-72BE-0D5E01D3EAE6}"/>
              </a:ext>
            </a:extLst>
          </p:cNvPr>
          <p:cNvCxnSpPr>
            <a:cxnSpLocks/>
            <a:stCxn id="6" idx="4"/>
            <a:endCxn id="7" idx="0"/>
          </p:cNvCxnSpPr>
          <p:nvPr/>
        </p:nvCxnSpPr>
        <p:spPr>
          <a:xfrm>
            <a:off x="7360590" y="3206808"/>
            <a:ext cx="12947" cy="5840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Ellipse 12">
            <a:extLst>
              <a:ext uri="{FF2B5EF4-FFF2-40B4-BE49-F238E27FC236}">
                <a16:creationId xmlns:a16="http://schemas.microsoft.com/office/drawing/2014/main" id="{827ECC39-4ECA-CCE6-C380-0AD7D4825401}"/>
              </a:ext>
            </a:extLst>
          </p:cNvPr>
          <p:cNvSpPr/>
          <p:nvPr/>
        </p:nvSpPr>
        <p:spPr>
          <a:xfrm>
            <a:off x="4939692" y="3790819"/>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Produkt Y</a:t>
            </a:r>
          </a:p>
        </p:txBody>
      </p:sp>
      <p:cxnSp>
        <p:nvCxnSpPr>
          <p:cNvPr id="21" name="Gerade Verbindung mit Pfeil 20">
            <a:extLst>
              <a:ext uri="{FF2B5EF4-FFF2-40B4-BE49-F238E27FC236}">
                <a16:creationId xmlns:a16="http://schemas.microsoft.com/office/drawing/2014/main" id="{0722DB53-8E19-5AA7-1A8E-C0AB27365F13}"/>
              </a:ext>
            </a:extLst>
          </p:cNvPr>
          <p:cNvCxnSpPr>
            <a:cxnSpLocks/>
            <a:stCxn id="5" idx="4"/>
            <a:endCxn id="13" idx="0"/>
          </p:cNvCxnSpPr>
          <p:nvPr/>
        </p:nvCxnSpPr>
        <p:spPr>
          <a:xfrm>
            <a:off x="5636124" y="1965209"/>
            <a:ext cx="1" cy="18256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Verbinder: gewinkelt 36">
            <a:extLst>
              <a:ext uri="{FF2B5EF4-FFF2-40B4-BE49-F238E27FC236}">
                <a16:creationId xmlns:a16="http://schemas.microsoft.com/office/drawing/2014/main" id="{C228BAA1-0C31-1222-23A0-C65A1A8F3ABA}"/>
              </a:ext>
            </a:extLst>
          </p:cNvPr>
          <p:cNvCxnSpPr>
            <a:cxnSpLocks/>
            <a:stCxn id="5" idx="6"/>
            <a:endCxn id="6" idx="0"/>
          </p:cNvCxnSpPr>
          <p:nvPr/>
        </p:nvCxnSpPr>
        <p:spPr>
          <a:xfrm>
            <a:off x="6332556" y="1606696"/>
            <a:ext cx="1028034" cy="88308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41" name="Textfeld 40">
            <a:extLst>
              <a:ext uri="{FF2B5EF4-FFF2-40B4-BE49-F238E27FC236}">
                <a16:creationId xmlns:a16="http://schemas.microsoft.com/office/drawing/2014/main" id="{5FCE57AA-1666-442D-F536-758C5E2035B2}"/>
              </a:ext>
            </a:extLst>
          </p:cNvPr>
          <p:cNvSpPr txBox="1"/>
          <p:nvPr/>
        </p:nvSpPr>
        <p:spPr>
          <a:xfrm>
            <a:off x="7028987" y="1823490"/>
            <a:ext cx="652743" cy="307777"/>
          </a:xfrm>
          <a:prstGeom prst="rect">
            <a:avLst/>
          </a:prstGeom>
          <a:noFill/>
        </p:spPr>
        <p:txBody>
          <a:bodyPr wrap="none" rtlCol="0">
            <a:spAutoFit/>
          </a:bodyPr>
          <a:lstStyle/>
          <a:p>
            <a:r>
              <a:rPr lang="de-DE" dirty="0"/>
              <a:t>Kennt</a:t>
            </a:r>
          </a:p>
        </p:txBody>
      </p:sp>
      <p:sp>
        <p:nvSpPr>
          <p:cNvPr id="42" name="Textfeld 41">
            <a:extLst>
              <a:ext uri="{FF2B5EF4-FFF2-40B4-BE49-F238E27FC236}">
                <a16:creationId xmlns:a16="http://schemas.microsoft.com/office/drawing/2014/main" id="{EB82F963-93FC-3637-7021-3170E7CCA186}"/>
              </a:ext>
            </a:extLst>
          </p:cNvPr>
          <p:cNvSpPr txBox="1"/>
          <p:nvPr/>
        </p:nvSpPr>
        <p:spPr>
          <a:xfrm>
            <a:off x="5291252" y="2724125"/>
            <a:ext cx="603050" cy="307777"/>
          </a:xfrm>
          <a:prstGeom prst="rect">
            <a:avLst/>
          </a:prstGeom>
          <a:noFill/>
        </p:spPr>
        <p:txBody>
          <a:bodyPr wrap="none" rtlCol="0">
            <a:spAutoFit/>
          </a:bodyPr>
          <a:lstStyle/>
          <a:p>
            <a:r>
              <a:rPr lang="de-DE" dirty="0"/>
              <a:t>Kauft</a:t>
            </a:r>
          </a:p>
        </p:txBody>
      </p:sp>
      <p:sp>
        <p:nvSpPr>
          <p:cNvPr id="43" name="Textfeld 42">
            <a:extLst>
              <a:ext uri="{FF2B5EF4-FFF2-40B4-BE49-F238E27FC236}">
                <a16:creationId xmlns:a16="http://schemas.microsoft.com/office/drawing/2014/main" id="{1C96F86F-EE09-2B2A-BEC2-6B61904C9339}"/>
              </a:ext>
            </a:extLst>
          </p:cNvPr>
          <p:cNvSpPr txBox="1"/>
          <p:nvPr/>
        </p:nvSpPr>
        <p:spPr>
          <a:xfrm>
            <a:off x="7030902" y="3278417"/>
            <a:ext cx="1059906" cy="307777"/>
          </a:xfrm>
          <a:prstGeom prst="rect">
            <a:avLst/>
          </a:prstGeom>
          <a:noFill/>
        </p:spPr>
        <p:txBody>
          <a:bodyPr wrap="none" rtlCol="0">
            <a:spAutoFit/>
          </a:bodyPr>
          <a:lstStyle/>
          <a:p>
            <a:r>
              <a:rPr lang="de-DE" dirty="0"/>
              <a:t>Arbeitet für</a:t>
            </a:r>
          </a:p>
        </p:txBody>
      </p:sp>
    </p:spTree>
    <p:extLst>
      <p:ext uri="{BB962C8B-B14F-4D97-AF65-F5344CB8AC3E}">
        <p14:creationId xmlns:p14="http://schemas.microsoft.com/office/powerpoint/2010/main" val="2794913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0C149-2710-DE0E-11B3-233800A4F49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6D4E6E4-7C6A-A642-042F-D101A74FDA08}"/>
              </a:ext>
            </a:extLst>
          </p:cNvPr>
          <p:cNvSpPr>
            <a:spLocks noGrp="1"/>
          </p:cNvSpPr>
          <p:nvPr>
            <p:ph type="title"/>
          </p:nvPr>
        </p:nvSpPr>
        <p:spPr>
          <a:xfrm>
            <a:off x="720000" y="445025"/>
            <a:ext cx="6640590" cy="1218300"/>
          </a:xfrm>
        </p:spPr>
        <p:txBody>
          <a:bodyPr/>
          <a:lstStyle/>
          <a:p>
            <a:pPr marL="0" lvl="0" indent="0"/>
            <a:r>
              <a:rPr lang="de-DE" sz="2400" dirty="0"/>
              <a:t>Was repräsentiert ein Knoten?</a:t>
            </a:r>
          </a:p>
        </p:txBody>
      </p:sp>
      <p:sp>
        <p:nvSpPr>
          <p:cNvPr id="3" name="Untertitel 2">
            <a:extLst>
              <a:ext uri="{FF2B5EF4-FFF2-40B4-BE49-F238E27FC236}">
                <a16:creationId xmlns:a16="http://schemas.microsoft.com/office/drawing/2014/main" id="{C61C3409-5430-CB07-27FF-EA8ACF661C84}"/>
              </a:ext>
            </a:extLst>
          </p:cNvPr>
          <p:cNvSpPr>
            <a:spLocks noGrp="1"/>
          </p:cNvSpPr>
          <p:nvPr>
            <p:ph type="subTitle" idx="1"/>
          </p:nvPr>
        </p:nvSpPr>
        <p:spPr>
          <a:xfrm>
            <a:off x="720001" y="1700300"/>
            <a:ext cx="3852000" cy="2298300"/>
          </a:xfrm>
        </p:spPr>
        <p:txBody>
          <a:bodyPr/>
          <a:lstStyle/>
          <a:p>
            <a:r>
              <a:rPr lang="de-DE" dirty="0"/>
              <a:t>Personen</a:t>
            </a:r>
          </a:p>
          <a:p>
            <a:r>
              <a:rPr lang="de-DE" dirty="0"/>
              <a:t>Produkten</a:t>
            </a:r>
          </a:p>
          <a:p>
            <a:r>
              <a:rPr lang="de-DE" dirty="0"/>
              <a:t>Organisationen</a:t>
            </a:r>
          </a:p>
          <a:p>
            <a:r>
              <a:rPr lang="de-DE" dirty="0"/>
              <a:t>Dokumente</a:t>
            </a:r>
          </a:p>
          <a:p>
            <a:r>
              <a:rPr lang="de-DE" dirty="0"/>
              <a:t>…</a:t>
            </a:r>
          </a:p>
          <a:p>
            <a:endParaRPr lang="de-DE" dirty="0"/>
          </a:p>
          <a:p>
            <a:pPr marL="139700" indent="0">
              <a:buNone/>
            </a:pPr>
            <a:r>
              <a:rPr lang="de-DE" dirty="0"/>
              <a:t>=&gt; Meist Objekte in der realen Welt</a:t>
            </a:r>
          </a:p>
        </p:txBody>
      </p:sp>
      <p:sp>
        <p:nvSpPr>
          <p:cNvPr id="8" name="Ellipse 7">
            <a:extLst>
              <a:ext uri="{FF2B5EF4-FFF2-40B4-BE49-F238E27FC236}">
                <a16:creationId xmlns:a16="http://schemas.microsoft.com/office/drawing/2014/main" id="{BDFFBAF3-370D-A877-F5D0-8610E983EC25}"/>
              </a:ext>
            </a:extLst>
          </p:cNvPr>
          <p:cNvSpPr/>
          <p:nvPr/>
        </p:nvSpPr>
        <p:spPr>
          <a:xfrm>
            <a:off x="5701691" y="1476782"/>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A</a:t>
            </a:r>
          </a:p>
        </p:txBody>
      </p:sp>
      <p:sp>
        <p:nvSpPr>
          <p:cNvPr id="10" name="Ellipse 9">
            <a:extLst>
              <a:ext uri="{FF2B5EF4-FFF2-40B4-BE49-F238E27FC236}">
                <a16:creationId xmlns:a16="http://schemas.microsoft.com/office/drawing/2014/main" id="{47C1BF87-5836-951E-A55F-AE4273A3653F}"/>
              </a:ext>
            </a:extLst>
          </p:cNvPr>
          <p:cNvSpPr/>
          <p:nvPr/>
        </p:nvSpPr>
        <p:spPr>
          <a:xfrm>
            <a:off x="6943804" y="2336568"/>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Firma X</a:t>
            </a:r>
          </a:p>
        </p:txBody>
      </p:sp>
      <p:sp>
        <p:nvSpPr>
          <p:cNvPr id="14" name="Ellipse 13">
            <a:extLst>
              <a:ext uri="{FF2B5EF4-FFF2-40B4-BE49-F238E27FC236}">
                <a16:creationId xmlns:a16="http://schemas.microsoft.com/office/drawing/2014/main" id="{D2E026D4-F415-FCC2-D753-722D9319CC17}"/>
              </a:ext>
            </a:extLst>
          </p:cNvPr>
          <p:cNvSpPr/>
          <p:nvPr/>
        </p:nvSpPr>
        <p:spPr>
          <a:xfrm>
            <a:off x="4993687" y="2607972"/>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Produkt Y</a:t>
            </a:r>
          </a:p>
        </p:txBody>
      </p:sp>
      <p:sp>
        <p:nvSpPr>
          <p:cNvPr id="20" name="Ellipse 19">
            <a:extLst>
              <a:ext uri="{FF2B5EF4-FFF2-40B4-BE49-F238E27FC236}">
                <a16:creationId xmlns:a16="http://schemas.microsoft.com/office/drawing/2014/main" id="{4DB62BD3-6C9F-3909-8DA6-13DA1AAF32A7}"/>
              </a:ext>
            </a:extLst>
          </p:cNvPr>
          <p:cNvSpPr/>
          <p:nvPr/>
        </p:nvSpPr>
        <p:spPr>
          <a:xfrm>
            <a:off x="6256975" y="3467758"/>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PDF C</a:t>
            </a:r>
          </a:p>
        </p:txBody>
      </p:sp>
    </p:spTree>
    <p:extLst>
      <p:ext uri="{BB962C8B-B14F-4D97-AF65-F5344CB8AC3E}">
        <p14:creationId xmlns:p14="http://schemas.microsoft.com/office/powerpoint/2010/main" val="1746350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5919A-A949-E70B-643D-01FA9686094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413E12F-D57E-1B5A-85AE-01944D9E56E1}"/>
              </a:ext>
            </a:extLst>
          </p:cNvPr>
          <p:cNvSpPr>
            <a:spLocks noGrp="1"/>
          </p:cNvSpPr>
          <p:nvPr>
            <p:ph type="title"/>
          </p:nvPr>
        </p:nvSpPr>
        <p:spPr>
          <a:xfrm>
            <a:off x="720000" y="445025"/>
            <a:ext cx="6640590" cy="1218300"/>
          </a:xfrm>
        </p:spPr>
        <p:txBody>
          <a:bodyPr/>
          <a:lstStyle/>
          <a:p>
            <a:pPr marL="0" lvl="0" indent="0"/>
            <a:r>
              <a:rPr lang="de-DE" sz="2400" dirty="0"/>
              <a:t>Was repräsentiert eine Kante?</a:t>
            </a:r>
          </a:p>
        </p:txBody>
      </p:sp>
      <p:sp>
        <p:nvSpPr>
          <p:cNvPr id="3" name="Untertitel 2">
            <a:extLst>
              <a:ext uri="{FF2B5EF4-FFF2-40B4-BE49-F238E27FC236}">
                <a16:creationId xmlns:a16="http://schemas.microsoft.com/office/drawing/2014/main" id="{E6C6CF61-285B-56B0-A7DF-D1C5C140D086}"/>
              </a:ext>
            </a:extLst>
          </p:cNvPr>
          <p:cNvSpPr>
            <a:spLocks noGrp="1"/>
          </p:cNvSpPr>
          <p:nvPr>
            <p:ph type="subTitle" idx="1"/>
          </p:nvPr>
        </p:nvSpPr>
        <p:spPr>
          <a:xfrm>
            <a:off x="720001" y="1700300"/>
            <a:ext cx="3852000" cy="1964920"/>
          </a:xfrm>
        </p:spPr>
        <p:txBody>
          <a:bodyPr/>
          <a:lstStyle/>
          <a:p>
            <a:r>
              <a:rPr lang="de-DE" dirty="0"/>
              <a:t>Beziehungen zwischen zwei Knoten</a:t>
            </a:r>
          </a:p>
          <a:p>
            <a:r>
              <a:rPr lang="de-DE" dirty="0"/>
              <a:t>Sie sind gerichtet</a:t>
            </a:r>
          </a:p>
          <a:p>
            <a:r>
              <a:rPr lang="de-DE" dirty="0"/>
              <a:t>Können wiederum Eigenschaften besitzen</a:t>
            </a:r>
          </a:p>
          <a:p>
            <a:endParaRPr lang="de-DE" dirty="0"/>
          </a:p>
          <a:p>
            <a:pPr marL="139700" indent="0">
              <a:buNone/>
            </a:pPr>
            <a:r>
              <a:rPr lang="de-DE" dirty="0"/>
              <a:t>=&gt; Bestehen aus Startknoten, Endknoten, Typ und Richtung bestehen</a:t>
            </a:r>
          </a:p>
          <a:p>
            <a:pPr marL="139700" indent="0">
              <a:buNone/>
            </a:pPr>
            <a:endParaRPr lang="de-DE" dirty="0"/>
          </a:p>
          <a:p>
            <a:endParaRPr lang="de-DE" dirty="0"/>
          </a:p>
          <a:p>
            <a:pPr marL="139700" indent="0">
              <a:buNone/>
            </a:pPr>
            <a:endParaRPr lang="de-DE" dirty="0"/>
          </a:p>
        </p:txBody>
      </p:sp>
      <p:cxnSp>
        <p:nvCxnSpPr>
          <p:cNvPr id="5" name="Gerade Verbindung mit Pfeil 4">
            <a:extLst>
              <a:ext uri="{FF2B5EF4-FFF2-40B4-BE49-F238E27FC236}">
                <a16:creationId xmlns:a16="http://schemas.microsoft.com/office/drawing/2014/main" id="{E5881AE1-7764-3E31-FF52-DCAB08E257DC}"/>
              </a:ext>
            </a:extLst>
          </p:cNvPr>
          <p:cNvCxnSpPr/>
          <p:nvPr/>
        </p:nvCxnSpPr>
        <p:spPr>
          <a:xfrm>
            <a:off x="5379720" y="1663325"/>
            <a:ext cx="281940" cy="19256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Gerade Verbindung mit Pfeil 6">
            <a:extLst>
              <a:ext uri="{FF2B5EF4-FFF2-40B4-BE49-F238E27FC236}">
                <a16:creationId xmlns:a16="http://schemas.microsoft.com/office/drawing/2014/main" id="{DF895CB4-2016-2BC2-81AA-D015844372D7}"/>
              </a:ext>
            </a:extLst>
          </p:cNvPr>
          <p:cNvCxnSpPr/>
          <p:nvPr/>
        </p:nvCxnSpPr>
        <p:spPr>
          <a:xfrm flipH="1" flipV="1">
            <a:off x="5852160" y="1700300"/>
            <a:ext cx="1889760" cy="12943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Gerade Verbindung mit Pfeil 12">
            <a:extLst>
              <a:ext uri="{FF2B5EF4-FFF2-40B4-BE49-F238E27FC236}">
                <a16:creationId xmlns:a16="http://schemas.microsoft.com/office/drawing/2014/main" id="{B6FBFCC1-7C5F-0AC2-40C5-DDF2064CDA05}"/>
              </a:ext>
            </a:extLst>
          </p:cNvPr>
          <p:cNvCxnSpPr/>
          <p:nvPr/>
        </p:nvCxnSpPr>
        <p:spPr>
          <a:xfrm flipV="1">
            <a:off x="5852160" y="3253740"/>
            <a:ext cx="2118360" cy="4114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Gerade Verbindung mit Pfeil 15">
            <a:extLst>
              <a:ext uri="{FF2B5EF4-FFF2-40B4-BE49-F238E27FC236}">
                <a16:creationId xmlns:a16="http://schemas.microsoft.com/office/drawing/2014/main" id="{61C6234E-D73A-EBB3-4252-5869039312AA}"/>
              </a:ext>
            </a:extLst>
          </p:cNvPr>
          <p:cNvCxnSpPr/>
          <p:nvPr/>
        </p:nvCxnSpPr>
        <p:spPr>
          <a:xfrm flipH="1">
            <a:off x="5943600" y="3482340"/>
            <a:ext cx="2141220" cy="4267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10172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BEF13-835D-5F4E-38BD-6DF27D65740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7E22FFF-8063-03C8-6C60-1D69AA7DA9E5}"/>
              </a:ext>
            </a:extLst>
          </p:cNvPr>
          <p:cNvSpPr>
            <a:spLocks noGrp="1"/>
          </p:cNvSpPr>
          <p:nvPr>
            <p:ph type="title"/>
          </p:nvPr>
        </p:nvSpPr>
        <p:spPr>
          <a:xfrm>
            <a:off x="720000" y="445025"/>
            <a:ext cx="6640590" cy="1218300"/>
          </a:xfrm>
        </p:spPr>
        <p:txBody>
          <a:bodyPr/>
          <a:lstStyle/>
          <a:p>
            <a:pPr marL="0" lvl="0" indent="0"/>
            <a:r>
              <a:rPr lang="de-DE" sz="2400" dirty="0"/>
              <a:t>Labels und Properties</a:t>
            </a:r>
          </a:p>
        </p:txBody>
      </p:sp>
      <p:sp>
        <p:nvSpPr>
          <p:cNvPr id="3" name="Untertitel 2">
            <a:extLst>
              <a:ext uri="{FF2B5EF4-FFF2-40B4-BE49-F238E27FC236}">
                <a16:creationId xmlns:a16="http://schemas.microsoft.com/office/drawing/2014/main" id="{23AFBAE7-20F9-8708-75A2-B464A9314440}"/>
              </a:ext>
            </a:extLst>
          </p:cNvPr>
          <p:cNvSpPr>
            <a:spLocks noGrp="1"/>
          </p:cNvSpPr>
          <p:nvPr>
            <p:ph type="subTitle" idx="1"/>
          </p:nvPr>
        </p:nvSpPr>
        <p:spPr>
          <a:xfrm>
            <a:off x="720001" y="1700300"/>
            <a:ext cx="3852000" cy="1964920"/>
          </a:xfrm>
        </p:spPr>
        <p:txBody>
          <a:bodyPr/>
          <a:lstStyle/>
          <a:p>
            <a:r>
              <a:rPr lang="de-DE" dirty="0"/>
              <a:t>Beziehungen zwischen zwei Knoten</a:t>
            </a:r>
          </a:p>
          <a:p>
            <a:r>
              <a:rPr lang="de-DE" dirty="0"/>
              <a:t>Sie sind gerichtet</a:t>
            </a:r>
          </a:p>
          <a:p>
            <a:r>
              <a:rPr lang="de-DE" dirty="0"/>
              <a:t>Können wiederum Eigenschaften besitzen</a:t>
            </a:r>
          </a:p>
          <a:p>
            <a:endParaRPr lang="de-DE" dirty="0"/>
          </a:p>
          <a:p>
            <a:pPr marL="139700" indent="0">
              <a:buNone/>
            </a:pPr>
            <a:r>
              <a:rPr lang="de-DE" dirty="0"/>
              <a:t>=&gt; Labels geben Struktur, Properties geben Detail</a:t>
            </a:r>
          </a:p>
          <a:p>
            <a:pPr marL="139700" indent="0">
              <a:buNone/>
            </a:pPr>
            <a:endParaRPr lang="de-DE" dirty="0"/>
          </a:p>
          <a:p>
            <a:endParaRPr lang="de-DE" dirty="0"/>
          </a:p>
          <a:p>
            <a:pPr marL="139700" indent="0">
              <a:buNone/>
            </a:pPr>
            <a:endParaRPr lang="de-DE" dirty="0"/>
          </a:p>
        </p:txBody>
      </p:sp>
      <p:sp>
        <p:nvSpPr>
          <p:cNvPr id="4" name="Ellipse 3">
            <a:extLst>
              <a:ext uri="{FF2B5EF4-FFF2-40B4-BE49-F238E27FC236}">
                <a16:creationId xmlns:a16="http://schemas.microsoft.com/office/drawing/2014/main" id="{8A2D6694-C86D-FCC3-35BA-78A57AC1A446}"/>
              </a:ext>
            </a:extLst>
          </p:cNvPr>
          <p:cNvSpPr/>
          <p:nvPr/>
        </p:nvSpPr>
        <p:spPr>
          <a:xfrm>
            <a:off x="4154831" y="1663325"/>
            <a:ext cx="2204148" cy="19649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ln w="0"/>
              <a:solidFill>
                <a:schemeClr val="tx1"/>
              </a:solidFill>
              <a:effectLst>
                <a:outerShdw blurRad="38100" dist="19050" dir="2700000" algn="tl" rotWithShape="0">
                  <a:schemeClr val="dk1">
                    <a:alpha val="40000"/>
                  </a:schemeClr>
                </a:outerShdw>
              </a:effectLst>
            </a:endParaRPr>
          </a:p>
        </p:txBody>
      </p:sp>
      <p:sp>
        <p:nvSpPr>
          <p:cNvPr id="8" name="Textfeld 7">
            <a:extLst>
              <a:ext uri="{FF2B5EF4-FFF2-40B4-BE49-F238E27FC236}">
                <a16:creationId xmlns:a16="http://schemas.microsoft.com/office/drawing/2014/main" id="{615A1FFD-8285-48FB-E984-39CE0766AFF0}"/>
              </a:ext>
            </a:extLst>
          </p:cNvPr>
          <p:cNvSpPr txBox="1"/>
          <p:nvPr/>
        </p:nvSpPr>
        <p:spPr>
          <a:xfrm>
            <a:off x="4628786" y="2624435"/>
            <a:ext cx="1255472" cy="523220"/>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de-DE" dirty="0"/>
              <a:t>Name = Alice</a:t>
            </a:r>
          </a:p>
          <a:p>
            <a:r>
              <a:rPr lang="de-DE" dirty="0"/>
              <a:t>Alter   = 25</a:t>
            </a:r>
          </a:p>
        </p:txBody>
      </p:sp>
      <p:cxnSp>
        <p:nvCxnSpPr>
          <p:cNvPr id="11" name="Gerade Verbindung mit Pfeil 10">
            <a:extLst>
              <a:ext uri="{FF2B5EF4-FFF2-40B4-BE49-F238E27FC236}">
                <a16:creationId xmlns:a16="http://schemas.microsoft.com/office/drawing/2014/main" id="{FBC600BB-8B31-5BE2-56A6-6445E4FB8C3F}"/>
              </a:ext>
            </a:extLst>
          </p:cNvPr>
          <p:cNvCxnSpPr>
            <a:cxnSpLocks/>
            <a:stCxn id="14" idx="2"/>
            <a:endCxn id="21" idx="0"/>
          </p:cNvCxnSpPr>
          <p:nvPr/>
        </p:nvCxnSpPr>
        <p:spPr>
          <a:xfrm flipH="1">
            <a:off x="5256523" y="1253383"/>
            <a:ext cx="1316356" cy="8691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feld 13">
            <a:extLst>
              <a:ext uri="{FF2B5EF4-FFF2-40B4-BE49-F238E27FC236}">
                <a16:creationId xmlns:a16="http://schemas.microsoft.com/office/drawing/2014/main" id="{F99995CC-D3CD-0089-F6A7-EC010DF78484}"/>
              </a:ext>
            </a:extLst>
          </p:cNvPr>
          <p:cNvSpPr txBox="1"/>
          <p:nvPr/>
        </p:nvSpPr>
        <p:spPr>
          <a:xfrm>
            <a:off x="6261736" y="945606"/>
            <a:ext cx="622286" cy="30777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de-DE" dirty="0"/>
              <a:t>Label</a:t>
            </a:r>
          </a:p>
        </p:txBody>
      </p:sp>
      <p:sp>
        <p:nvSpPr>
          <p:cNvPr id="18" name="Textfeld 17">
            <a:extLst>
              <a:ext uri="{FF2B5EF4-FFF2-40B4-BE49-F238E27FC236}">
                <a16:creationId xmlns:a16="http://schemas.microsoft.com/office/drawing/2014/main" id="{904A64B3-32B5-7771-0AB8-6EFE63023A5A}"/>
              </a:ext>
            </a:extLst>
          </p:cNvPr>
          <p:cNvSpPr txBox="1"/>
          <p:nvPr/>
        </p:nvSpPr>
        <p:spPr>
          <a:xfrm>
            <a:off x="6072581" y="4044005"/>
            <a:ext cx="1000595" cy="30777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de-DE" dirty="0"/>
              <a:t>Properties</a:t>
            </a:r>
          </a:p>
        </p:txBody>
      </p:sp>
      <p:cxnSp>
        <p:nvCxnSpPr>
          <p:cNvPr id="20" name="Gerade Verbindung mit Pfeil 19">
            <a:extLst>
              <a:ext uri="{FF2B5EF4-FFF2-40B4-BE49-F238E27FC236}">
                <a16:creationId xmlns:a16="http://schemas.microsoft.com/office/drawing/2014/main" id="{199D8EF0-A907-F40D-7E7E-A95CE3B6A3CB}"/>
              </a:ext>
            </a:extLst>
          </p:cNvPr>
          <p:cNvCxnSpPr>
            <a:cxnSpLocks/>
            <a:stCxn id="18" idx="0"/>
            <a:endCxn id="8" idx="2"/>
          </p:cNvCxnSpPr>
          <p:nvPr/>
        </p:nvCxnSpPr>
        <p:spPr>
          <a:xfrm flipH="1" flipV="1">
            <a:off x="5256522" y="3147655"/>
            <a:ext cx="1316357" cy="89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feld 20">
            <a:extLst>
              <a:ext uri="{FF2B5EF4-FFF2-40B4-BE49-F238E27FC236}">
                <a16:creationId xmlns:a16="http://schemas.microsoft.com/office/drawing/2014/main" id="{CC46DE4F-285E-6507-9D08-F6DD3F3BD525}"/>
              </a:ext>
            </a:extLst>
          </p:cNvPr>
          <p:cNvSpPr txBox="1"/>
          <p:nvPr/>
        </p:nvSpPr>
        <p:spPr>
          <a:xfrm>
            <a:off x="4880458" y="2122513"/>
            <a:ext cx="752129" cy="307777"/>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de-DE" dirty="0"/>
              <a:t>Person</a:t>
            </a:r>
          </a:p>
        </p:txBody>
      </p:sp>
      <p:cxnSp>
        <p:nvCxnSpPr>
          <p:cNvPr id="33" name="Gerader Verbinder 32">
            <a:extLst>
              <a:ext uri="{FF2B5EF4-FFF2-40B4-BE49-F238E27FC236}">
                <a16:creationId xmlns:a16="http://schemas.microsoft.com/office/drawing/2014/main" id="{A9820921-33FD-7AFD-90B3-29FA922B6AFA}"/>
              </a:ext>
            </a:extLst>
          </p:cNvPr>
          <p:cNvCxnSpPr>
            <a:stCxn id="4" idx="6"/>
          </p:cNvCxnSpPr>
          <p:nvPr/>
        </p:nvCxnSpPr>
        <p:spPr>
          <a:xfrm flipV="1">
            <a:off x="6358979" y="2624435"/>
            <a:ext cx="2785021" cy="21350"/>
          </a:xfrm>
          <a:prstGeom prst="line">
            <a:avLst/>
          </a:prstGeom>
        </p:spPr>
        <p:style>
          <a:lnRef idx="1">
            <a:schemeClr val="dk1"/>
          </a:lnRef>
          <a:fillRef idx="0">
            <a:schemeClr val="dk1"/>
          </a:fillRef>
          <a:effectRef idx="0">
            <a:schemeClr val="dk1"/>
          </a:effectRef>
          <a:fontRef idx="minor">
            <a:schemeClr val="tx1"/>
          </a:fontRef>
        </p:style>
      </p:cxnSp>
      <p:sp>
        <p:nvSpPr>
          <p:cNvPr id="34" name="Textfeld 33">
            <a:extLst>
              <a:ext uri="{FF2B5EF4-FFF2-40B4-BE49-F238E27FC236}">
                <a16:creationId xmlns:a16="http://schemas.microsoft.com/office/drawing/2014/main" id="{0A753CCF-3C42-F1F9-FFC4-C3314D694C31}"/>
              </a:ext>
            </a:extLst>
          </p:cNvPr>
          <p:cNvSpPr txBox="1"/>
          <p:nvPr/>
        </p:nvSpPr>
        <p:spPr>
          <a:xfrm>
            <a:off x="7354475" y="2236322"/>
            <a:ext cx="1069524" cy="307777"/>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de-DE" dirty="0"/>
              <a:t>arbeitet bei</a:t>
            </a:r>
          </a:p>
        </p:txBody>
      </p:sp>
      <p:sp>
        <p:nvSpPr>
          <p:cNvPr id="36" name="Textfeld 35">
            <a:extLst>
              <a:ext uri="{FF2B5EF4-FFF2-40B4-BE49-F238E27FC236}">
                <a16:creationId xmlns:a16="http://schemas.microsoft.com/office/drawing/2014/main" id="{DA427CD6-2159-BC8D-18F3-94916E45A7AE}"/>
              </a:ext>
            </a:extLst>
          </p:cNvPr>
          <p:cNvSpPr txBox="1"/>
          <p:nvPr/>
        </p:nvSpPr>
        <p:spPr>
          <a:xfrm>
            <a:off x="7093185" y="2726121"/>
            <a:ext cx="1592103" cy="307777"/>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de-DE" dirty="0"/>
              <a:t>Seit = 01.01.2000</a:t>
            </a:r>
          </a:p>
        </p:txBody>
      </p:sp>
      <p:cxnSp>
        <p:nvCxnSpPr>
          <p:cNvPr id="38" name="Gerade Verbindung mit Pfeil 37">
            <a:extLst>
              <a:ext uri="{FF2B5EF4-FFF2-40B4-BE49-F238E27FC236}">
                <a16:creationId xmlns:a16="http://schemas.microsoft.com/office/drawing/2014/main" id="{09F26C39-11C2-8FB3-1CA5-EE2F16F540F9}"/>
              </a:ext>
            </a:extLst>
          </p:cNvPr>
          <p:cNvCxnSpPr>
            <a:cxnSpLocks/>
            <a:stCxn id="18" idx="0"/>
            <a:endCxn id="36" idx="2"/>
          </p:cNvCxnSpPr>
          <p:nvPr/>
        </p:nvCxnSpPr>
        <p:spPr>
          <a:xfrm flipV="1">
            <a:off x="6572879" y="3033898"/>
            <a:ext cx="1316358" cy="10101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Gerade Verbindung mit Pfeil 39">
            <a:extLst>
              <a:ext uri="{FF2B5EF4-FFF2-40B4-BE49-F238E27FC236}">
                <a16:creationId xmlns:a16="http://schemas.microsoft.com/office/drawing/2014/main" id="{15E3C441-0A8B-A688-8145-CF9B50A5BA47}"/>
              </a:ext>
            </a:extLst>
          </p:cNvPr>
          <p:cNvCxnSpPr>
            <a:stCxn id="14" idx="2"/>
            <a:endCxn id="34" idx="0"/>
          </p:cNvCxnSpPr>
          <p:nvPr/>
        </p:nvCxnSpPr>
        <p:spPr>
          <a:xfrm>
            <a:off x="6572879" y="1253383"/>
            <a:ext cx="1316358" cy="9829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6679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82180-6663-DE67-9320-FE04EC0A558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2BD301F-D6D9-CFA6-079E-CE6C6758500E}"/>
              </a:ext>
            </a:extLst>
          </p:cNvPr>
          <p:cNvSpPr>
            <a:spLocks noGrp="1"/>
          </p:cNvSpPr>
          <p:nvPr>
            <p:ph type="title"/>
          </p:nvPr>
        </p:nvSpPr>
        <p:spPr>
          <a:xfrm>
            <a:off x="720000" y="445025"/>
            <a:ext cx="6640590" cy="1218300"/>
          </a:xfrm>
        </p:spPr>
        <p:txBody>
          <a:bodyPr/>
          <a:lstStyle/>
          <a:p>
            <a:pPr marL="0" lvl="0" indent="0"/>
            <a:r>
              <a:rPr lang="de-DE" sz="2400" dirty="0"/>
              <a:t>RDF statt Property Graph</a:t>
            </a:r>
          </a:p>
        </p:txBody>
      </p:sp>
      <p:sp>
        <p:nvSpPr>
          <p:cNvPr id="3" name="Untertitel 2">
            <a:extLst>
              <a:ext uri="{FF2B5EF4-FFF2-40B4-BE49-F238E27FC236}">
                <a16:creationId xmlns:a16="http://schemas.microsoft.com/office/drawing/2014/main" id="{2DDBD68E-FAC3-ACA7-19F8-35F8D9870422}"/>
              </a:ext>
            </a:extLst>
          </p:cNvPr>
          <p:cNvSpPr>
            <a:spLocks noGrp="1"/>
          </p:cNvSpPr>
          <p:nvPr>
            <p:ph type="subTitle" idx="1"/>
          </p:nvPr>
        </p:nvSpPr>
        <p:spPr>
          <a:xfrm>
            <a:off x="720000" y="1700300"/>
            <a:ext cx="4270019" cy="1964920"/>
          </a:xfrm>
        </p:spPr>
        <p:txBody>
          <a:bodyPr/>
          <a:lstStyle/>
          <a:p>
            <a:r>
              <a:rPr lang="de-DE" dirty="0"/>
              <a:t>Property Graph: Objekte mit Attributen und expliziten Beziehungen</a:t>
            </a:r>
          </a:p>
          <a:p>
            <a:r>
              <a:rPr lang="de-DE" dirty="0"/>
              <a:t>RDF: Aussagen in Tripelform</a:t>
            </a:r>
          </a:p>
          <a:p>
            <a:pPr marL="139700" indent="0">
              <a:buNone/>
            </a:pPr>
            <a:endParaRPr lang="de-DE" dirty="0"/>
          </a:p>
          <a:p>
            <a:pPr marL="139700" indent="0">
              <a:buNone/>
            </a:pPr>
            <a:r>
              <a:rPr lang="de-DE" dirty="0"/>
              <a:t>=&gt; Neben Property Graphs gibt es mit RDF ein zweites wichtiges Graph Modell</a:t>
            </a:r>
          </a:p>
          <a:p>
            <a:endParaRPr lang="de-DE" dirty="0"/>
          </a:p>
          <a:p>
            <a:pPr marL="139700" indent="0">
              <a:buNone/>
            </a:pPr>
            <a:endParaRPr lang="de-DE" dirty="0"/>
          </a:p>
        </p:txBody>
      </p:sp>
      <p:sp>
        <p:nvSpPr>
          <p:cNvPr id="10" name="Ellipse 9">
            <a:extLst>
              <a:ext uri="{FF2B5EF4-FFF2-40B4-BE49-F238E27FC236}">
                <a16:creationId xmlns:a16="http://schemas.microsoft.com/office/drawing/2014/main" id="{40BA9762-607A-43C0-375D-3D5426282110}"/>
              </a:ext>
            </a:extLst>
          </p:cNvPr>
          <p:cNvSpPr/>
          <p:nvPr/>
        </p:nvSpPr>
        <p:spPr>
          <a:xfrm>
            <a:off x="6457861" y="1348961"/>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Subjekt</a:t>
            </a:r>
          </a:p>
        </p:txBody>
      </p:sp>
      <p:sp>
        <p:nvSpPr>
          <p:cNvPr id="12" name="Ellipse 11">
            <a:extLst>
              <a:ext uri="{FF2B5EF4-FFF2-40B4-BE49-F238E27FC236}">
                <a16:creationId xmlns:a16="http://schemas.microsoft.com/office/drawing/2014/main" id="{15D6DB7C-B43F-FB20-C227-0CB529EF98DC}"/>
              </a:ext>
            </a:extLst>
          </p:cNvPr>
          <p:cNvSpPr/>
          <p:nvPr/>
        </p:nvSpPr>
        <p:spPr>
          <a:xfrm>
            <a:off x="6457861" y="3377078"/>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Objekt</a:t>
            </a:r>
          </a:p>
        </p:txBody>
      </p:sp>
      <p:cxnSp>
        <p:nvCxnSpPr>
          <p:cNvPr id="13" name="Gerade Verbindung mit Pfeil 12">
            <a:extLst>
              <a:ext uri="{FF2B5EF4-FFF2-40B4-BE49-F238E27FC236}">
                <a16:creationId xmlns:a16="http://schemas.microsoft.com/office/drawing/2014/main" id="{C1FAAEC6-FFC8-F2F5-BB44-E4676549FA89}"/>
              </a:ext>
            </a:extLst>
          </p:cNvPr>
          <p:cNvCxnSpPr>
            <a:cxnSpLocks/>
            <a:stCxn id="10" idx="4"/>
            <a:endCxn id="12" idx="0"/>
          </p:cNvCxnSpPr>
          <p:nvPr/>
        </p:nvCxnSpPr>
        <p:spPr>
          <a:xfrm>
            <a:off x="7154294" y="2065988"/>
            <a:ext cx="0" cy="13110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feld 14">
            <a:extLst>
              <a:ext uri="{FF2B5EF4-FFF2-40B4-BE49-F238E27FC236}">
                <a16:creationId xmlns:a16="http://schemas.microsoft.com/office/drawing/2014/main" id="{7BF863DC-2CC7-454D-454E-86EC0052C096}"/>
              </a:ext>
            </a:extLst>
          </p:cNvPr>
          <p:cNvSpPr txBox="1"/>
          <p:nvPr/>
        </p:nvSpPr>
        <p:spPr>
          <a:xfrm>
            <a:off x="6733344" y="2528871"/>
            <a:ext cx="841897" cy="307777"/>
          </a:xfrm>
          <a:prstGeom prst="rect">
            <a:avLst/>
          </a:prstGeom>
          <a:noFill/>
        </p:spPr>
        <p:txBody>
          <a:bodyPr wrap="none" rtlCol="0">
            <a:spAutoFit/>
          </a:bodyPr>
          <a:lstStyle/>
          <a:p>
            <a:r>
              <a:rPr lang="de-DE" dirty="0"/>
              <a:t>Prädikat</a:t>
            </a:r>
          </a:p>
        </p:txBody>
      </p:sp>
    </p:spTree>
    <p:extLst>
      <p:ext uri="{BB962C8B-B14F-4D97-AF65-F5344CB8AC3E}">
        <p14:creationId xmlns:p14="http://schemas.microsoft.com/office/powerpoint/2010/main" val="3171936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70B74-5520-4A8D-80D1-423F02E090D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EF1623C-0943-FD97-03E0-ED965C8124CD}"/>
              </a:ext>
            </a:extLst>
          </p:cNvPr>
          <p:cNvSpPr>
            <a:spLocks noGrp="1"/>
          </p:cNvSpPr>
          <p:nvPr>
            <p:ph type="title"/>
          </p:nvPr>
        </p:nvSpPr>
        <p:spPr>
          <a:xfrm>
            <a:off x="720000" y="445025"/>
            <a:ext cx="6640590" cy="1218300"/>
          </a:xfrm>
        </p:spPr>
        <p:txBody>
          <a:bodyPr/>
          <a:lstStyle/>
          <a:p>
            <a:pPr marL="0" lvl="0" indent="0"/>
            <a:r>
              <a:rPr lang="de-DE" sz="2400" dirty="0"/>
              <a:t>Property Graph       vs.       RDF</a:t>
            </a:r>
          </a:p>
        </p:txBody>
      </p:sp>
      <p:sp>
        <p:nvSpPr>
          <p:cNvPr id="5" name="Ellipse 4">
            <a:extLst>
              <a:ext uri="{FF2B5EF4-FFF2-40B4-BE49-F238E27FC236}">
                <a16:creationId xmlns:a16="http://schemas.microsoft.com/office/drawing/2014/main" id="{A1C01756-D7BD-A096-CAC8-27383E995382}"/>
              </a:ext>
            </a:extLst>
          </p:cNvPr>
          <p:cNvSpPr/>
          <p:nvPr/>
        </p:nvSpPr>
        <p:spPr>
          <a:xfrm>
            <a:off x="5860976" y="764499"/>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A</a:t>
            </a:r>
          </a:p>
        </p:txBody>
      </p:sp>
      <p:sp>
        <p:nvSpPr>
          <p:cNvPr id="6" name="Ellipse 5">
            <a:extLst>
              <a:ext uri="{FF2B5EF4-FFF2-40B4-BE49-F238E27FC236}">
                <a16:creationId xmlns:a16="http://schemas.microsoft.com/office/drawing/2014/main" id="{6088CAEC-FDCD-8A80-68CE-A1D9578B7347}"/>
              </a:ext>
            </a:extLst>
          </p:cNvPr>
          <p:cNvSpPr/>
          <p:nvPr/>
        </p:nvSpPr>
        <p:spPr>
          <a:xfrm>
            <a:off x="5861763" y="3038049"/>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Auto B</a:t>
            </a:r>
          </a:p>
        </p:txBody>
      </p:sp>
      <p:cxnSp>
        <p:nvCxnSpPr>
          <p:cNvPr id="7" name="Gerade Verbindung mit Pfeil 6">
            <a:extLst>
              <a:ext uri="{FF2B5EF4-FFF2-40B4-BE49-F238E27FC236}">
                <a16:creationId xmlns:a16="http://schemas.microsoft.com/office/drawing/2014/main" id="{A91B3AAF-B60B-1707-33E8-AE69708BB8EF}"/>
              </a:ext>
            </a:extLst>
          </p:cNvPr>
          <p:cNvCxnSpPr>
            <a:cxnSpLocks/>
            <a:stCxn id="5" idx="4"/>
            <a:endCxn id="6" idx="0"/>
          </p:cNvCxnSpPr>
          <p:nvPr/>
        </p:nvCxnSpPr>
        <p:spPr>
          <a:xfrm>
            <a:off x="6557409" y="1481526"/>
            <a:ext cx="787" cy="15565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feld 8">
            <a:extLst>
              <a:ext uri="{FF2B5EF4-FFF2-40B4-BE49-F238E27FC236}">
                <a16:creationId xmlns:a16="http://schemas.microsoft.com/office/drawing/2014/main" id="{06708FAE-3EE0-DC5E-BE29-34C8A03579EB}"/>
              </a:ext>
            </a:extLst>
          </p:cNvPr>
          <p:cNvSpPr txBox="1"/>
          <p:nvPr/>
        </p:nvSpPr>
        <p:spPr>
          <a:xfrm>
            <a:off x="6287951" y="2098634"/>
            <a:ext cx="601447" cy="307777"/>
          </a:xfrm>
          <a:prstGeom prst="rect">
            <a:avLst/>
          </a:prstGeom>
          <a:noFill/>
        </p:spPr>
        <p:txBody>
          <a:bodyPr wrap="none" rtlCol="0">
            <a:spAutoFit/>
          </a:bodyPr>
          <a:lstStyle/>
          <a:p>
            <a:r>
              <a:rPr lang="de-DE" dirty="0"/>
              <a:t>Fährt</a:t>
            </a:r>
          </a:p>
        </p:txBody>
      </p:sp>
      <p:sp>
        <p:nvSpPr>
          <p:cNvPr id="22" name="Ellipse 21">
            <a:extLst>
              <a:ext uri="{FF2B5EF4-FFF2-40B4-BE49-F238E27FC236}">
                <a16:creationId xmlns:a16="http://schemas.microsoft.com/office/drawing/2014/main" id="{9F63C9D9-6D06-6BFC-5E19-FAA73A696496}"/>
              </a:ext>
            </a:extLst>
          </p:cNvPr>
          <p:cNvSpPr/>
          <p:nvPr/>
        </p:nvSpPr>
        <p:spPr>
          <a:xfrm>
            <a:off x="7515796" y="1746134"/>
            <a:ext cx="1516897"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Fahrzeug-kauf C</a:t>
            </a:r>
          </a:p>
        </p:txBody>
      </p:sp>
      <p:cxnSp>
        <p:nvCxnSpPr>
          <p:cNvPr id="24" name="Gerade Verbindung mit Pfeil 23">
            <a:extLst>
              <a:ext uri="{FF2B5EF4-FFF2-40B4-BE49-F238E27FC236}">
                <a16:creationId xmlns:a16="http://schemas.microsoft.com/office/drawing/2014/main" id="{B1C55E1B-2137-6272-2C2F-1B410BEDE425}"/>
              </a:ext>
            </a:extLst>
          </p:cNvPr>
          <p:cNvCxnSpPr>
            <a:cxnSpLocks/>
            <a:stCxn id="22" idx="1"/>
            <a:endCxn id="5" idx="5"/>
          </p:cNvCxnSpPr>
          <p:nvPr/>
        </p:nvCxnSpPr>
        <p:spPr>
          <a:xfrm flipH="1" flipV="1">
            <a:off x="7049861" y="1376520"/>
            <a:ext cx="688079" cy="474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Textfeld 24">
            <a:extLst>
              <a:ext uri="{FF2B5EF4-FFF2-40B4-BE49-F238E27FC236}">
                <a16:creationId xmlns:a16="http://schemas.microsoft.com/office/drawing/2014/main" id="{6CE92978-D5FC-56DE-A1AE-AE753CBBA6C0}"/>
              </a:ext>
            </a:extLst>
          </p:cNvPr>
          <p:cNvSpPr txBox="1"/>
          <p:nvPr/>
        </p:nvSpPr>
        <p:spPr>
          <a:xfrm>
            <a:off x="7313256" y="1405049"/>
            <a:ext cx="1120820" cy="307777"/>
          </a:xfrm>
          <a:prstGeom prst="rect">
            <a:avLst/>
          </a:prstGeom>
          <a:noFill/>
        </p:spPr>
        <p:txBody>
          <a:bodyPr wrap="none" rtlCol="0">
            <a:spAutoFit/>
          </a:bodyPr>
          <a:lstStyle/>
          <a:p>
            <a:r>
              <a:rPr lang="de-DE" dirty="0"/>
              <a:t>Von Person</a:t>
            </a:r>
          </a:p>
        </p:txBody>
      </p:sp>
      <p:sp>
        <p:nvSpPr>
          <p:cNvPr id="26" name="Ellipse 25">
            <a:extLst>
              <a:ext uri="{FF2B5EF4-FFF2-40B4-BE49-F238E27FC236}">
                <a16:creationId xmlns:a16="http://schemas.microsoft.com/office/drawing/2014/main" id="{2A2119BD-B655-8076-91F6-37EA0F6F3867}"/>
              </a:ext>
            </a:extLst>
          </p:cNvPr>
          <p:cNvSpPr/>
          <p:nvPr/>
        </p:nvSpPr>
        <p:spPr>
          <a:xfrm>
            <a:off x="7514183" y="3038049"/>
            <a:ext cx="1516898"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02.02.2002</a:t>
            </a:r>
          </a:p>
        </p:txBody>
      </p:sp>
      <p:cxnSp>
        <p:nvCxnSpPr>
          <p:cNvPr id="32" name="Gerade Verbindung mit Pfeil 31">
            <a:extLst>
              <a:ext uri="{FF2B5EF4-FFF2-40B4-BE49-F238E27FC236}">
                <a16:creationId xmlns:a16="http://schemas.microsoft.com/office/drawing/2014/main" id="{837E097E-3FDD-D58A-18F9-819FCA9F8EE5}"/>
              </a:ext>
            </a:extLst>
          </p:cNvPr>
          <p:cNvCxnSpPr>
            <a:stCxn id="22" idx="4"/>
            <a:endCxn id="26" idx="0"/>
          </p:cNvCxnSpPr>
          <p:nvPr/>
        </p:nvCxnSpPr>
        <p:spPr>
          <a:xfrm flipH="1">
            <a:off x="8272632" y="2463161"/>
            <a:ext cx="1613" cy="5748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feld 33">
            <a:extLst>
              <a:ext uri="{FF2B5EF4-FFF2-40B4-BE49-F238E27FC236}">
                <a16:creationId xmlns:a16="http://schemas.microsoft.com/office/drawing/2014/main" id="{40225591-6EB9-5311-B4B5-7FFDFE7134A2}"/>
              </a:ext>
            </a:extLst>
          </p:cNvPr>
          <p:cNvSpPr txBox="1"/>
          <p:nvPr/>
        </p:nvSpPr>
        <p:spPr>
          <a:xfrm>
            <a:off x="7873666" y="2507605"/>
            <a:ext cx="1050288" cy="307777"/>
          </a:xfrm>
          <a:prstGeom prst="rect">
            <a:avLst/>
          </a:prstGeom>
          <a:noFill/>
        </p:spPr>
        <p:txBody>
          <a:bodyPr wrap="none" rtlCol="0">
            <a:spAutoFit/>
          </a:bodyPr>
          <a:lstStyle/>
          <a:p>
            <a:r>
              <a:rPr lang="de-DE" dirty="0"/>
              <a:t>Kaufdatum</a:t>
            </a:r>
          </a:p>
        </p:txBody>
      </p:sp>
      <p:sp>
        <p:nvSpPr>
          <p:cNvPr id="38" name="Ellipse 37">
            <a:extLst>
              <a:ext uri="{FF2B5EF4-FFF2-40B4-BE49-F238E27FC236}">
                <a16:creationId xmlns:a16="http://schemas.microsoft.com/office/drawing/2014/main" id="{3099B74A-F7A6-79E5-BE7A-FF90028B5CF7}"/>
              </a:ext>
            </a:extLst>
          </p:cNvPr>
          <p:cNvSpPr/>
          <p:nvPr/>
        </p:nvSpPr>
        <p:spPr>
          <a:xfrm>
            <a:off x="585057" y="1481526"/>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A</a:t>
            </a:r>
          </a:p>
        </p:txBody>
      </p:sp>
      <p:sp>
        <p:nvSpPr>
          <p:cNvPr id="39" name="Ellipse 38">
            <a:extLst>
              <a:ext uri="{FF2B5EF4-FFF2-40B4-BE49-F238E27FC236}">
                <a16:creationId xmlns:a16="http://schemas.microsoft.com/office/drawing/2014/main" id="{E3B2D1AB-4E8A-0214-CAFA-001558840E91}"/>
              </a:ext>
            </a:extLst>
          </p:cNvPr>
          <p:cNvSpPr/>
          <p:nvPr/>
        </p:nvSpPr>
        <p:spPr>
          <a:xfrm>
            <a:off x="584819" y="3742994"/>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Auto B</a:t>
            </a:r>
          </a:p>
        </p:txBody>
      </p:sp>
      <p:cxnSp>
        <p:nvCxnSpPr>
          <p:cNvPr id="40" name="Gerade Verbindung mit Pfeil 39">
            <a:extLst>
              <a:ext uri="{FF2B5EF4-FFF2-40B4-BE49-F238E27FC236}">
                <a16:creationId xmlns:a16="http://schemas.microsoft.com/office/drawing/2014/main" id="{51E2FEA0-B8A1-99CA-1FDE-7BB359D650FC}"/>
              </a:ext>
            </a:extLst>
          </p:cNvPr>
          <p:cNvCxnSpPr>
            <a:cxnSpLocks/>
            <a:stCxn id="38" idx="4"/>
            <a:endCxn id="39" idx="0"/>
          </p:cNvCxnSpPr>
          <p:nvPr/>
        </p:nvCxnSpPr>
        <p:spPr>
          <a:xfrm flipH="1">
            <a:off x="1281252" y="2198553"/>
            <a:ext cx="238" cy="15444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feld 40">
            <a:extLst>
              <a:ext uri="{FF2B5EF4-FFF2-40B4-BE49-F238E27FC236}">
                <a16:creationId xmlns:a16="http://schemas.microsoft.com/office/drawing/2014/main" id="{795B0BDD-05DF-7D0B-B15B-2B69BA37200C}"/>
              </a:ext>
            </a:extLst>
          </p:cNvPr>
          <p:cNvSpPr txBox="1"/>
          <p:nvPr/>
        </p:nvSpPr>
        <p:spPr>
          <a:xfrm>
            <a:off x="980527" y="2422049"/>
            <a:ext cx="601447" cy="307777"/>
          </a:xfrm>
          <a:prstGeom prst="rect">
            <a:avLst/>
          </a:prstGeom>
          <a:noFill/>
        </p:spPr>
        <p:txBody>
          <a:bodyPr wrap="none" rtlCol="0">
            <a:spAutoFit/>
          </a:bodyPr>
          <a:lstStyle/>
          <a:p>
            <a:r>
              <a:rPr lang="de-DE" dirty="0"/>
              <a:t>Fährt</a:t>
            </a:r>
          </a:p>
        </p:txBody>
      </p:sp>
      <p:sp>
        <p:nvSpPr>
          <p:cNvPr id="42" name="Textfeld 41">
            <a:extLst>
              <a:ext uri="{FF2B5EF4-FFF2-40B4-BE49-F238E27FC236}">
                <a16:creationId xmlns:a16="http://schemas.microsoft.com/office/drawing/2014/main" id="{06690453-DF2F-6703-3C65-7F74EDAC4F2E}"/>
              </a:ext>
            </a:extLst>
          </p:cNvPr>
          <p:cNvSpPr txBox="1"/>
          <p:nvPr/>
        </p:nvSpPr>
        <p:spPr>
          <a:xfrm>
            <a:off x="1581974" y="4198411"/>
            <a:ext cx="2154810"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de-DE" dirty="0"/>
              <a:t>Kaufdatum = 01.01.2001</a:t>
            </a:r>
          </a:p>
          <a:p>
            <a:r>
              <a:rPr lang="de-DE" dirty="0"/>
              <a:t>Marke = VW</a:t>
            </a:r>
          </a:p>
        </p:txBody>
      </p:sp>
      <p:sp>
        <p:nvSpPr>
          <p:cNvPr id="48" name="Ellipse 47">
            <a:extLst>
              <a:ext uri="{FF2B5EF4-FFF2-40B4-BE49-F238E27FC236}">
                <a16:creationId xmlns:a16="http://schemas.microsoft.com/office/drawing/2014/main" id="{CA11F7A9-E389-BD37-A775-18487F51110C}"/>
              </a:ext>
            </a:extLst>
          </p:cNvPr>
          <p:cNvSpPr/>
          <p:nvPr/>
        </p:nvSpPr>
        <p:spPr>
          <a:xfrm>
            <a:off x="3890307" y="1672924"/>
            <a:ext cx="1897570"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Fahrertätigkeit</a:t>
            </a:r>
          </a:p>
        </p:txBody>
      </p:sp>
      <p:cxnSp>
        <p:nvCxnSpPr>
          <p:cNvPr id="50" name="Gerade Verbindung mit Pfeil 49">
            <a:extLst>
              <a:ext uri="{FF2B5EF4-FFF2-40B4-BE49-F238E27FC236}">
                <a16:creationId xmlns:a16="http://schemas.microsoft.com/office/drawing/2014/main" id="{3AF1C8BA-6794-A6FF-0671-046019478948}"/>
              </a:ext>
            </a:extLst>
          </p:cNvPr>
          <p:cNvCxnSpPr>
            <a:cxnSpLocks/>
            <a:stCxn id="48" idx="5"/>
            <a:endCxn id="6" idx="1"/>
          </p:cNvCxnSpPr>
          <p:nvPr/>
        </p:nvCxnSpPr>
        <p:spPr>
          <a:xfrm>
            <a:off x="5509984" y="2284945"/>
            <a:ext cx="555759" cy="8581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Gerade Verbindung mit Pfeil 55">
            <a:extLst>
              <a:ext uri="{FF2B5EF4-FFF2-40B4-BE49-F238E27FC236}">
                <a16:creationId xmlns:a16="http://schemas.microsoft.com/office/drawing/2014/main" id="{F27F4426-1434-8E06-D06F-E32422BB8390}"/>
              </a:ext>
            </a:extLst>
          </p:cNvPr>
          <p:cNvCxnSpPr>
            <a:stCxn id="5" idx="3"/>
            <a:endCxn id="48" idx="7"/>
          </p:cNvCxnSpPr>
          <p:nvPr/>
        </p:nvCxnSpPr>
        <p:spPr>
          <a:xfrm flipH="1">
            <a:off x="5509984" y="1376520"/>
            <a:ext cx="554972" cy="4014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7" name="Textfeld 56">
            <a:extLst>
              <a:ext uri="{FF2B5EF4-FFF2-40B4-BE49-F238E27FC236}">
                <a16:creationId xmlns:a16="http://schemas.microsoft.com/office/drawing/2014/main" id="{17DD9D51-2551-6281-F014-2A34FE187029}"/>
              </a:ext>
            </a:extLst>
          </p:cNvPr>
          <p:cNvSpPr txBox="1"/>
          <p:nvPr/>
        </p:nvSpPr>
        <p:spPr>
          <a:xfrm>
            <a:off x="4724033" y="1365147"/>
            <a:ext cx="1098378" cy="307777"/>
          </a:xfrm>
          <a:prstGeom prst="rect">
            <a:avLst/>
          </a:prstGeom>
          <a:noFill/>
        </p:spPr>
        <p:txBody>
          <a:bodyPr wrap="none" rtlCol="0">
            <a:spAutoFit/>
          </a:bodyPr>
          <a:lstStyle/>
          <a:p>
            <a:r>
              <a:rPr lang="de-DE" dirty="0"/>
              <a:t>Fährt durch</a:t>
            </a:r>
          </a:p>
        </p:txBody>
      </p:sp>
      <p:sp>
        <p:nvSpPr>
          <p:cNvPr id="58" name="Textfeld 57">
            <a:extLst>
              <a:ext uri="{FF2B5EF4-FFF2-40B4-BE49-F238E27FC236}">
                <a16:creationId xmlns:a16="http://schemas.microsoft.com/office/drawing/2014/main" id="{CFFDEB0B-5326-0BCF-E8CE-27F739D0A66F}"/>
              </a:ext>
            </a:extLst>
          </p:cNvPr>
          <p:cNvSpPr txBox="1"/>
          <p:nvPr/>
        </p:nvSpPr>
        <p:spPr>
          <a:xfrm>
            <a:off x="5355068" y="2507607"/>
            <a:ext cx="1011815" cy="307777"/>
          </a:xfrm>
          <a:prstGeom prst="rect">
            <a:avLst/>
          </a:prstGeom>
          <a:noFill/>
        </p:spPr>
        <p:txBody>
          <a:bodyPr wrap="none" rtlCol="0">
            <a:spAutoFit/>
          </a:bodyPr>
          <a:lstStyle/>
          <a:p>
            <a:r>
              <a:rPr lang="de-DE" dirty="0"/>
              <a:t>Des Autos</a:t>
            </a:r>
          </a:p>
        </p:txBody>
      </p:sp>
      <p:sp>
        <p:nvSpPr>
          <p:cNvPr id="60" name="Ellipse 59">
            <a:extLst>
              <a:ext uri="{FF2B5EF4-FFF2-40B4-BE49-F238E27FC236}">
                <a16:creationId xmlns:a16="http://schemas.microsoft.com/office/drawing/2014/main" id="{B0CCC3B4-F656-A495-4991-E465C64CF55B}"/>
              </a:ext>
            </a:extLst>
          </p:cNvPr>
          <p:cNvSpPr/>
          <p:nvPr/>
        </p:nvSpPr>
        <p:spPr>
          <a:xfrm>
            <a:off x="4080643" y="3038047"/>
            <a:ext cx="1516898"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01.01.2001</a:t>
            </a:r>
          </a:p>
        </p:txBody>
      </p:sp>
      <p:cxnSp>
        <p:nvCxnSpPr>
          <p:cNvPr id="62" name="Gerade Verbindung mit Pfeil 61">
            <a:extLst>
              <a:ext uri="{FF2B5EF4-FFF2-40B4-BE49-F238E27FC236}">
                <a16:creationId xmlns:a16="http://schemas.microsoft.com/office/drawing/2014/main" id="{7B21C906-76FE-D48D-F2BB-6C61298E1F65}"/>
              </a:ext>
            </a:extLst>
          </p:cNvPr>
          <p:cNvCxnSpPr>
            <a:stCxn id="48" idx="4"/>
            <a:endCxn id="60" idx="0"/>
          </p:cNvCxnSpPr>
          <p:nvPr/>
        </p:nvCxnSpPr>
        <p:spPr>
          <a:xfrm>
            <a:off x="4839092" y="2389951"/>
            <a:ext cx="0" cy="6480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4" name="Textfeld 63">
            <a:extLst>
              <a:ext uri="{FF2B5EF4-FFF2-40B4-BE49-F238E27FC236}">
                <a16:creationId xmlns:a16="http://schemas.microsoft.com/office/drawing/2014/main" id="{D933FDDB-E1A7-A527-C857-C113E36628E6}"/>
              </a:ext>
            </a:extLst>
          </p:cNvPr>
          <p:cNvSpPr txBox="1"/>
          <p:nvPr/>
        </p:nvSpPr>
        <p:spPr>
          <a:xfrm>
            <a:off x="4239860" y="2507606"/>
            <a:ext cx="1059906" cy="307777"/>
          </a:xfrm>
          <a:prstGeom prst="rect">
            <a:avLst/>
          </a:prstGeom>
          <a:noFill/>
        </p:spPr>
        <p:txBody>
          <a:bodyPr wrap="none" rtlCol="0">
            <a:spAutoFit/>
          </a:bodyPr>
          <a:lstStyle/>
          <a:p>
            <a:r>
              <a:rPr lang="de-DE" dirty="0"/>
              <a:t>Startdatum</a:t>
            </a:r>
          </a:p>
        </p:txBody>
      </p:sp>
      <p:sp>
        <p:nvSpPr>
          <p:cNvPr id="65" name="Ellipse 64">
            <a:extLst>
              <a:ext uri="{FF2B5EF4-FFF2-40B4-BE49-F238E27FC236}">
                <a16:creationId xmlns:a16="http://schemas.microsoft.com/office/drawing/2014/main" id="{F7BDD95D-2002-DA42-2CC4-2D453F244F36}"/>
              </a:ext>
            </a:extLst>
          </p:cNvPr>
          <p:cNvSpPr/>
          <p:nvPr/>
        </p:nvSpPr>
        <p:spPr>
          <a:xfrm>
            <a:off x="5798959" y="4125936"/>
            <a:ext cx="1516898"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VW</a:t>
            </a:r>
          </a:p>
        </p:txBody>
      </p:sp>
      <p:cxnSp>
        <p:nvCxnSpPr>
          <p:cNvPr id="67" name="Gerade Verbindung mit Pfeil 66">
            <a:extLst>
              <a:ext uri="{FF2B5EF4-FFF2-40B4-BE49-F238E27FC236}">
                <a16:creationId xmlns:a16="http://schemas.microsoft.com/office/drawing/2014/main" id="{25974332-EC45-995D-275F-59D1BCAD4DDA}"/>
              </a:ext>
            </a:extLst>
          </p:cNvPr>
          <p:cNvCxnSpPr>
            <a:stCxn id="6" idx="4"/>
            <a:endCxn id="65" idx="0"/>
          </p:cNvCxnSpPr>
          <p:nvPr/>
        </p:nvCxnSpPr>
        <p:spPr>
          <a:xfrm flipH="1">
            <a:off x="6557408" y="3755076"/>
            <a:ext cx="788" cy="3708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9" name="Textfeld 68">
            <a:extLst>
              <a:ext uri="{FF2B5EF4-FFF2-40B4-BE49-F238E27FC236}">
                <a16:creationId xmlns:a16="http://schemas.microsoft.com/office/drawing/2014/main" id="{57635F81-3812-4E87-2594-437D13CC694A}"/>
              </a:ext>
            </a:extLst>
          </p:cNvPr>
          <p:cNvSpPr txBox="1"/>
          <p:nvPr/>
        </p:nvSpPr>
        <p:spPr>
          <a:xfrm>
            <a:off x="6078235" y="3743382"/>
            <a:ext cx="910827" cy="307777"/>
          </a:xfrm>
          <a:prstGeom prst="rect">
            <a:avLst/>
          </a:prstGeom>
          <a:noFill/>
        </p:spPr>
        <p:txBody>
          <a:bodyPr wrap="none" rtlCol="0">
            <a:spAutoFit/>
          </a:bodyPr>
          <a:lstStyle/>
          <a:p>
            <a:r>
              <a:rPr lang="de-DE" dirty="0"/>
              <a:t>Marke ist</a:t>
            </a:r>
          </a:p>
        </p:txBody>
      </p:sp>
      <p:sp>
        <p:nvSpPr>
          <p:cNvPr id="70" name="Textfeld 69">
            <a:extLst>
              <a:ext uri="{FF2B5EF4-FFF2-40B4-BE49-F238E27FC236}">
                <a16:creationId xmlns:a16="http://schemas.microsoft.com/office/drawing/2014/main" id="{F69153CB-8E66-8D92-DC53-879CA539C01B}"/>
              </a:ext>
            </a:extLst>
          </p:cNvPr>
          <p:cNvSpPr txBox="1"/>
          <p:nvPr/>
        </p:nvSpPr>
        <p:spPr>
          <a:xfrm>
            <a:off x="614761" y="2764357"/>
            <a:ext cx="2149345"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de-DE" dirty="0"/>
              <a:t>Startdatum = 02.02.2002</a:t>
            </a:r>
          </a:p>
          <a:p>
            <a:r>
              <a:rPr lang="de-DE" dirty="0"/>
              <a:t>Marke = VW</a:t>
            </a:r>
          </a:p>
        </p:txBody>
      </p:sp>
      <p:cxnSp>
        <p:nvCxnSpPr>
          <p:cNvPr id="72" name="Gerade Verbindung mit Pfeil 71">
            <a:extLst>
              <a:ext uri="{FF2B5EF4-FFF2-40B4-BE49-F238E27FC236}">
                <a16:creationId xmlns:a16="http://schemas.microsoft.com/office/drawing/2014/main" id="{639FD32A-A6EC-59FD-52FF-9D8A5D83F1B1}"/>
              </a:ext>
            </a:extLst>
          </p:cNvPr>
          <p:cNvCxnSpPr>
            <a:stCxn id="22" idx="3"/>
            <a:endCxn id="6" idx="7"/>
          </p:cNvCxnSpPr>
          <p:nvPr/>
        </p:nvCxnSpPr>
        <p:spPr>
          <a:xfrm flipH="1">
            <a:off x="7050648" y="2358155"/>
            <a:ext cx="687292" cy="7849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3" name="Textfeld 72">
            <a:extLst>
              <a:ext uri="{FF2B5EF4-FFF2-40B4-BE49-F238E27FC236}">
                <a16:creationId xmlns:a16="http://schemas.microsoft.com/office/drawing/2014/main" id="{14CC901B-19DB-FA70-45F7-773324769827}"/>
              </a:ext>
            </a:extLst>
          </p:cNvPr>
          <p:cNvSpPr txBox="1"/>
          <p:nvPr/>
        </p:nvSpPr>
        <p:spPr>
          <a:xfrm>
            <a:off x="6966859" y="2507607"/>
            <a:ext cx="922047" cy="307777"/>
          </a:xfrm>
          <a:prstGeom prst="rect">
            <a:avLst/>
          </a:prstGeom>
          <a:noFill/>
        </p:spPr>
        <p:txBody>
          <a:bodyPr wrap="none" rtlCol="0">
            <a:spAutoFit/>
          </a:bodyPr>
          <a:lstStyle/>
          <a:p>
            <a:r>
              <a:rPr lang="de-DE" dirty="0"/>
              <a:t>Von Auto</a:t>
            </a:r>
          </a:p>
        </p:txBody>
      </p:sp>
    </p:spTree>
    <p:extLst>
      <p:ext uri="{BB962C8B-B14F-4D97-AF65-F5344CB8AC3E}">
        <p14:creationId xmlns:p14="http://schemas.microsoft.com/office/powerpoint/2010/main" val="38991845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6ECF9-7379-333A-7F54-726F52D19B1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86597C1-64E8-ED44-90BC-A71087925681}"/>
              </a:ext>
            </a:extLst>
          </p:cNvPr>
          <p:cNvSpPr>
            <a:spLocks noGrp="1"/>
          </p:cNvSpPr>
          <p:nvPr>
            <p:ph type="title"/>
          </p:nvPr>
        </p:nvSpPr>
        <p:spPr>
          <a:xfrm>
            <a:off x="720000" y="445025"/>
            <a:ext cx="7722960" cy="1218300"/>
          </a:xfrm>
        </p:spPr>
        <p:txBody>
          <a:bodyPr/>
          <a:lstStyle/>
          <a:p>
            <a:pPr marL="285750" indent="-285750">
              <a:buSzPts val="1100"/>
            </a:pPr>
            <a:r>
              <a:rPr lang="de-DE" sz="2400" dirty="0"/>
              <a:t>Wie ist ein Property-Graph aufgebaut?</a:t>
            </a:r>
          </a:p>
        </p:txBody>
      </p:sp>
      <p:sp>
        <p:nvSpPr>
          <p:cNvPr id="9" name="Rectangle 2">
            <a:extLst>
              <a:ext uri="{FF2B5EF4-FFF2-40B4-BE49-F238E27FC236}">
                <a16:creationId xmlns:a16="http://schemas.microsoft.com/office/drawing/2014/main" id="{D4A69E0E-3D28-F3BB-4738-1B4AB2615611}"/>
              </a:ext>
            </a:extLst>
          </p:cNvPr>
          <p:cNvSpPr txBox="1">
            <a:spLocks noChangeArrowheads="1"/>
          </p:cNvSpPr>
          <p:nvPr/>
        </p:nvSpPr>
        <p:spPr bwMode="auto">
          <a:xfrm>
            <a:off x="1455208" y="1971586"/>
            <a:ext cx="5692352" cy="1200329"/>
          </a:xfrm>
          <a:prstGeom prst="rect">
            <a:avLst/>
          </a:prstGeom>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spcFirstLastPara="1"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eaLnBrk="0" fontAlgn="base" hangingPunct="0">
              <a:lnSpc>
                <a:spcPct val="100000"/>
              </a:lnSpc>
              <a:spcBef>
                <a:spcPct val="0"/>
              </a:spcBef>
              <a:spcAft>
                <a:spcPct val="0"/>
              </a:spcAft>
              <a:buClrTx/>
              <a:buSzTx/>
              <a:buNone/>
            </a:pPr>
            <a:r>
              <a:rPr lang="de-DE" sz="1800" dirty="0"/>
              <a:t>Ein Property Graph modelliert nicht nur Objekte, sondern auch ihre Beziehungen, Typen und Eigenschaften durch Knoten, Kanten, Labels und Properties direkt im Datenmodell.</a:t>
            </a:r>
            <a:endParaRPr lang="de-DE" altLang="de-DE" sz="1800" dirty="0">
              <a:solidFill>
                <a:schemeClr val="tx1"/>
              </a:solidFill>
              <a:latin typeface="Arial" panose="020B0604020202020204" pitchFamily="34" charset="0"/>
            </a:endParaRPr>
          </a:p>
        </p:txBody>
      </p:sp>
    </p:spTree>
    <p:extLst>
      <p:ext uri="{BB962C8B-B14F-4D97-AF65-F5344CB8AC3E}">
        <p14:creationId xmlns:p14="http://schemas.microsoft.com/office/powerpoint/2010/main" val="2757065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16">
          <a:extLst>
            <a:ext uri="{FF2B5EF4-FFF2-40B4-BE49-F238E27FC236}">
              <a16:creationId xmlns:a16="http://schemas.microsoft.com/office/drawing/2014/main" id="{25755B00-68A2-2137-421F-147069BE1ABE}"/>
            </a:ext>
          </a:extLst>
        </p:cNvPr>
        <p:cNvGrpSpPr/>
        <p:nvPr/>
      </p:nvGrpSpPr>
      <p:grpSpPr>
        <a:xfrm>
          <a:off x="0" y="0"/>
          <a:ext cx="0" cy="0"/>
          <a:chOff x="0" y="0"/>
          <a:chExt cx="0" cy="0"/>
        </a:xfrm>
      </p:grpSpPr>
      <p:sp>
        <p:nvSpPr>
          <p:cNvPr id="817" name="Google Shape;817;p39">
            <a:extLst>
              <a:ext uri="{FF2B5EF4-FFF2-40B4-BE49-F238E27FC236}">
                <a16:creationId xmlns:a16="http://schemas.microsoft.com/office/drawing/2014/main" id="{54E062B5-C4FB-B45D-78AD-0D5607CDC71E}"/>
              </a:ext>
            </a:extLst>
          </p:cNvPr>
          <p:cNvSpPr txBox="1">
            <a:spLocks noGrp="1"/>
          </p:cNvSpPr>
          <p:nvPr>
            <p:ph type="title"/>
          </p:nvPr>
        </p:nvSpPr>
        <p:spPr>
          <a:xfrm>
            <a:off x="1135250" y="2463325"/>
            <a:ext cx="6822179" cy="858600"/>
          </a:xfrm>
          <a:prstGeom prst="rect">
            <a:avLst/>
          </a:prstGeom>
        </p:spPr>
        <p:txBody>
          <a:bodyPr spcFirstLastPara="1" wrap="square" lIns="91425" tIns="91425" rIns="91425" bIns="91425" anchor="b" anchorCtr="0">
            <a:noAutofit/>
          </a:bodyPr>
          <a:lstStyle/>
          <a:p>
            <a:pPr marL="0" lvl="0" indent="0"/>
            <a:r>
              <a:rPr lang="de-DE" sz="4400" dirty="0"/>
              <a:t>Datenstruktur</a:t>
            </a:r>
          </a:p>
        </p:txBody>
      </p:sp>
      <p:sp>
        <p:nvSpPr>
          <p:cNvPr id="818" name="Google Shape;818;p39">
            <a:extLst>
              <a:ext uri="{FF2B5EF4-FFF2-40B4-BE49-F238E27FC236}">
                <a16:creationId xmlns:a16="http://schemas.microsoft.com/office/drawing/2014/main" id="{74A2E11A-37B9-5AD5-F371-A59A902B9F25}"/>
              </a:ext>
            </a:extLst>
          </p:cNvPr>
          <p:cNvSpPr txBox="1">
            <a:spLocks noGrp="1"/>
          </p:cNvSpPr>
          <p:nvPr>
            <p:ph type="title" idx="2"/>
          </p:nvPr>
        </p:nvSpPr>
        <p:spPr>
          <a:xfrm>
            <a:off x="3945150" y="1098100"/>
            <a:ext cx="12537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819" name="Google Shape;819;p39">
            <a:extLst>
              <a:ext uri="{FF2B5EF4-FFF2-40B4-BE49-F238E27FC236}">
                <a16:creationId xmlns:a16="http://schemas.microsoft.com/office/drawing/2014/main" id="{D825C79E-358E-AB41-3016-8AAC4CD88AD8}"/>
              </a:ext>
            </a:extLst>
          </p:cNvPr>
          <p:cNvSpPr txBox="1">
            <a:spLocks noGrp="1"/>
          </p:cNvSpPr>
          <p:nvPr>
            <p:ph type="subTitle" idx="1"/>
          </p:nvPr>
        </p:nvSpPr>
        <p:spPr>
          <a:xfrm>
            <a:off x="1701575" y="3213200"/>
            <a:ext cx="5740800" cy="375000"/>
          </a:xfrm>
          <a:prstGeom prst="rect">
            <a:avLst/>
          </a:prstGeom>
        </p:spPr>
        <p:txBody>
          <a:bodyPr spcFirstLastPara="1" wrap="square" lIns="91425" tIns="91425" rIns="91425" bIns="91425" anchor="t" anchorCtr="0">
            <a:noAutofit/>
          </a:bodyPr>
          <a:lstStyle/>
          <a:p>
            <a:pPr marL="0" lvl="0" indent="0"/>
            <a:r>
              <a:rPr lang="de-DE" dirty="0"/>
              <a:t>Wie werden Graph Daten gespeichert?</a:t>
            </a:r>
          </a:p>
        </p:txBody>
      </p:sp>
      <p:grpSp>
        <p:nvGrpSpPr>
          <p:cNvPr id="820" name="Google Shape;820;p39">
            <a:extLst>
              <a:ext uri="{FF2B5EF4-FFF2-40B4-BE49-F238E27FC236}">
                <a16:creationId xmlns:a16="http://schemas.microsoft.com/office/drawing/2014/main" id="{5B293F9D-0CFE-EE2D-43C9-B0A213A7B9D9}"/>
              </a:ext>
            </a:extLst>
          </p:cNvPr>
          <p:cNvGrpSpPr/>
          <p:nvPr/>
        </p:nvGrpSpPr>
        <p:grpSpPr>
          <a:xfrm>
            <a:off x="7826421" y="4156055"/>
            <a:ext cx="1104243" cy="852948"/>
            <a:chOff x="6614871" y="4003785"/>
            <a:chExt cx="690195" cy="533126"/>
          </a:xfrm>
        </p:grpSpPr>
        <p:sp>
          <p:nvSpPr>
            <p:cNvPr id="821" name="Google Shape;821;p39">
              <a:extLst>
                <a:ext uri="{FF2B5EF4-FFF2-40B4-BE49-F238E27FC236}">
                  <a16:creationId xmlns:a16="http://schemas.microsoft.com/office/drawing/2014/main" id="{265CDD3A-68D9-89D4-2A50-2DDB8617EE99}"/>
                </a:ext>
              </a:extLst>
            </p:cNvPr>
            <p:cNvSpPr/>
            <p:nvPr/>
          </p:nvSpPr>
          <p:spPr>
            <a:xfrm>
              <a:off x="6740706" y="4285710"/>
              <a:ext cx="252140" cy="251201"/>
            </a:xfrm>
            <a:custGeom>
              <a:avLst/>
              <a:gdLst/>
              <a:ahLst/>
              <a:cxnLst/>
              <a:rect l="l" t="t" r="r" b="b"/>
              <a:pathLst>
                <a:path w="6442" h="6418" fill="none" extrusionOk="0">
                  <a:moveTo>
                    <a:pt x="5203" y="6418"/>
                  </a:moveTo>
                  <a:lnTo>
                    <a:pt x="1227" y="6418"/>
                  </a:lnTo>
                  <a:cubicBezTo>
                    <a:pt x="548" y="6418"/>
                    <a:pt x="0" y="5870"/>
                    <a:pt x="0" y="5191"/>
                  </a:cubicBezTo>
                  <a:lnTo>
                    <a:pt x="0" y="1227"/>
                  </a:lnTo>
                  <a:cubicBezTo>
                    <a:pt x="0" y="536"/>
                    <a:pt x="560" y="0"/>
                    <a:pt x="1227" y="0"/>
                  </a:cubicBezTo>
                  <a:lnTo>
                    <a:pt x="5203" y="0"/>
                  </a:lnTo>
                  <a:cubicBezTo>
                    <a:pt x="5882" y="0"/>
                    <a:pt x="6418" y="548"/>
                    <a:pt x="6418" y="1227"/>
                  </a:cubicBezTo>
                  <a:lnTo>
                    <a:pt x="6418" y="5191"/>
                  </a:lnTo>
                  <a:cubicBezTo>
                    <a:pt x="6442" y="5870"/>
                    <a:pt x="5882" y="6418"/>
                    <a:pt x="5203"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9">
              <a:extLst>
                <a:ext uri="{FF2B5EF4-FFF2-40B4-BE49-F238E27FC236}">
                  <a16:creationId xmlns:a16="http://schemas.microsoft.com/office/drawing/2014/main" id="{FB438A1B-92D3-755E-C21B-E9EFBE39E8D8}"/>
                </a:ext>
              </a:extLst>
            </p:cNvPr>
            <p:cNvSpPr/>
            <p:nvPr/>
          </p:nvSpPr>
          <p:spPr>
            <a:xfrm>
              <a:off x="6843684" y="4365399"/>
              <a:ext cx="66225" cy="74131"/>
            </a:xfrm>
            <a:custGeom>
              <a:avLst/>
              <a:gdLst/>
              <a:ahLst/>
              <a:cxnLst/>
              <a:rect l="l" t="t" r="r" b="b"/>
              <a:pathLst>
                <a:path w="1692" h="1894" extrusionOk="0">
                  <a:moveTo>
                    <a:pt x="846" y="203"/>
                  </a:moveTo>
                  <a:cubicBezTo>
                    <a:pt x="1025" y="203"/>
                    <a:pt x="1168" y="274"/>
                    <a:pt x="1275" y="405"/>
                  </a:cubicBezTo>
                  <a:cubicBezTo>
                    <a:pt x="1382" y="536"/>
                    <a:pt x="1429" y="715"/>
                    <a:pt x="1429" y="953"/>
                  </a:cubicBezTo>
                  <a:cubicBezTo>
                    <a:pt x="1429" y="1179"/>
                    <a:pt x="1382" y="1358"/>
                    <a:pt x="1275" y="1489"/>
                  </a:cubicBezTo>
                  <a:cubicBezTo>
                    <a:pt x="1168" y="1620"/>
                    <a:pt x="1025" y="1691"/>
                    <a:pt x="846" y="1691"/>
                  </a:cubicBezTo>
                  <a:cubicBezTo>
                    <a:pt x="667" y="1691"/>
                    <a:pt x="525" y="1620"/>
                    <a:pt x="417" y="1489"/>
                  </a:cubicBezTo>
                  <a:cubicBezTo>
                    <a:pt x="322" y="1358"/>
                    <a:pt x="263" y="1179"/>
                    <a:pt x="263" y="953"/>
                  </a:cubicBezTo>
                  <a:cubicBezTo>
                    <a:pt x="263" y="715"/>
                    <a:pt x="322" y="536"/>
                    <a:pt x="417" y="405"/>
                  </a:cubicBezTo>
                  <a:cubicBezTo>
                    <a:pt x="525" y="274"/>
                    <a:pt x="667" y="203"/>
                    <a:pt x="846" y="203"/>
                  </a:cubicBezTo>
                  <a:close/>
                  <a:moveTo>
                    <a:pt x="846" y="0"/>
                  </a:moveTo>
                  <a:cubicBezTo>
                    <a:pt x="596" y="0"/>
                    <a:pt x="394" y="96"/>
                    <a:pt x="239" y="262"/>
                  </a:cubicBezTo>
                  <a:cubicBezTo>
                    <a:pt x="84" y="429"/>
                    <a:pt x="1" y="655"/>
                    <a:pt x="1" y="953"/>
                  </a:cubicBezTo>
                  <a:cubicBezTo>
                    <a:pt x="1" y="1239"/>
                    <a:pt x="84" y="1465"/>
                    <a:pt x="239" y="1631"/>
                  </a:cubicBezTo>
                  <a:cubicBezTo>
                    <a:pt x="394" y="1810"/>
                    <a:pt x="596" y="1893"/>
                    <a:pt x="846" y="1893"/>
                  </a:cubicBezTo>
                  <a:cubicBezTo>
                    <a:pt x="1108" y="1893"/>
                    <a:pt x="1310" y="1810"/>
                    <a:pt x="1453" y="1631"/>
                  </a:cubicBezTo>
                  <a:cubicBezTo>
                    <a:pt x="1608" y="1465"/>
                    <a:pt x="1691" y="1239"/>
                    <a:pt x="1691" y="953"/>
                  </a:cubicBezTo>
                  <a:cubicBezTo>
                    <a:pt x="1691" y="655"/>
                    <a:pt x="1608" y="429"/>
                    <a:pt x="1453" y="262"/>
                  </a:cubicBezTo>
                  <a:cubicBezTo>
                    <a:pt x="1310" y="96"/>
                    <a:pt x="1108" y="0"/>
                    <a:pt x="8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9">
              <a:extLst>
                <a:ext uri="{FF2B5EF4-FFF2-40B4-BE49-F238E27FC236}">
                  <a16:creationId xmlns:a16="http://schemas.microsoft.com/office/drawing/2014/main" id="{B8722FAA-AA6C-5705-07E5-3B9411CD3019}"/>
                </a:ext>
              </a:extLst>
            </p:cNvPr>
            <p:cNvSpPr/>
            <p:nvPr/>
          </p:nvSpPr>
          <p:spPr>
            <a:xfrm>
              <a:off x="7053396" y="4285710"/>
              <a:ext cx="251670" cy="251201"/>
            </a:xfrm>
            <a:custGeom>
              <a:avLst/>
              <a:gdLst/>
              <a:ahLst/>
              <a:cxnLst/>
              <a:rect l="l" t="t" r="r" b="b"/>
              <a:pathLst>
                <a:path w="6430" h="6418" fill="none" extrusionOk="0">
                  <a:moveTo>
                    <a:pt x="5204" y="6418"/>
                  </a:moveTo>
                  <a:lnTo>
                    <a:pt x="1215" y="6418"/>
                  </a:lnTo>
                  <a:cubicBezTo>
                    <a:pt x="536" y="6418"/>
                    <a:pt x="1" y="5870"/>
                    <a:pt x="1" y="5191"/>
                  </a:cubicBezTo>
                  <a:lnTo>
                    <a:pt x="1" y="1227"/>
                  </a:lnTo>
                  <a:cubicBezTo>
                    <a:pt x="1" y="536"/>
                    <a:pt x="548" y="0"/>
                    <a:pt x="1215" y="0"/>
                  </a:cubicBezTo>
                  <a:lnTo>
                    <a:pt x="5192" y="0"/>
                  </a:lnTo>
                  <a:cubicBezTo>
                    <a:pt x="5870" y="0"/>
                    <a:pt x="6406" y="548"/>
                    <a:pt x="6406" y="1227"/>
                  </a:cubicBezTo>
                  <a:lnTo>
                    <a:pt x="6406" y="5191"/>
                  </a:lnTo>
                  <a:cubicBezTo>
                    <a:pt x="6430" y="5870"/>
                    <a:pt x="5870"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9">
              <a:extLst>
                <a:ext uri="{FF2B5EF4-FFF2-40B4-BE49-F238E27FC236}">
                  <a16:creationId xmlns:a16="http://schemas.microsoft.com/office/drawing/2014/main" id="{0BBC98CB-D51F-C836-AB22-820A8ADB8C99}"/>
                </a:ext>
              </a:extLst>
            </p:cNvPr>
            <p:cNvSpPr/>
            <p:nvPr/>
          </p:nvSpPr>
          <p:spPr>
            <a:xfrm>
              <a:off x="7163379" y="4366808"/>
              <a:ext cx="46185" cy="71313"/>
            </a:xfrm>
            <a:custGeom>
              <a:avLst/>
              <a:gdLst/>
              <a:ahLst/>
              <a:cxnLst/>
              <a:rect l="l" t="t" r="r" b="b"/>
              <a:pathLst>
                <a:path w="1180" h="1822" extrusionOk="0">
                  <a:moveTo>
                    <a:pt x="560" y="202"/>
                  </a:moveTo>
                  <a:cubicBezTo>
                    <a:pt x="667" y="202"/>
                    <a:pt x="762" y="238"/>
                    <a:pt x="822" y="298"/>
                  </a:cubicBezTo>
                  <a:cubicBezTo>
                    <a:pt x="881" y="357"/>
                    <a:pt x="917" y="441"/>
                    <a:pt x="917" y="548"/>
                  </a:cubicBezTo>
                  <a:cubicBezTo>
                    <a:pt x="917" y="655"/>
                    <a:pt x="881" y="738"/>
                    <a:pt x="822" y="798"/>
                  </a:cubicBezTo>
                  <a:cubicBezTo>
                    <a:pt x="762" y="857"/>
                    <a:pt x="667" y="881"/>
                    <a:pt x="560" y="881"/>
                  </a:cubicBezTo>
                  <a:lnTo>
                    <a:pt x="250" y="881"/>
                  </a:lnTo>
                  <a:lnTo>
                    <a:pt x="250" y="202"/>
                  </a:lnTo>
                  <a:close/>
                  <a:moveTo>
                    <a:pt x="0" y="0"/>
                  </a:moveTo>
                  <a:lnTo>
                    <a:pt x="0" y="1822"/>
                  </a:lnTo>
                  <a:lnTo>
                    <a:pt x="250" y="1822"/>
                  </a:lnTo>
                  <a:lnTo>
                    <a:pt x="250" y="1083"/>
                  </a:lnTo>
                  <a:lnTo>
                    <a:pt x="560" y="1083"/>
                  </a:lnTo>
                  <a:cubicBezTo>
                    <a:pt x="762" y="1083"/>
                    <a:pt x="917" y="1048"/>
                    <a:pt x="1012" y="953"/>
                  </a:cubicBezTo>
                  <a:cubicBezTo>
                    <a:pt x="1120" y="857"/>
                    <a:pt x="1179" y="726"/>
                    <a:pt x="1179" y="548"/>
                  </a:cubicBezTo>
                  <a:cubicBezTo>
                    <a:pt x="1179" y="369"/>
                    <a:pt x="1120" y="238"/>
                    <a:pt x="1012" y="143"/>
                  </a:cubicBezTo>
                  <a:cubicBezTo>
                    <a:pt x="917" y="48"/>
                    <a:pt x="762" y="0"/>
                    <a:pt x="5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9">
              <a:extLst>
                <a:ext uri="{FF2B5EF4-FFF2-40B4-BE49-F238E27FC236}">
                  <a16:creationId xmlns:a16="http://schemas.microsoft.com/office/drawing/2014/main" id="{A3358E26-03F3-F6D8-11EE-6621CFE6CE77}"/>
                </a:ext>
              </a:extLst>
            </p:cNvPr>
            <p:cNvSpPr/>
            <p:nvPr/>
          </p:nvSpPr>
          <p:spPr>
            <a:xfrm>
              <a:off x="6614871" y="4003785"/>
              <a:ext cx="251240" cy="251201"/>
            </a:xfrm>
            <a:custGeom>
              <a:avLst/>
              <a:gdLst/>
              <a:ahLst/>
              <a:cxnLst/>
              <a:rect l="l" t="t" r="r" b="b"/>
              <a:pathLst>
                <a:path w="6419" h="6418" fill="none" extrusionOk="0">
                  <a:moveTo>
                    <a:pt x="5204" y="6418"/>
                  </a:moveTo>
                  <a:lnTo>
                    <a:pt x="1227" y="6418"/>
                  </a:lnTo>
                  <a:cubicBezTo>
                    <a:pt x="548" y="6418"/>
                    <a:pt x="1" y="5870"/>
                    <a:pt x="1" y="5191"/>
                  </a:cubicBezTo>
                  <a:lnTo>
                    <a:pt x="1" y="1226"/>
                  </a:lnTo>
                  <a:cubicBezTo>
                    <a:pt x="1" y="536"/>
                    <a:pt x="560" y="0"/>
                    <a:pt x="1227" y="0"/>
                  </a:cubicBezTo>
                  <a:lnTo>
                    <a:pt x="5204" y="0"/>
                  </a:lnTo>
                  <a:cubicBezTo>
                    <a:pt x="5882" y="0"/>
                    <a:pt x="6418" y="548"/>
                    <a:pt x="6418" y="1226"/>
                  </a:cubicBezTo>
                  <a:lnTo>
                    <a:pt x="6418" y="5191"/>
                  </a:lnTo>
                  <a:cubicBezTo>
                    <a:pt x="6418" y="5870"/>
                    <a:pt x="5871"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9">
              <a:extLst>
                <a:ext uri="{FF2B5EF4-FFF2-40B4-BE49-F238E27FC236}">
                  <a16:creationId xmlns:a16="http://schemas.microsoft.com/office/drawing/2014/main" id="{89D6B9A3-7927-AE90-C4FD-E42394B25EF0}"/>
                </a:ext>
              </a:extLst>
            </p:cNvPr>
            <p:cNvSpPr/>
            <p:nvPr/>
          </p:nvSpPr>
          <p:spPr>
            <a:xfrm>
              <a:off x="6927091" y="4003785"/>
              <a:ext cx="252179" cy="251201"/>
            </a:xfrm>
            <a:custGeom>
              <a:avLst/>
              <a:gdLst/>
              <a:ahLst/>
              <a:cxnLst/>
              <a:rect l="l" t="t" r="r" b="b"/>
              <a:pathLst>
                <a:path w="6443" h="6418" fill="none" extrusionOk="0">
                  <a:moveTo>
                    <a:pt x="5204" y="6418"/>
                  </a:moveTo>
                  <a:lnTo>
                    <a:pt x="1227" y="6418"/>
                  </a:lnTo>
                  <a:cubicBezTo>
                    <a:pt x="549" y="6418"/>
                    <a:pt x="1" y="5870"/>
                    <a:pt x="1" y="5191"/>
                  </a:cubicBezTo>
                  <a:lnTo>
                    <a:pt x="1" y="1226"/>
                  </a:lnTo>
                  <a:cubicBezTo>
                    <a:pt x="1" y="536"/>
                    <a:pt x="561" y="0"/>
                    <a:pt x="1227" y="0"/>
                  </a:cubicBezTo>
                  <a:lnTo>
                    <a:pt x="5204" y="0"/>
                  </a:lnTo>
                  <a:cubicBezTo>
                    <a:pt x="5883" y="0"/>
                    <a:pt x="6418" y="548"/>
                    <a:pt x="6418" y="1226"/>
                  </a:cubicBezTo>
                  <a:lnTo>
                    <a:pt x="6418" y="5191"/>
                  </a:lnTo>
                  <a:cubicBezTo>
                    <a:pt x="6442" y="5870"/>
                    <a:pt x="5883"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9">
              <a:extLst>
                <a:ext uri="{FF2B5EF4-FFF2-40B4-BE49-F238E27FC236}">
                  <a16:creationId xmlns:a16="http://schemas.microsoft.com/office/drawing/2014/main" id="{44543F4F-D987-F081-0A75-03E33F063781}"/>
                </a:ext>
              </a:extLst>
            </p:cNvPr>
            <p:cNvSpPr/>
            <p:nvPr/>
          </p:nvSpPr>
          <p:spPr>
            <a:xfrm>
              <a:off x="6718318" y="4141244"/>
              <a:ext cx="49003" cy="74131"/>
            </a:xfrm>
            <a:custGeom>
              <a:avLst/>
              <a:gdLst/>
              <a:ahLst/>
              <a:cxnLst/>
              <a:rect l="l" t="t" r="r" b="b"/>
              <a:pathLst>
                <a:path w="1252" h="1894" extrusionOk="0">
                  <a:moveTo>
                    <a:pt x="608" y="203"/>
                  </a:moveTo>
                  <a:cubicBezTo>
                    <a:pt x="715" y="203"/>
                    <a:pt x="799" y="239"/>
                    <a:pt x="858" y="310"/>
                  </a:cubicBezTo>
                  <a:cubicBezTo>
                    <a:pt x="930" y="393"/>
                    <a:pt x="965" y="489"/>
                    <a:pt x="965" y="620"/>
                  </a:cubicBezTo>
                  <a:cubicBezTo>
                    <a:pt x="965" y="750"/>
                    <a:pt x="930" y="858"/>
                    <a:pt x="858" y="929"/>
                  </a:cubicBezTo>
                  <a:cubicBezTo>
                    <a:pt x="799" y="1012"/>
                    <a:pt x="715" y="1048"/>
                    <a:pt x="608" y="1048"/>
                  </a:cubicBezTo>
                  <a:cubicBezTo>
                    <a:pt x="489" y="1048"/>
                    <a:pt x="406" y="1012"/>
                    <a:pt x="334" y="929"/>
                  </a:cubicBezTo>
                  <a:cubicBezTo>
                    <a:pt x="275" y="858"/>
                    <a:pt x="239" y="750"/>
                    <a:pt x="239" y="620"/>
                  </a:cubicBezTo>
                  <a:cubicBezTo>
                    <a:pt x="239" y="489"/>
                    <a:pt x="275" y="393"/>
                    <a:pt x="334" y="310"/>
                  </a:cubicBezTo>
                  <a:cubicBezTo>
                    <a:pt x="406" y="239"/>
                    <a:pt x="489" y="203"/>
                    <a:pt x="608" y="203"/>
                  </a:cubicBezTo>
                  <a:close/>
                  <a:moveTo>
                    <a:pt x="608" y="0"/>
                  </a:moveTo>
                  <a:cubicBezTo>
                    <a:pt x="418" y="0"/>
                    <a:pt x="275" y="60"/>
                    <a:pt x="168" y="179"/>
                  </a:cubicBezTo>
                  <a:cubicBezTo>
                    <a:pt x="49" y="286"/>
                    <a:pt x="1" y="441"/>
                    <a:pt x="1" y="620"/>
                  </a:cubicBezTo>
                  <a:cubicBezTo>
                    <a:pt x="1" y="810"/>
                    <a:pt x="49" y="965"/>
                    <a:pt x="156" y="1072"/>
                  </a:cubicBezTo>
                  <a:cubicBezTo>
                    <a:pt x="263" y="1179"/>
                    <a:pt x="406" y="1239"/>
                    <a:pt x="584" y="1239"/>
                  </a:cubicBezTo>
                  <a:cubicBezTo>
                    <a:pt x="680" y="1239"/>
                    <a:pt x="751" y="1215"/>
                    <a:pt x="822" y="1179"/>
                  </a:cubicBezTo>
                  <a:cubicBezTo>
                    <a:pt x="894" y="1143"/>
                    <a:pt x="953" y="1096"/>
                    <a:pt x="1001" y="1024"/>
                  </a:cubicBezTo>
                  <a:lnTo>
                    <a:pt x="1001" y="1024"/>
                  </a:lnTo>
                  <a:cubicBezTo>
                    <a:pt x="989" y="1251"/>
                    <a:pt x="942" y="1405"/>
                    <a:pt x="858" y="1524"/>
                  </a:cubicBezTo>
                  <a:cubicBezTo>
                    <a:pt x="775" y="1632"/>
                    <a:pt x="644" y="1679"/>
                    <a:pt x="489" y="1679"/>
                  </a:cubicBezTo>
                  <a:cubicBezTo>
                    <a:pt x="430" y="1679"/>
                    <a:pt x="358" y="1679"/>
                    <a:pt x="299" y="1655"/>
                  </a:cubicBezTo>
                  <a:cubicBezTo>
                    <a:pt x="239" y="1643"/>
                    <a:pt x="180" y="1620"/>
                    <a:pt x="108" y="1596"/>
                  </a:cubicBezTo>
                  <a:lnTo>
                    <a:pt x="108" y="1822"/>
                  </a:lnTo>
                  <a:cubicBezTo>
                    <a:pt x="180" y="1846"/>
                    <a:pt x="251" y="1858"/>
                    <a:pt x="310" y="1870"/>
                  </a:cubicBezTo>
                  <a:cubicBezTo>
                    <a:pt x="370" y="1882"/>
                    <a:pt x="441" y="1893"/>
                    <a:pt x="501" y="1893"/>
                  </a:cubicBezTo>
                  <a:cubicBezTo>
                    <a:pt x="727" y="1893"/>
                    <a:pt x="906" y="1810"/>
                    <a:pt x="1049" y="1632"/>
                  </a:cubicBezTo>
                  <a:cubicBezTo>
                    <a:pt x="1180" y="1465"/>
                    <a:pt x="1251" y="1239"/>
                    <a:pt x="1251" y="953"/>
                  </a:cubicBezTo>
                  <a:cubicBezTo>
                    <a:pt x="1251" y="643"/>
                    <a:pt x="1192" y="405"/>
                    <a:pt x="1084" y="250"/>
                  </a:cubicBezTo>
                  <a:cubicBezTo>
                    <a:pt x="977" y="84"/>
                    <a:pt x="811" y="0"/>
                    <a:pt x="6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9">
              <a:extLst>
                <a:ext uri="{FF2B5EF4-FFF2-40B4-BE49-F238E27FC236}">
                  <a16:creationId xmlns:a16="http://schemas.microsoft.com/office/drawing/2014/main" id="{B9E25C05-F819-080E-BB4B-D356813DDAAD}"/>
                </a:ext>
              </a:extLst>
            </p:cNvPr>
            <p:cNvSpPr/>
            <p:nvPr/>
          </p:nvSpPr>
          <p:spPr>
            <a:xfrm>
              <a:off x="6733231" y="4041985"/>
              <a:ext cx="12173" cy="47085"/>
            </a:xfrm>
            <a:custGeom>
              <a:avLst/>
              <a:gdLst/>
              <a:ahLst/>
              <a:cxnLst/>
              <a:rect l="l" t="t" r="r" b="b"/>
              <a:pathLst>
                <a:path w="311" h="1203" extrusionOk="0">
                  <a:moveTo>
                    <a:pt x="1" y="0"/>
                  </a:moveTo>
                  <a:cubicBezTo>
                    <a:pt x="60" y="108"/>
                    <a:pt x="108" y="203"/>
                    <a:pt x="132" y="298"/>
                  </a:cubicBezTo>
                  <a:cubicBezTo>
                    <a:pt x="168" y="405"/>
                    <a:pt x="180" y="500"/>
                    <a:pt x="180" y="608"/>
                  </a:cubicBezTo>
                  <a:cubicBezTo>
                    <a:pt x="180" y="703"/>
                    <a:pt x="168" y="798"/>
                    <a:pt x="132" y="905"/>
                  </a:cubicBezTo>
                  <a:cubicBezTo>
                    <a:pt x="108" y="1000"/>
                    <a:pt x="60" y="1096"/>
                    <a:pt x="1" y="1203"/>
                  </a:cubicBezTo>
                  <a:lnTo>
                    <a:pt x="108" y="1203"/>
                  </a:lnTo>
                  <a:cubicBezTo>
                    <a:pt x="180" y="1096"/>
                    <a:pt x="227" y="1000"/>
                    <a:pt x="263" y="893"/>
                  </a:cubicBezTo>
                  <a:cubicBezTo>
                    <a:pt x="287" y="798"/>
                    <a:pt x="310" y="703"/>
                    <a:pt x="310" y="608"/>
                  </a:cubicBezTo>
                  <a:cubicBezTo>
                    <a:pt x="310" y="500"/>
                    <a:pt x="287" y="405"/>
                    <a:pt x="263" y="310"/>
                  </a:cubicBezTo>
                  <a:cubicBezTo>
                    <a:pt x="227" y="215"/>
                    <a:pt x="180" y="108"/>
                    <a:pt x="1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9">
              <a:extLst>
                <a:ext uri="{FF2B5EF4-FFF2-40B4-BE49-F238E27FC236}">
                  <a16:creationId xmlns:a16="http://schemas.microsoft.com/office/drawing/2014/main" id="{E3F14B30-191D-BDD3-1F2B-354243330CAD}"/>
                </a:ext>
              </a:extLst>
            </p:cNvPr>
            <p:cNvSpPr/>
            <p:nvPr/>
          </p:nvSpPr>
          <p:spPr>
            <a:xfrm>
              <a:off x="7029168" y="4141244"/>
              <a:ext cx="48964" cy="74131"/>
            </a:xfrm>
            <a:custGeom>
              <a:avLst/>
              <a:gdLst/>
              <a:ahLst/>
              <a:cxnLst/>
              <a:rect l="l" t="t" r="r" b="b"/>
              <a:pathLst>
                <a:path w="1251" h="1894" extrusionOk="0">
                  <a:moveTo>
                    <a:pt x="631" y="203"/>
                  </a:moveTo>
                  <a:cubicBezTo>
                    <a:pt x="750" y="203"/>
                    <a:pt x="846" y="262"/>
                    <a:pt x="917" y="381"/>
                  </a:cubicBezTo>
                  <a:cubicBezTo>
                    <a:pt x="977" y="512"/>
                    <a:pt x="1012" y="703"/>
                    <a:pt x="1012" y="953"/>
                  </a:cubicBezTo>
                  <a:cubicBezTo>
                    <a:pt x="1012" y="1203"/>
                    <a:pt x="977" y="1382"/>
                    <a:pt x="917" y="1512"/>
                  </a:cubicBezTo>
                  <a:cubicBezTo>
                    <a:pt x="846" y="1632"/>
                    <a:pt x="750" y="1691"/>
                    <a:pt x="631" y="1691"/>
                  </a:cubicBezTo>
                  <a:cubicBezTo>
                    <a:pt x="500" y="1691"/>
                    <a:pt x="405" y="1632"/>
                    <a:pt x="346" y="1512"/>
                  </a:cubicBezTo>
                  <a:cubicBezTo>
                    <a:pt x="274" y="1382"/>
                    <a:pt x="250" y="1203"/>
                    <a:pt x="250" y="953"/>
                  </a:cubicBezTo>
                  <a:cubicBezTo>
                    <a:pt x="250" y="703"/>
                    <a:pt x="274" y="512"/>
                    <a:pt x="346" y="381"/>
                  </a:cubicBezTo>
                  <a:cubicBezTo>
                    <a:pt x="405" y="262"/>
                    <a:pt x="500" y="203"/>
                    <a:pt x="631" y="203"/>
                  </a:cubicBezTo>
                  <a:close/>
                  <a:moveTo>
                    <a:pt x="631" y="0"/>
                  </a:moveTo>
                  <a:cubicBezTo>
                    <a:pt x="417" y="0"/>
                    <a:pt x="262" y="84"/>
                    <a:pt x="155" y="250"/>
                  </a:cubicBezTo>
                  <a:cubicBezTo>
                    <a:pt x="48" y="405"/>
                    <a:pt x="0" y="643"/>
                    <a:pt x="0" y="953"/>
                  </a:cubicBezTo>
                  <a:cubicBezTo>
                    <a:pt x="0" y="1251"/>
                    <a:pt x="48" y="1489"/>
                    <a:pt x="155" y="1643"/>
                  </a:cubicBezTo>
                  <a:cubicBezTo>
                    <a:pt x="262" y="1810"/>
                    <a:pt x="417" y="1893"/>
                    <a:pt x="631" y="1893"/>
                  </a:cubicBezTo>
                  <a:cubicBezTo>
                    <a:pt x="834" y="1893"/>
                    <a:pt x="989" y="1810"/>
                    <a:pt x="1096" y="1643"/>
                  </a:cubicBezTo>
                  <a:cubicBezTo>
                    <a:pt x="1203" y="1489"/>
                    <a:pt x="1251" y="1251"/>
                    <a:pt x="1251" y="953"/>
                  </a:cubicBezTo>
                  <a:cubicBezTo>
                    <a:pt x="1251" y="643"/>
                    <a:pt x="1203" y="405"/>
                    <a:pt x="1096" y="250"/>
                  </a:cubicBezTo>
                  <a:cubicBezTo>
                    <a:pt x="989" y="84"/>
                    <a:pt x="834" y="0"/>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9">
              <a:extLst>
                <a:ext uri="{FF2B5EF4-FFF2-40B4-BE49-F238E27FC236}">
                  <a16:creationId xmlns:a16="http://schemas.microsoft.com/office/drawing/2014/main" id="{7AB3A369-E131-A667-8EC9-85794443E8C0}"/>
                </a:ext>
              </a:extLst>
            </p:cNvPr>
            <p:cNvSpPr/>
            <p:nvPr/>
          </p:nvSpPr>
          <p:spPr>
            <a:xfrm>
              <a:off x="7041263" y="4050831"/>
              <a:ext cx="42937" cy="19609"/>
            </a:xfrm>
            <a:custGeom>
              <a:avLst/>
              <a:gdLst/>
              <a:ahLst/>
              <a:cxnLst/>
              <a:rect l="l" t="t" r="r" b="b"/>
              <a:pathLst>
                <a:path w="1097" h="501" extrusionOk="0">
                  <a:moveTo>
                    <a:pt x="1" y="1"/>
                  </a:moveTo>
                  <a:lnTo>
                    <a:pt x="1" y="143"/>
                  </a:lnTo>
                  <a:lnTo>
                    <a:pt x="1096" y="143"/>
                  </a:lnTo>
                  <a:lnTo>
                    <a:pt x="1096" y="1"/>
                  </a:lnTo>
                  <a:close/>
                  <a:moveTo>
                    <a:pt x="1" y="358"/>
                  </a:moveTo>
                  <a:lnTo>
                    <a:pt x="1" y="501"/>
                  </a:lnTo>
                  <a:lnTo>
                    <a:pt x="1096" y="501"/>
                  </a:lnTo>
                  <a:lnTo>
                    <a:pt x="1096" y="35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 name="Google Shape;831;p39">
            <a:extLst>
              <a:ext uri="{FF2B5EF4-FFF2-40B4-BE49-F238E27FC236}">
                <a16:creationId xmlns:a16="http://schemas.microsoft.com/office/drawing/2014/main" id="{19047D70-1C6A-B661-50BB-433B7A130650}"/>
              </a:ext>
            </a:extLst>
          </p:cNvPr>
          <p:cNvGrpSpPr/>
          <p:nvPr/>
        </p:nvGrpSpPr>
        <p:grpSpPr>
          <a:xfrm>
            <a:off x="3790627" y="4106605"/>
            <a:ext cx="1562747" cy="497391"/>
            <a:chOff x="2376988" y="575316"/>
            <a:chExt cx="976778" cy="310889"/>
          </a:xfrm>
        </p:grpSpPr>
        <p:sp>
          <p:nvSpPr>
            <p:cNvPr id="832" name="Google Shape;832;p39">
              <a:extLst>
                <a:ext uri="{FF2B5EF4-FFF2-40B4-BE49-F238E27FC236}">
                  <a16:creationId xmlns:a16="http://schemas.microsoft.com/office/drawing/2014/main" id="{20032CAC-D7BD-7073-0D14-93E558FA6810}"/>
                </a:ext>
              </a:extLst>
            </p:cNvPr>
            <p:cNvSpPr/>
            <p:nvPr/>
          </p:nvSpPr>
          <p:spPr>
            <a:xfrm>
              <a:off x="2401685" y="575316"/>
              <a:ext cx="444591" cy="136599"/>
            </a:xfrm>
            <a:custGeom>
              <a:avLst/>
              <a:gdLst/>
              <a:ahLst/>
              <a:cxnLst/>
              <a:rect l="l" t="t" r="r" b="b"/>
              <a:pathLst>
                <a:path w="11359" h="3490" extrusionOk="0">
                  <a:moveTo>
                    <a:pt x="5763" y="1"/>
                  </a:moveTo>
                  <a:lnTo>
                    <a:pt x="5763" y="144"/>
                  </a:lnTo>
                  <a:lnTo>
                    <a:pt x="5811" y="144"/>
                  </a:lnTo>
                  <a:cubicBezTo>
                    <a:pt x="5942" y="144"/>
                    <a:pt x="6073" y="144"/>
                    <a:pt x="6215" y="156"/>
                  </a:cubicBezTo>
                  <a:lnTo>
                    <a:pt x="6227" y="13"/>
                  </a:lnTo>
                  <a:cubicBezTo>
                    <a:pt x="6073" y="1"/>
                    <a:pt x="5942" y="1"/>
                    <a:pt x="5811" y="1"/>
                  </a:cubicBezTo>
                  <a:close/>
                  <a:moveTo>
                    <a:pt x="5322" y="13"/>
                  </a:moveTo>
                  <a:lnTo>
                    <a:pt x="4870" y="60"/>
                  </a:lnTo>
                  <a:lnTo>
                    <a:pt x="4882" y="203"/>
                  </a:lnTo>
                  <a:cubicBezTo>
                    <a:pt x="5037" y="191"/>
                    <a:pt x="5180" y="180"/>
                    <a:pt x="5322" y="156"/>
                  </a:cubicBezTo>
                  <a:lnTo>
                    <a:pt x="5322" y="13"/>
                  </a:lnTo>
                  <a:close/>
                  <a:moveTo>
                    <a:pt x="6668" y="60"/>
                  </a:moveTo>
                  <a:lnTo>
                    <a:pt x="6656" y="203"/>
                  </a:lnTo>
                  <a:cubicBezTo>
                    <a:pt x="6811" y="215"/>
                    <a:pt x="6954" y="251"/>
                    <a:pt x="7085" y="275"/>
                  </a:cubicBezTo>
                  <a:lnTo>
                    <a:pt x="7120" y="132"/>
                  </a:lnTo>
                  <a:cubicBezTo>
                    <a:pt x="6965" y="96"/>
                    <a:pt x="6823" y="72"/>
                    <a:pt x="6668" y="60"/>
                  </a:cubicBezTo>
                  <a:close/>
                  <a:moveTo>
                    <a:pt x="4429" y="144"/>
                  </a:moveTo>
                  <a:cubicBezTo>
                    <a:pt x="4275" y="180"/>
                    <a:pt x="4132" y="215"/>
                    <a:pt x="3977" y="251"/>
                  </a:cubicBezTo>
                  <a:lnTo>
                    <a:pt x="4025" y="394"/>
                  </a:lnTo>
                  <a:cubicBezTo>
                    <a:pt x="4156" y="346"/>
                    <a:pt x="4310" y="322"/>
                    <a:pt x="4453" y="299"/>
                  </a:cubicBezTo>
                  <a:lnTo>
                    <a:pt x="4429" y="144"/>
                  </a:lnTo>
                  <a:close/>
                  <a:moveTo>
                    <a:pt x="7549" y="239"/>
                  </a:moveTo>
                  <a:lnTo>
                    <a:pt x="7501" y="382"/>
                  </a:lnTo>
                  <a:cubicBezTo>
                    <a:pt x="7656" y="430"/>
                    <a:pt x="7787" y="477"/>
                    <a:pt x="7918" y="513"/>
                  </a:cubicBezTo>
                  <a:lnTo>
                    <a:pt x="7966" y="382"/>
                  </a:lnTo>
                  <a:cubicBezTo>
                    <a:pt x="7847" y="311"/>
                    <a:pt x="7704" y="263"/>
                    <a:pt x="7549" y="239"/>
                  </a:cubicBezTo>
                  <a:close/>
                  <a:moveTo>
                    <a:pt x="3560" y="394"/>
                  </a:moveTo>
                  <a:cubicBezTo>
                    <a:pt x="3417" y="441"/>
                    <a:pt x="3275" y="501"/>
                    <a:pt x="3144" y="561"/>
                  </a:cubicBezTo>
                  <a:lnTo>
                    <a:pt x="3203" y="692"/>
                  </a:lnTo>
                  <a:cubicBezTo>
                    <a:pt x="3334" y="632"/>
                    <a:pt x="3477" y="572"/>
                    <a:pt x="3620" y="537"/>
                  </a:cubicBezTo>
                  <a:lnTo>
                    <a:pt x="3560" y="394"/>
                  </a:lnTo>
                  <a:close/>
                  <a:moveTo>
                    <a:pt x="8394" y="537"/>
                  </a:moveTo>
                  <a:lnTo>
                    <a:pt x="8335" y="668"/>
                  </a:lnTo>
                  <a:cubicBezTo>
                    <a:pt x="8478" y="727"/>
                    <a:pt x="8609" y="787"/>
                    <a:pt x="8740" y="858"/>
                  </a:cubicBezTo>
                  <a:lnTo>
                    <a:pt x="8799" y="727"/>
                  </a:lnTo>
                  <a:cubicBezTo>
                    <a:pt x="8680" y="656"/>
                    <a:pt x="8549" y="596"/>
                    <a:pt x="8394" y="537"/>
                  </a:cubicBezTo>
                  <a:close/>
                  <a:moveTo>
                    <a:pt x="2727" y="751"/>
                  </a:moveTo>
                  <a:cubicBezTo>
                    <a:pt x="2596" y="834"/>
                    <a:pt x="2465" y="906"/>
                    <a:pt x="2346" y="977"/>
                  </a:cubicBezTo>
                  <a:lnTo>
                    <a:pt x="2417" y="1108"/>
                  </a:lnTo>
                  <a:cubicBezTo>
                    <a:pt x="2548" y="1037"/>
                    <a:pt x="2667" y="965"/>
                    <a:pt x="2798" y="894"/>
                  </a:cubicBezTo>
                  <a:lnTo>
                    <a:pt x="2727" y="751"/>
                  </a:lnTo>
                  <a:close/>
                  <a:moveTo>
                    <a:pt x="9204" y="930"/>
                  </a:moveTo>
                  <a:lnTo>
                    <a:pt x="9132" y="1073"/>
                  </a:lnTo>
                  <a:cubicBezTo>
                    <a:pt x="9251" y="1144"/>
                    <a:pt x="9382" y="1215"/>
                    <a:pt x="9502" y="1311"/>
                  </a:cubicBezTo>
                  <a:lnTo>
                    <a:pt x="9585" y="1192"/>
                  </a:lnTo>
                  <a:cubicBezTo>
                    <a:pt x="9466" y="1096"/>
                    <a:pt x="9335" y="1013"/>
                    <a:pt x="9204" y="930"/>
                  </a:cubicBezTo>
                  <a:close/>
                  <a:moveTo>
                    <a:pt x="1965" y="1227"/>
                  </a:moveTo>
                  <a:cubicBezTo>
                    <a:pt x="1846" y="1323"/>
                    <a:pt x="1727" y="1406"/>
                    <a:pt x="1608" y="1513"/>
                  </a:cubicBezTo>
                  <a:lnTo>
                    <a:pt x="1703" y="1632"/>
                  </a:lnTo>
                  <a:cubicBezTo>
                    <a:pt x="1822" y="1549"/>
                    <a:pt x="1929" y="1454"/>
                    <a:pt x="2060" y="1370"/>
                  </a:cubicBezTo>
                  <a:lnTo>
                    <a:pt x="1965" y="1227"/>
                  </a:lnTo>
                  <a:close/>
                  <a:moveTo>
                    <a:pt x="9942" y="1454"/>
                  </a:moveTo>
                  <a:lnTo>
                    <a:pt x="9859" y="1573"/>
                  </a:lnTo>
                  <a:cubicBezTo>
                    <a:pt x="9978" y="1668"/>
                    <a:pt x="10085" y="1763"/>
                    <a:pt x="10180" y="1858"/>
                  </a:cubicBezTo>
                  <a:lnTo>
                    <a:pt x="10287" y="1751"/>
                  </a:lnTo>
                  <a:cubicBezTo>
                    <a:pt x="10180" y="1644"/>
                    <a:pt x="10061" y="1549"/>
                    <a:pt x="9942" y="1454"/>
                  </a:cubicBezTo>
                  <a:close/>
                  <a:moveTo>
                    <a:pt x="1274" y="1811"/>
                  </a:moveTo>
                  <a:cubicBezTo>
                    <a:pt x="1167" y="1918"/>
                    <a:pt x="1048" y="2025"/>
                    <a:pt x="953" y="2132"/>
                  </a:cubicBezTo>
                  <a:lnTo>
                    <a:pt x="1060" y="2239"/>
                  </a:lnTo>
                  <a:lnTo>
                    <a:pt x="1370" y="1930"/>
                  </a:lnTo>
                  <a:lnTo>
                    <a:pt x="1274" y="1811"/>
                  </a:lnTo>
                  <a:close/>
                  <a:moveTo>
                    <a:pt x="10621" y="2061"/>
                  </a:moveTo>
                  <a:lnTo>
                    <a:pt x="10514" y="2168"/>
                  </a:lnTo>
                  <a:cubicBezTo>
                    <a:pt x="10621" y="2275"/>
                    <a:pt x="10704" y="2394"/>
                    <a:pt x="10811" y="2501"/>
                  </a:cubicBezTo>
                  <a:lnTo>
                    <a:pt x="10930" y="2406"/>
                  </a:lnTo>
                  <a:cubicBezTo>
                    <a:pt x="10811" y="2287"/>
                    <a:pt x="10716" y="2180"/>
                    <a:pt x="10621" y="2061"/>
                  </a:cubicBezTo>
                  <a:close/>
                  <a:moveTo>
                    <a:pt x="655" y="2466"/>
                  </a:moveTo>
                  <a:lnTo>
                    <a:pt x="393" y="2823"/>
                  </a:lnTo>
                  <a:lnTo>
                    <a:pt x="512" y="2918"/>
                  </a:lnTo>
                  <a:lnTo>
                    <a:pt x="774" y="2561"/>
                  </a:lnTo>
                  <a:lnTo>
                    <a:pt x="655" y="2466"/>
                  </a:lnTo>
                  <a:close/>
                  <a:moveTo>
                    <a:pt x="11192" y="2763"/>
                  </a:moveTo>
                  <a:lnTo>
                    <a:pt x="11073" y="2858"/>
                  </a:lnTo>
                  <a:cubicBezTo>
                    <a:pt x="11097" y="2882"/>
                    <a:pt x="11121" y="2918"/>
                    <a:pt x="11133" y="2942"/>
                  </a:cubicBezTo>
                  <a:cubicBezTo>
                    <a:pt x="11168" y="2989"/>
                    <a:pt x="11192" y="3025"/>
                    <a:pt x="11228" y="3061"/>
                  </a:cubicBezTo>
                  <a:cubicBezTo>
                    <a:pt x="11276" y="3037"/>
                    <a:pt x="11311" y="3001"/>
                    <a:pt x="11359" y="2989"/>
                  </a:cubicBezTo>
                  <a:cubicBezTo>
                    <a:pt x="11299" y="2942"/>
                    <a:pt x="11276" y="2894"/>
                    <a:pt x="11252" y="2858"/>
                  </a:cubicBezTo>
                  <a:cubicBezTo>
                    <a:pt x="11240" y="2823"/>
                    <a:pt x="11216" y="2799"/>
                    <a:pt x="11192" y="2763"/>
                  </a:cubicBezTo>
                  <a:close/>
                  <a:moveTo>
                    <a:pt x="143" y="3216"/>
                  </a:moveTo>
                  <a:cubicBezTo>
                    <a:pt x="119" y="3239"/>
                    <a:pt x="96" y="3287"/>
                    <a:pt x="84" y="3311"/>
                  </a:cubicBezTo>
                  <a:cubicBezTo>
                    <a:pt x="48" y="3359"/>
                    <a:pt x="24" y="3406"/>
                    <a:pt x="0" y="3454"/>
                  </a:cubicBezTo>
                  <a:cubicBezTo>
                    <a:pt x="60" y="3454"/>
                    <a:pt x="107" y="3466"/>
                    <a:pt x="155" y="3489"/>
                  </a:cubicBezTo>
                  <a:cubicBezTo>
                    <a:pt x="179" y="3454"/>
                    <a:pt x="203" y="3406"/>
                    <a:pt x="227" y="3359"/>
                  </a:cubicBezTo>
                  <a:cubicBezTo>
                    <a:pt x="238" y="3335"/>
                    <a:pt x="262" y="3299"/>
                    <a:pt x="274" y="3287"/>
                  </a:cubicBezTo>
                  <a:lnTo>
                    <a:pt x="143" y="321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9">
              <a:extLst>
                <a:ext uri="{FF2B5EF4-FFF2-40B4-BE49-F238E27FC236}">
                  <a16:creationId xmlns:a16="http://schemas.microsoft.com/office/drawing/2014/main" id="{4DB9E522-4A3D-1610-38B2-92E7C703E1C9}"/>
                </a:ext>
              </a:extLst>
            </p:cNvPr>
            <p:cNvSpPr/>
            <p:nvPr/>
          </p:nvSpPr>
          <p:spPr>
            <a:xfrm>
              <a:off x="2877001" y="741700"/>
              <a:ext cx="451128" cy="144505"/>
            </a:xfrm>
            <a:custGeom>
              <a:avLst/>
              <a:gdLst/>
              <a:ahLst/>
              <a:cxnLst/>
              <a:rect l="l" t="t" r="r" b="b"/>
              <a:pathLst>
                <a:path w="11526" h="3692" extrusionOk="0">
                  <a:moveTo>
                    <a:pt x="11347" y="0"/>
                  </a:moveTo>
                  <a:cubicBezTo>
                    <a:pt x="11324" y="48"/>
                    <a:pt x="11312" y="84"/>
                    <a:pt x="11288" y="131"/>
                  </a:cubicBezTo>
                  <a:cubicBezTo>
                    <a:pt x="10169" y="2203"/>
                    <a:pt x="7978" y="3525"/>
                    <a:pt x="5597" y="3525"/>
                  </a:cubicBezTo>
                  <a:cubicBezTo>
                    <a:pt x="3406" y="3525"/>
                    <a:pt x="1382" y="2429"/>
                    <a:pt x="215" y="632"/>
                  </a:cubicBezTo>
                  <a:cubicBezTo>
                    <a:pt x="179" y="596"/>
                    <a:pt x="167" y="548"/>
                    <a:pt x="132" y="501"/>
                  </a:cubicBezTo>
                  <a:cubicBezTo>
                    <a:pt x="96" y="524"/>
                    <a:pt x="48" y="548"/>
                    <a:pt x="1" y="560"/>
                  </a:cubicBezTo>
                  <a:lnTo>
                    <a:pt x="96" y="703"/>
                  </a:lnTo>
                  <a:cubicBezTo>
                    <a:pt x="1298" y="2548"/>
                    <a:pt x="3370" y="3691"/>
                    <a:pt x="5609" y="3691"/>
                  </a:cubicBezTo>
                  <a:cubicBezTo>
                    <a:pt x="8073" y="3691"/>
                    <a:pt x="10300" y="2334"/>
                    <a:pt x="11443" y="191"/>
                  </a:cubicBezTo>
                  <a:cubicBezTo>
                    <a:pt x="11478" y="155"/>
                    <a:pt x="11502" y="108"/>
                    <a:pt x="11526" y="60"/>
                  </a:cubicBezTo>
                  <a:cubicBezTo>
                    <a:pt x="11466" y="48"/>
                    <a:pt x="11419" y="36"/>
                    <a:pt x="11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9">
              <a:extLst>
                <a:ext uri="{FF2B5EF4-FFF2-40B4-BE49-F238E27FC236}">
                  <a16:creationId xmlns:a16="http://schemas.microsoft.com/office/drawing/2014/main" id="{5F190299-3285-BCA8-1C4D-FDFD3E75881A}"/>
                </a:ext>
              </a:extLst>
            </p:cNvPr>
            <p:cNvSpPr/>
            <p:nvPr/>
          </p:nvSpPr>
          <p:spPr>
            <a:xfrm>
              <a:off x="2818291" y="681581"/>
              <a:ext cx="90922" cy="90922"/>
            </a:xfrm>
            <a:custGeom>
              <a:avLst/>
              <a:gdLst/>
              <a:ahLst/>
              <a:cxnLst/>
              <a:rect l="l" t="t" r="r" b="b"/>
              <a:pathLst>
                <a:path w="2323" h="2323" extrusionOk="0">
                  <a:moveTo>
                    <a:pt x="1132" y="167"/>
                  </a:moveTo>
                  <a:cubicBezTo>
                    <a:pt x="1679" y="167"/>
                    <a:pt x="2144" y="620"/>
                    <a:pt x="2144" y="1179"/>
                  </a:cubicBezTo>
                  <a:cubicBezTo>
                    <a:pt x="2144" y="1536"/>
                    <a:pt x="1953" y="1870"/>
                    <a:pt x="1644" y="2048"/>
                  </a:cubicBezTo>
                  <a:cubicBezTo>
                    <a:pt x="1596" y="2072"/>
                    <a:pt x="1548" y="2084"/>
                    <a:pt x="1501" y="2108"/>
                  </a:cubicBezTo>
                  <a:cubicBezTo>
                    <a:pt x="1382" y="2144"/>
                    <a:pt x="1263" y="2179"/>
                    <a:pt x="1132" y="2179"/>
                  </a:cubicBezTo>
                  <a:cubicBezTo>
                    <a:pt x="584" y="2179"/>
                    <a:pt x="120" y="1727"/>
                    <a:pt x="120" y="1167"/>
                  </a:cubicBezTo>
                  <a:cubicBezTo>
                    <a:pt x="120" y="822"/>
                    <a:pt x="286" y="524"/>
                    <a:pt x="548" y="346"/>
                  </a:cubicBezTo>
                  <a:cubicBezTo>
                    <a:pt x="596" y="322"/>
                    <a:pt x="643" y="286"/>
                    <a:pt x="691" y="274"/>
                  </a:cubicBezTo>
                  <a:cubicBezTo>
                    <a:pt x="822" y="203"/>
                    <a:pt x="989" y="167"/>
                    <a:pt x="1132" y="167"/>
                  </a:cubicBezTo>
                  <a:close/>
                  <a:moveTo>
                    <a:pt x="1144" y="1"/>
                  </a:moveTo>
                  <a:cubicBezTo>
                    <a:pt x="953" y="1"/>
                    <a:pt x="774" y="48"/>
                    <a:pt x="608" y="143"/>
                  </a:cubicBezTo>
                  <a:cubicBezTo>
                    <a:pt x="572" y="167"/>
                    <a:pt x="524" y="179"/>
                    <a:pt x="489" y="215"/>
                  </a:cubicBezTo>
                  <a:cubicBezTo>
                    <a:pt x="191" y="417"/>
                    <a:pt x="1" y="763"/>
                    <a:pt x="1" y="1167"/>
                  </a:cubicBezTo>
                  <a:cubicBezTo>
                    <a:pt x="1" y="1810"/>
                    <a:pt x="524" y="2322"/>
                    <a:pt x="1167" y="2322"/>
                  </a:cubicBezTo>
                  <a:cubicBezTo>
                    <a:pt x="1322" y="2322"/>
                    <a:pt x="1477" y="2298"/>
                    <a:pt x="1608" y="2239"/>
                  </a:cubicBezTo>
                  <a:cubicBezTo>
                    <a:pt x="1655" y="2227"/>
                    <a:pt x="1703" y="2191"/>
                    <a:pt x="1739" y="2168"/>
                  </a:cubicBezTo>
                  <a:cubicBezTo>
                    <a:pt x="2084" y="1953"/>
                    <a:pt x="2322" y="1584"/>
                    <a:pt x="2322" y="1167"/>
                  </a:cubicBezTo>
                  <a:cubicBezTo>
                    <a:pt x="2298" y="524"/>
                    <a:pt x="1786" y="1"/>
                    <a:pt x="1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9">
              <a:extLst>
                <a:ext uri="{FF2B5EF4-FFF2-40B4-BE49-F238E27FC236}">
                  <a16:creationId xmlns:a16="http://schemas.microsoft.com/office/drawing/2014/main" id="{9874C897-04B5-E978-1010-C03AC6F35D84}"/>
                </a:ext>
              </a:extLst>
            </p:cNvPr>
            <p:cNvSpPr/>
            <p:nvPr/>
          </p:nvSpPr>
          <p:spPr>
            <a:xfrm>
              <a:off x="2376988" y="704400"/>
              <a:ext cx="45716" cy="45716"/>
            </a:xfrm>
            <a:custGeom>
              <a:avLst/>
              <a:gdLst/>
              <a:ahLst/>
              <a:cxnLst/>
              <a:rect l="l" t="t" r="r" b="b"/>
              <a:pathLst>
                <a:path w="1168" h="1168" extrusionOk="0">
                  <a:moveTo>
                    <a:pt x="619" y="156"/>
                  </a:moveTo>
                  <a:cubicBezTo>
                    <a:pt x="667" y="156"/>
                    <a:pt x="727" y="168"/>
                    <a:pt x="774" y="191"/>
                  </a:cubicBezTo>
                  <a:cubicBezTo>
                    <a:pt x="917" y="275"/>
                    <a:pt x="1012" y="418"/>
                    <a:pt x="1012" y="584"/>
                  </a:cubicBezTo>
                  <a:cubicBezTo>
                    <a:pt x="1024" y="823"/>
                    <a:pt x="834" y="1013"/>
                    <a:pt x="572" y="1013"/>
                  </a:cubicBezTo>
                  <a:cubicBezTo>
                    <a:pt x="334" y="1013"/>
                    <a:pt x="143" y="823"/>
                    <a:pt x="143" y="584"/>
                  </a:cubicBezTo>
                  <a:cubicBezTo>
                    <a:pt x="143" y="346"/>
                    <a:pt x="334" y="156"/>
                    <a:pt x="572" y="156"/>
                  </a:cubicBezTo>
                  <a:close/>
                  <a:moveTo>
                    <a:pt x="572" y="1"/>
                  </a:moveTo>
                  <a:cubicBezTo>
                    <a:pt x="250" y="1"/>
                    <a:pt x="0" y="275"/>
                    <a:pt x="0" y="584"/>
                  </a:cubicBezTo>
                  <a:cubicBezTo>
                    <a:pt x="0" y="906"/>
                    <a:pt x="262" y="1168"/>
                    <a:pt x="572" y="1168"/>
                  </a:cubicBezTo>
                  <a:cubicBezTo>
                    <a:pt x="905" y="1168"/>
                    <a:pt x="1155" y="894"/>
                    <a:pt x="1155" y="584"/>
                  </a:cubicBezTo>
                  <a:cubicBezTo>
                    <a:pt x="1167" y="358"/>
                    <a:pt x="1036" y="168"/>
                    <a:pt x="858" y="61"/>
                  </a:cubicBezTo>
                  <a:cubicBezTo>
                    <a:pt x="810" y="37"/>
                    <a:pt x="774" y="13"/>
                    <a:pt x="715" y="13"/>
                  </a:cubicBezTo>
                  <a:cubicBezTo>
                    <a:pt x="667" y="1"/>
                    <a:pt x="619" y="1"/>
                    <a:pt x="5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9">
              <a:extLst>
                <a:ext uri="{FF2B5EF4-FFF2-40B4-BE49-F238E27FC236}">
                  <a16:creationId xmlns:a16="http://schemas.microsoft.com/office/drawing/2014/main" id="{B422A5B7-D820-0242-EECA-5D1B0582C825}"/>
                </a:ext>
              </a:extLst>
            </p:cNvPr>
            <p:cNvSpPr/>
            <p:nvPr/>
          </p:nvSpPr>
          <p:spPr>
            <a:xfrm>
              <a:off x="3308050" y="704400"/>
              <a:ext cx="45716" cy="45716"/>
            </a:xfrm>
            <a:custGeom>
              <a:avLst/>
              <a:gdLst/>
              <a:ahLst/>
              <a:cxnLst/>
              <a:rect l="l" t="t" r="r" b="b"/>
              <a:pathLst>
                <a:path w="1168" h="1168" extrusionOk="0">
                  <a:moveTo>
                    <a:pt x="584" y="132"/>
                  </a:moveTo>
                  <a:cubicBezTo>
                    <a:pt x="823" y="132"/>
                    <a:pt x="1013" y="334"/>
                    <a:pt x="1013" y="572"/>
                  </a:cubicBezTo>
                  <a:cubicBezTo>
                    <a:pt x="1013" y="823"/>
                    <a:pt x="823" y="1013"/>
                    <a:pt x="584" y="1013"/>
                  </a:cubicBezTo>
                  <a:cubicBezTo>
                    <a:pt x="549" y="1013"/>
                    <a:pt x="525" y="1013"/>
                    <a:pt x="513" y="1001"/>
                  </a:cubicBezTo>
                  <a:cubicBezTo>
                    <a:pt x="465" y="989"/>
                    <a:pt x="406" y="965"/>
                    <a:pt x="358" y="942"/>
                  </a:cubicBezTo>
                  <a:cubicBezTo>
                    <a:pt x="227" y="870"/>
                    <a:pt x="156" y="715"/>
                    <a:pt x="156" y="572"/>
                  </a:cubicBezTo>
                  <a:cubicBezTo>
                    <a:pt x="156" y="334"/>
                    <a:pt x="346" y="132"/>
                    <a:pt x="584" y="132"/>
                  </a:cubicBezTo>
                  <a:close/>
                  <a:moveTo>
                    <a:pt x="584" y="1"/>
                  </a:moveTo>
                  <a:cubicBezTo>
                    <a:pt x="251" y="1"/>
                    <a:pt x="1" y="275"/>
                    <a:pt x="1" y="584"/>
                  </a:cubicBezTo>
                  <a:cubicBezTo>
                    <a:pt x="1" y="811"/>
                    <a:pt x="120" y="989"/>
                    <a:pt x="299" y="1084"/>
                  </a:cubicBezTo>
                  <a:cubicBezTo>
                    <a:pt x="346" y="1120"/>
                    <a:pt x="394" y="1132"/>
                    <a:pt x="430" y="1144"/>
                  </a:cubicBezTo>
                  <a:cubicBezTo>
                    <a:pt x="477" y="1168"/>
                    <a:pt x="537" y="1168"/>
                    <a:pt x="584" y="1168"/>
                  </a:cubicBezTo>
                  <a:cubicBezTo>
                    <a:pt x="918" y="1168"/>
                    <a:pt x="1168" y="894"/>
                    <a:pt x="1168" y="584"/>
                  </a:cubicBezTo>
                  <a:cubicBezTo>
                    <a:pt x="1168" y="251"/>
                    <a:pt x="918"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9">
              <a:extLst>
                <a:ext uri="{FF2B5EF4-FFF2-40B4-BE49-F238E27FC236}">
                  <a16:creationId xmlns:a16="http://schemas.microsoft.com/office/drawing/2014/main" id="{A9270BCC-10C4-D74F-0310-E56A02629727}"/>
                </a:ext>
              </a:extLst>
            </p:cNvPr>
            <p:cNvSpPr/>
            <p:nvPr/>
          </p:nvSpPr>
          <p:spPr>
            <a:xfrm>
              <a:off x="2843458" y="707218"/>
              <a:ext cx="39649" cy="39649"/>
            </a:xfrm>
            <a:custGeom>
              <a:avLst/>
              <a:gdLst/>
              <a:ahLst/>
              <a:cxnLst/>
              <a:rect l="l" t="t" r="r" b="b"/>
              <a:pathLst>
                <a:path w="1013" h="1013" extrusionOk="0">
                  <a:moveTo>
                    <a:pt x="501" y="0"/>
                  </a:moveTo>
                  <a:cubicBezTo>
                    <a:pt x="227" y="0"/>
                    <a:pt x="0" y="227"/>
                    <a:pt x="0" y="512"/>
                  </a:cubicBezTo>
                  <a:cubicBezTo>
                    <a:pt x="0" y="798"/>
                    <a:pt x="227" y="1012"/>
                    <a:pt x="501" y="1012"/>
                  </a:cubicBezTo>
                  <a:cubicBezTo>
                    <a:pt x="786" y="1012"/>
                    <a:pt x="1012" y="798"/>
                    <a:pt x="1012" y="512"/>
                  </a:cubicBezTo>
                  <a:cubicBezTo>
                    <a:pt x="1012" y="227"/>
                    <a:pt x="786" y="0"/>
                    <a:pt x="5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838;p39">
            <a:extLst>
              <a:ext uri="{FF2B5EF4-FFF2-40B4-BE49-F238E27FC236}">
                <a16:creationId xmlns:a16="http://schemas.microsoft.com/office/drawing/2014/main" id="{8D3BD77A-A705-F8FA-7376-A138CFB65383}"/>
              </a:ext>
            </a:extLst>
          </p:cNvPr>
          <p:cNvGrpSpPr/>
          <p:nvPr/>
        </p:nvGrpSpPr>
        <p:grpSpPr>
          <a:xfrm>
            <a:off x="158501" y="99885"/>
            <a:ext cx="1109440" cy="2219632"/>
            <a:chOff x="1990206" y="3718102"/>
            <a:chExt cx="693443" cy="1387356"/>
          </a:xfrm>
        </p:grpSpPr>
        <p:sp>
          <p:nvSpPr>
            <p:cNvPr id="839" name="Google Shape;839;p39">
              <a:extLst>
                <a:ext uri="{FF2B5EF4-FFF2-40B4-BE49-F238E27FC236}">
                  <a16:creationId xmlns:a16="http://schemas.microsoft.com/office/drawing/2014/main" id="{86FF202B-0271-C339-DDED-BD377D83AC46}"/>
                </a:ext>
              </a:extLst>
            </p:cNvPr>
            <p:cNvSpPr/>
            <p:nvPr/>
          </p:nvSpPr>
          <p:spPr>
            <a:xfrm>
              <a:off x="2431980" y="4000027"/>
              <a:ext cx="251670" cy="251240"/>
            </a:xfrm>
            <a:custGeom>
              <a:avLst/>
              <a:gdLst/>
              <a:ahLst/>
              <a:cxnLst/>
              <a:rect l="l" t="t" r="r" b="b"/>
              <a:pathLst>
                <a:path w="6430" h="6419" fill="none" extrusionOk="0">
                  <a:moveTo>
                    <a:pt x="5203" y="6418"/>
                  </a:moveTo>
                  <a:lnTo>
                    <a:pt x="1227" y="6418"/>
                  </a:lnTo>
                  <a:cubicBezTo>
                    <a:pt x="536" y="6418"/>
                    <a:pt x="0" y="5871"/>
                    <a:pt x="0" y="5204"/>
                  </a:cubicBezTo>
                  <a:lnTo>
                    <a:pt x="0" y="1227"/>
                  </a:lnTo>
                  <a:cubicBezTo>
                    <a:pt x="0" y="537"/>
                    <a:pt x="560" y="1"/>
                    <a:pt x="1227" y="1"/>
                  </a:cubicBezTo>
                  <a:lnTo>
                    <a:pt x="5203" y="1"/>
                  </a:lnTo>
                  <a:cubicBezTo>
                    <a:pt x="5882" y="1"/>
                    <a:pt x="6418" y="560"/>
                    <a:pt x="6418" y="1227"/>
                  </a:cubicBezTo>
                  <a:lnTo>
                    <a:pt x="6418" y="5204"/>
                  </a:lnTo>
                  <a:cubicBezTo>
                    <a:pt x="6430" y="5871"/>
                    <a:pt x="5882" y="6418"/>
                    <a:pt x="5203"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9">
              <a:extLst>
                <a:ext uri="{FF2B5EF4-FFF2-40B4-BE49-F238E27FC236}">
                  <a16:creationId xmlns:a16="http://schemas.microsoft.com/office/drawing/2014/main" id="{1AC9400D-3B29-95C2-F268-34F225AACF63}"/>
                </a:ext>
              </a:extLst>
            </p:cNvPr>
            <p:cNvSpPr/>
            <p:nvPr/>
          </p:nvSpPr>
          <p:spPr>
            <a:xfrm>
              <a:off x="1993455" y="4000027"/>
              <a:ext cx="376566" cy="251240"/>
            </a:xfrm>
            <a:custGeom>
              <a:avLst/>
              <a:gdLst/>
              <a:ahLst/>
              <a:cxnLst/>
              <a:rect l="l" t="t" r="r" b="b"/>
              <a:pathLst>
                <a:path w="9621" h="6419" fill="none" extrusionOk="0">
                  <a:moveTo>
                    <a:pt x="8382" y="6418"/>
                  </a:moveTo>
                  <a:lnTo>
                    <a:pt x="1227" y="6418"/>
                  </a:lnTo>
                  <a:cubicBezTo>
                    <a:pt x="536" y="6418"/>
                    <a:pt x="0" y="5871"/>
                    <a:pt x="0" y="5204"/>
                  </a:cubicBezTo>
                  <a:lnTo>
                    <a:pt x="0" y="1227"/>
                  </a:lnTo>
                  <a:cubicBezTo>
                    <a:pt x="0" y="537"/>
                    <a:pt x="548" y="1"/>
                    <a:pt x="1227" y="1"/>
                  </a:cubicBezTo>
                  <a:lnTo>
                    <a:pt x="8382" y="1"/>
                  </a:lnTo>
                  <a:cubicBezTo>
                    <a:pt x="9061" y="1"/>
                    <a:pt x="9597" y="560"/>
                    <a:pt x="9597" y="1227"/>
                  </a:cubicBezTo>
                  <a:lnTo>
                    <a:pt x="9597" y="5204"/>
                  </a:lnTo>
                  <a:cubicBezTo>
                    <a:pt x="9621" y="5871"/>
                    <a:pt x="9061" y="6418"/>
                    <a:pt x="838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9">
              <a:extLst>
                <a:ext uri="{FF2B5EF4-FFF2-40B4-BE49-F238E27FC236}">
                  <a16:creationId xmlns:a16="http://schemas.microsoft.com/office/drawing/2014/main" id="{FDB2A3B9-0EA2-D7E6-36F3-F802EC5849E8}"/>
                </a:ext>
              </a:extLst>
            </p:cNvPr>
            <p:cNvSpPr/>
            <p:nvPr/>
          </p:nvSpPr>
          <p:spPr>
            <a:xfrm>
              <a:off x="2534957" y="4080186"/>
              <a:ext cx="65755" cy="84856"/>
            </a:xfrm>
            <a:custGeom>
              <a:avLst/>
              <a:gdLst/>
              <a:ahLst/>
              <a:cxnLst/>
              <a:rect l="l" t="t" r="r" b="b"/>
              <a:pathLst>
                <a:path w="1680" h="2168" extrusionOk="0">
                  <a:moveTo>
                    <a:pt x="846" y="203"/>
                  </a:moveTo>
                  <a:cubicBezTo>
                    <a:pt x="1024" y="203"/>
                    <a:pt x="1167" y="263"/>
                    <a:pt x="1263" y="394"/>
                  </a:cubicBezTo>
                  <a:cubicBezTo>
                    <a:pt x="1370" y="536"/>
                    <a:pt x="1429" y="715"/>
                    <a:pt x="1429" y="941"/>
                  </a:cubicBezTo>
                  <a:cubicBezTo>
                    <a:pt x="1429" y="1167"/>
                    <a:pt x="1370" y="1358"/>
                    <a:pt x="1263" y="1489"/>
                  </a:cubicBezTo>
                  <a:cubicBezTo>
                    <a:pt x="1167" y="1620"/>
                    <a:pt x="1024" y="1679"/>
                    <a:pt x="846" y="1679"/>
                  </a:cubicBezTo>
                  <a:cubicBezTo>
                    <a:pt x="667" y="1679"/>
                    <a:pt x="524" y="1620"/>
                    <a:pt x="417" y="1489"/>
                  </a:cubicBezTo>
                  <a:cubicBezTo>
                    <a:pt x="310" y="1358"/>
                    <a:pt x="262" y="1167"/>
                    <a:pt x="262" y="941"/>
                  </a:cubicBezTo>
                  <a:cubicBezTo>
                    <a:pt x="262" y="715"/>
                    <a:pt x="310" y="536"/>
                    <a:pt x="417" y="394"/>
                  </a:cubicBezTo>
                  <a:cubicBezTo>
                    <a:pt x="524" y="263"/>
                    <a:pt x="667" y="203"/>
                    <a:pt x="846" y="203"/>
                  </a:cubicBezTo>
                  <a:close/>
                  <a:moveTo>
                    <a:pt x="846" y="1"/>
                  </a:moveTo>
                  <a:cubicBezTo>
                    <a:pt x="584" y="1"/>
                    <a:pt x="382" y="84"/>
                    <a:pt x="227" y="251"/>
                  </a:cubicBezTo>
                  <a:cubicBezTo>
                    <a:pt x="72" y="429"/>
                    <a:pt x="1" y="656"/>
                    <a:pt x="1" y="941"/>
                  </a:cubicBezTo>
                  <a:cubicBezTo>
                    <a:pt x="1" y="1227"/>
                    <a:pt x="72" y="1453"/>
                    <a:pt x="227" y="1632"/>
                  </a:cubicBezTo>
                  <a:cubicBezTo>
                    <a:pt x="382" y="1799"/>
                    <a:pt x="584" y="1882"/>
                    <a:pt x="846" y="1882"/>
                  </a:cubicBezTo>
                  <a:lnTo>
                    <a:pt x="941" y="1882"/>
                  </a:lnTo>
                  <a:lnTo>
                    <a:pt x="1215" y="2168"/>
                  </a:lnTo>
                  <a:lnTo>
                    <a:pt x="1513" y="2168"/>
                  </a:lnTo>
                  <a:lnTo>
                    <a:pt x="1191" y="1822"/>
                  </a:lnTo>
                  <a:cubicBezTo>
                    <a:pt x="1346" y="1751"/>
                    <a:pt x="1477" y="1632"/>
                    <a:pt x="1560" y="1489"/>
                  </a:cubicBezTo>
                  <a:cubicBezTo>
                    <a:pt x="1644" y="1334"/>
                    <a:pt x="1679" y="1156"/>
                    <a:pt x="1679" y="941"/>
                  </a:cubicBezTo>
                  <a:cubicBezTo>
                    <a:pt x="1679" y="656"/>
                    <a:pt x="1608" y="429"/>
                    <a:pt x="1453" y="251"/>
                  </a:cubicBezTo>
                  <a:cubicBezTo>
                    <a:pt x="1298" y="84"/>
                    <a:pt x="1096" y="1"/>
                    <a:pt x="8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9">
              <a:extLst>
                <a:ext uri="{FF2B5EF4-FFF2-40B4-BE49-F238E27FC236}">
                  <a16:creationId xmlns:a16="http://schemas.microsoft.com/office/drawing/2014/main" id="{489675CC-2C3B-3178-7FA0-D79247AEFEE2}"/>
                </a:ext>
              </a:extLst>
            </p:cNvPr>
            <p:cNvSpPr/>
            <p:nvPr/>
          </p:nvSpPr>
          <p:spPr>
            <a:xfrm>
              <a:off x="2092714" y="3887734"/>
              <a:ext cx="36870" cy="49904"/>
            </a:xfrm>
            <a:custGeom>
              <a:avLst/>
              <a:gdLst/>
              <a:ahLst/>
              <a:cxnLst/>
              <a:rect l="l" t="t" r="r" b="b"/>
              <a:pathLst>
                <a:path w="942" h="1275" extrusionOk="0">
                  <a:moveTo>
                    <a:pt x="465" y="131"/>
                  </a:moveTo>
                  <a:cubicBezTo>
                    <a:pt x="560" y="131"/>
                    <a:pt x="620" y="167"/>
                    <a:pt x="679" y="239"/>
                  </a:cubicBezTo>
                  <a:cubicBezTo>
                    <a:pt x="727" y="298"/>
                    <a:pt x="751" y="381"/>
                    <a:pt x="751" y="500"/>
                  </a:cubicBezTo>
                  <a:cubicBezTo>
                    <a:pt x="751" y="608"/>
                    <a:pt x="727" y="691"/>
                    <a:pt x="679" y="762"/>
                  </a:cubicBezTo>
                  <a:cubicBezTo>
                    <a:pt x="620" y="822"/>
                    <a:pt x="560" y="858"/>
                    <a:pt x="465" y="858"/>
                  </a:cubicBezTo>
                  <a:cubicBezTo>
                    <a:pt x="381" y="858"/>
                    <a:pt x="322" y="822"/>
                    <a:pt x="262" y="762"/>
                  </a:cubicBezTo>
                  <a:cubicBezTo>
                    <a:pt x="215" y="691"/>
                    <a:pt x="191" y="608"/>
                    <a:pt x="191" y="500"/>
                  </a:cubicBezTo>
                  <a:cubicBezTo>
                    <a:pt x="191" y="393"/>
                    <a:pt x="215" y="298"/>
                    <a:pt x="262" y="239"/>
                  </a:cubicBezTo>
                  <a:cubicBezTo>
                    <a:pt x="322" y="167"/>
                    <a:pt x="381" y="131"/>
                    <a:pt x="465" y="131"/>
                  </a:cubicBezTo>
                  <a:close/>
                  <a:moveTo>
                    <a:pt x="465" y="0"/>
                  </a:moveTo>
                  <a:cubicBezTo>
                    <a:pt x="322" y="0"/>
                    <a:pt x="215" y="36"/>
                    <a:pt x="131" y="131"/>
                  </a:cubicBezTo>
                  <a:cubicBezTo>
                    <a:pt x="36" y="227"/>
                    <a:pt x="0" y="346"/>
                    <a:pt x="0" y="500"/>
                  </a:cubicBezTo>
                  <a:cubicBezTo>
                    <a:pt x="0" y="655"/>
                    <a:pt x="36" y="774"/>
                    <a:pt x="131" y="858"/>
                  </a:cubicBezTo>
                  <a:cubicBezTo>
                    <a:pt x="215" y="953"/>
                    <a:pt x="322" y="1001"/>
                    <a:pt x="465" y="1001"/>
                  </a:cubicBezTo>
                  <a:cubicBezTo>
                    <a:pt x="620" y="1001"/>
                    <a:pt x="727" y="953"/>
                    <a:pt x="810" y="870"/>
                  </a:cubicBezTo>
                  <a:cubicBezTo>
                    <a:pt x="893" y="774"/>
                    <a:pt x="941" y="655"/>
                    <a:pt x="941" y="500"/>
                  </a:cubicBezTo>
                  <a:cubicBezTo>
                    <a:pt x="941" y="346"/>
                    <a:pt x="893" y="227"/>
                    <a:pt x="810" y="131"/>
                  </a:cubicBezTo>
                  <a:cubicBezTo>
                    <a:pt x="727" y="36"/>
                    <a:pt x="620" y="0"/>
                    <a:pt x="465" y="0"/>
                  </a:cubicBezTo>
                  <a:close/>
                  <a:moveTo>
                    <a:pt x="48" y="1132"/>
                  </a:moveTo>
                  <a:lnTo>
                    <a:pt x="48" y="1274"/>
                  </a:lnTo>
                  <a:lnTo>
                    <a:pt x="893" y="1274"/>
                  </a:lnTo>
                  <a:lnTo>
                    <a:pt x="893" y="11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9">
              <a:extLst>
                <a:ext uri="{FF2B5EF4-FFF2-40B4-BE49-F238E27FC236}">
                  <a16:creationId xmlns:a16="http://schemas.microsoft.com/office/drawing/2014/main" id="{F2833424-3DA1-B14B-A7BB-626B185E4D68}"/>
                </a:ext>
              </a:extLst>
            </p:cNvPr>
            <p:cNvSpPr/>
            <p:nvPr/>
          </p:nvSpPr>
          <p:spPr>
            <a:xfrm>
              <a:off x="2093653" y="3766087"/>
              <a:ext cx="34052" cy="50373"/>
            </a:xfrm>
            <a:custGeom>
              <a:avLst/>
              <a:gdLst/>
              <a:ahLst/>
              <a:cxnLst/>
              <a:rect l="l" t="t" r="r" b="b"/>
              <a:pathLst>
                <a:path w="870" h="1287" extrusionOk="0">
                  <a:moveTo>
                    <a:pt x="679" y="513"/>
                  </a:moveTo>
                  <a:lnTo>
                    <a:pt x="679" y="549"/>
                  </a:lnTo>
                  <a:cubicBezTo>
                    <a:pt x="679" y="644"/>
                    <a:pt x="655" y="715"/>
                    <a:pt x="608" y="775"/>
                  </a:cubicBezTo>
                  <a:cubicBezTo>
                    <a:pt x="548" y="834"/>
                    <a:pt x="477" y="858"/>
                    <a:pt x="393" y="858"/>
                  </a:cubicBezTo>
                  <a:cubicBezTo>
                    <a:pt x="334" y="858"/>
                    <a:pt x="274" y="846"/>
                    <a:pt x="238" y="811"/>
                  </a:cubicBezTo>
                  <a:cubicBezTo>
                    <a:pt x="203" y="787"/>
                    <a:pt x="179" y="739"/>
                    <a:pt x="179" y="691"/>
                  </a:cubicBezTo>
                  <a:cubicBezTo>
                    <a:pt x="179" y="632"/>
                    <a:pt x="203" y="584"/>
                    <a:pt x="250" y="549"/>
                  </a:cubicBezTo>
                  <a:cubicBezTo>
                    <a:pt x="310" y="525"/>
                    <a:pt x="393" y="513"/>
                    <a:pt x="524" y="513"/>
                  </a:cubicBezTo>
                  <a:close/>
                  <a:moveTo>
                    <a:pt x="417" y="1"/>
                  </a:moveTo>
                  <a:cubicBezTo>
                    <a:pt x="369" y="1"/>
                    <a:pt x="310" y="13"/>
                    <a:pt x="250" y="25"/>
                  </a:cubicBezTo>
                  <a:cubicBezTo>
                    <a:pt x="191" y="37"/>
                    <a:pt x="131" y="49"/>
                    <a:pt x="72" y="72"/>
                  </a:cubicBezTo>
                  <a:lnTo>
                    <a:pt x="72" y="227"/>
                  </a:lnTo>
                  <a:cubicBezTo>
                    <a:pt x="131" y="203"/>
                    <a:pt x="179" y="179"/>
                    <a:pt x="238" y="168"/>
                  </a:cubicBezTo>
                  <a:cubicBezTo>
                    <a:pt x="298" y="156"/>
                    <a:pt x="346" y="144"/>
                    <a:pt x="393" y="144"/>
                  </a:cubicBezTo>
                  <a:cubicBezTo>
                    <a:pt x="488" y="144"/>
                    <a:pt x="560" y="168"/>
                    <a:pt x="608" y="203"/>
                  </a:cubicBezTo>
                  <a:cubicBezTo>
                    <a:pt x="655" y="239"/>
                    <a:pt x="679" y="299"/>
                    <a:pt x="679" y="370"/>
                  </a:cubicBezTo>
                  <a:lnTo>
                    <a:pt x="465" y="370"/>
                  </a:lnTo>
                  <a:cubicBezTo>
                    <a:pt x="310" y="370"/>
                    <a:pt x="191" y="406"/>
                    <a:pt x="119" y="453"/>
                  </a:cubicBezTo>
                  <a:cubicBezTo>
                    <a:pt x="36" y="513"/>
                    <a:pt x="0" y="596"/>
                    <a:pt x="0" y="703"/>
                  </a:cubicBezTo>
                  <a:cubicBezTo>
                    <a:pt x="0" y="799"/>
                    <a:pt x="24" y="870"/>
                    <a:pt x="96" y="930"/>
                  </a:cubicBezTo>
                  <a:cubicBezTo>
                    <a:pt x="155" y="977"/>
                    <a:pt x="238" y="1001"/>
                    <a:pt x="334" y="1001"/>
                  </a:cubicBezTo>
                  <a:cubicBezTo>
                    <a:pt x="417" y="1001"/>
                    <a:pt x="477" y="989"/>
                    <a:pt x="536" y="965"/>
                  </a:cubicBezTo>
                  <a:cubicBezTo>
                    <a:pt x="596" y="941"/>
                    <a:pt x="643" y="894"/>
                    <a:pt x="679" y="846"/>
                  </a:cubicBezTo>
                  <a:lnTo>
                    <a:pt x="679" y="989"/>
                  </a:lnTo>
                  <a:lnTo>
                    <a:pt x="858" y="989"/>
                  </a:lnTo>
                  <a:lnTo>
                    <a:pt x="858" y="441"/>
                  </a:lnTo>
                  <a:cubicBezTo>
                    <a:pt x="858" y="299"/>
                    <a:pt x="822" y="179"/>
                    <a:pt x="750" y="108"/>
                  </a:cubicBezTo>
                  <a:cubicBezTo>
                    <a:pt x="679" y="37"/>
                    <a:pt x="572" y="1"/>
                    <a:pt x="417" y="1"/>
                  </a:cubicBezTo>
                  <a:close/>
                  <a:moveTo>
                    <a:pt x="24" y="1132"/>
                  </a:moveTo>
                  <a:lnTo>
                    <a:pt x="24" y="1287"/>
                  </a:lnTo>
                  <a:lnTo>
                    <a:pt x="869" y="1287"/>
                  </a:lnTo>
                  <a:lnTo>
                    <a:pt x="869" y="11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9">
              <a:extLst>
                <a:ext uri="{FF2B5EF4-FFF2-40B4-BE49-F238E27FC236}">
                  <a16:creationId xmlns:a16="http://schemas.microsoft.com/office/drawing/2014/main" id="{08A1CDB2-7855-8EF3-6D9C-F631AC55B23A}"/>
                </a:ext>
              </a:extLst>
            </p:cNvPr>
            <p:cNvSpPr/>
            <p:nvPr/>
          </p:nvSpPr>
          <p:spPr>
            <a:xfrm>
              <a:off x="1993455" y="3718102"/>
              <a:ext cx="251670" cy="251201"/>
            </a:xfrm>
            <a:custGeom>
              <a:avLst/>
              <a:gdLst/>
              <a:ahLst/>
              <a:cxnLst/>
              <a:rect l="l" t="t" r="r" b="b"/>
              <a:pathLst>
                <a:path w="6430" h="6418" fill="none" extrusionOk="0">
                  <a:moveTo>
                    <a:pt x="5192" y="6418"/>
                  </a:moveTo>
                  <a:lnTo>
                    <a:pt x="1227" y="6418"/>
                  </a:lnTo>
                  <a:cubicBezTo>
                    <a:pt x="536" y="6418"/>
                    <a:pt x="0" y="5870"/>
                    <a:pt x="0" y="5204"/>
                  </a:cubicBezTo>
                  <a:lnTo>
                    <a:pt x="0" y="1227"/>
                  </a:lnTo>
                  <a:cubicBezTo>
                    <a:pt x="0" y="548"/>
                    <a:pt x="548" y="1"/>
                    <a:pt x="1227" y="1"/>
                  </a:cubicBezTo>
                  <a:lnTo>
                    <a:pt x="5192" y="1"/>
                  </a:lnTo>
                  <a:cubicBezTo>
                    <a:pt x="5882" y="1"/>
                    <a:pt x="6418" y="560"/>
                    <a:pt x="6418" y="1227"/>
                  </a:cubicBezTo>
                  <a:lnTo>
                    <a:pt x="6418" y="5204"/>
                  </a:lnTo>
                  <a:cubicBezTo>
                    <a:pt x="6430" y="5870"/>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9">
              <a:extLst>
                <a:ext uri="{FF2B5EF4-FFF2-40B4-BE49-F238E27FC236}">
                  <a16:creationId xmlns:a16="http://schemas.microsoft.com/office/drawing/2014/main" id="{CB72B597-918B-A4CB-C704-7AAC56BB8AA2}"/>
                </a:ext>
              </a:extLst>
            </p:cNvPr>
            <p:cNvSpPr/>
            <p:nvPr/>
          </p:nvSpPr>
          <p:spPr>
            <a:xfrm>
              <a:off x="2305675" y="3718102"/>
              <a:ext cx="251670" cy="251201"/>
            </a:xfrm>
            <a:custGeom>
              <a:avLst/>
              <a:gdLst/>
              <a:ahLst/>
              <a:cxnLst/>
              <a:rect l="l" t="t" r="r" b="b"/>
              <a:pathLst>
                <a:path w="6430" h="6418" fill="none" extrusionOk="0">
                  <a:moveTo>
                    <a:pt x="5216" y="6418"/>
                  </a:moveTo>
                  <a:lnTo>
                    <a:pt x="1227" y="6418"/>
                  </a:lnTo>
                  <a:cubicBezTo>
                    <a:pt x="536" y="6418"/>
                    <a:pt x="1" y="5870"/>
                    <a:pt x="1" y="5204"/>
                  </a:cubicBezTo>
                  <a:lnTo>
                    <a:pt x="1" y="1227"/>
                  </a:lnTo>
                  <a:cubicBezTo>
                    <a:pt x="1" y="548"/>
                    <a:pt x="548" y="1"/>
                    <a:pt x="1227" y="1"/>
                  </a:cubicBezTo>
                  <a:lnTo>
                    <a:pt x="5192" y="1"/>
                  </a:lnTo>
                  <a:cubicBezTo>
                    <a:pt x="5882" y="1"/>
                    <a:pt x="6418" y="560"/>
                    <a:pt x="6418" y="1227"/>
                  </a:cubicBezTo>
                  <a:lnTo>
                    <a:pt x="6418" y="5204"/>
                  </a:lnTo>
                  <a:cubicBezTo>
                    <a:pt x="6430" y="5870"/>
                    <a:pt x="5882" y="6418"/>
                    <a:pt x="521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9">
              <a:extLst>
                <a:ext uri="{FF2B5EF4-FFF2-40B4-BE49-F238E27FC236}">
                  <a16:creationId xmlns:a16="http://schemas.microsoft.com/office/drawing/2014/main" id="{6396B916-5A26-2C17-704A-4713CE05C1E5}"/>
                </a:ext>
              </a:extLst>
            </p:cNvPr>
            <p:cNvSpPr/>
            <p:nvPr/>
          </p:nvSpPr>
          <p:spPr>
            <a:xfrm>
              <a:off x="1993455" y="4854218"/>
              <a:ext cx="251670" cy="251240"/>
            </a:xfrm>
            <a:custGeom>
              <a:avLst/>
              <a:gdLst/>
              <a:ahLst/>
              <a:cxnLst/>
              <a:rect l="l" t="t" r="r" b="b"/>
              <a:pathLst>
                <a:path w="6430" h="6419" fill="none" extrusionOk="0">
                  <a:moveTo>
                    <a:pt x="5192" y="6418"/>
                  </a:moveTo>
                  <a:lnTo>
                    <a:pt x="1227" y="6418"/>
                  </a:lnTo>
                  <a:cubicBezTo>
                    <a:pt x="536" y="6418"/>
                    <a:pt x="0" y="5871"/>
                    <a:pt x="0" y="5192"/>
                  </a:cubicBezTo>
                  <a:lnTo>
                    <a:pt x="0" y="1227"/>
                  </a:lnTo>
                  <a:cubicBezTo>
                    <a:pt x="0" y="537"/>
                    <a:pt x="548" y="1"/>
                    <a:pt x="1227" y="1"/>
                  </a:cubicBezTo>
                  <a:lnTo>
                    <a:pt x="5192" y="1"/>
                  </a:lnTo>
                  <a:cubicBezTo>
                    <a:pt x="5882" y="1"/>
                    <a:pt x="6418" y="549"/>
                    <a:pt x="6418" y="1227"/>
                  </a:cubicBezTo>
                  <a:lnTo>
                    <a:pt x="6418" y="5192"/>
                  </a:lnTo>
                  <a:cubicBezTo>
                    <a:pt x="6430" y="5871"/>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9">
              <a:extLst>
                <a:ext uri="{FF2B5EF4-FFF2-40B4-BE49-F238E27FC236}">
                  <a16:creationId xmlns:a16="http://schemas.microsoft.com/office/drawing/2014/main" id="{1BC9F07C-4030-466E-55BB-9CDFB869B614}"/>
                </a:ext>
              </a:extLst>
            </p:cNvPr>
            <p:cNvSpPr/>
            <p:nvPr/>
          </p:nvSpPr>
          <p:spPr>
            <a:xfrm>
              <a:off x="2305675" y="4854218"/>
              <a:ext cx="251670" cy="251240"/>
            </a:xfrm>
            <a:custGeom>
              <a:avLst/>
              <a:gdLst/>
              <a:ahLst/>
              <a:cxnLst/>
              <a:rect l="l" t="t" r="r" b="b"/>
              <a:pathLst>
                <a:path w="6430" h="6419" fill="none" extrusionOk="0">
                  <a:moveTo>
                    <a:pt x="5216" y="6418"/>
                  </a:moveTo>
                  <a:lnTo>
                    <a:pt x="1227" y="6418"/>
                  </a:lnTo>
                  <a:cubicBezTo>
                    <a:pt x="536" y="6418"/>
                    <a:pt x="1" y="5871"/>
                    <a:pt x="1" y="5192"/>
                  </a:cubicBezTo>
                  <a:lnTo>
                    <a:pt x="1" y="1227"/>
                  </a:lnTo>
                  <a:cubicBezTo>
                    <a:pt x="1" y="537"/>
                    <a:pt x="548" y="1"/>
                    <a:pt x="1227" y="1"/>
                  </a:cubicBezTo>
                  <a:lnTo>
                    <a:pt x="5192" y="1"/>
                  </a:lnTo>
                  <a:cubicBezTo>
                    <a:pt x="5882" y="1"/>
                    <a:pt x="6418" y="549"/>
                    <a:pt x="6418" y="1227"/>
                  </a:cubicBezTo>
                  <a:lnTo>
                    <a:pt x="6418" y="5192"/>
                  </a:lnTo>
                  <a:cubicBezTo>
                    <a:pt x="6430" y="5871"/>
                    <a:pt x="5882" y="6418"/>
                    <a:pt x="521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9">
              <a:extLst>
                <a:ext uri="{FF2B5EF4-FFF2-40B4-BE49-F238E27FC236}">
                  <a16:creationId xmlns:a16="http://schemas.microsoft.com/office/drawing/2014/main" id="{BB29FAFB-B00F-4991-A09E-414CF77A13D5}"/>
                </a:ext>
              </a:extLst>
            </p:cNvPr>
            <p:cNvSpPr/>
            <p:nvPr/>
          </p:nvSpPr>
          <p:spPr>
            <a:xfrm>
              <a:off x="1990206" y="4282892"/>
              <a:ext cx="492146" cy="251240"/>
            </a:xfrm>
            <a:custGeom>
              <a:avLst/>
              <a:gdLst/>
              <a:ahLst/>
              <a:cxnLst/>
              <a:rect l="l" t="t" r="r" b="b"/>
              <a:pathLst>
                <a:path w="12574" h="6419" fill="none" extrusionOk="0">
                  <a:moveTo>
                    <a:pt x="11347" y="6418"/>
                  </a:moveTo>
                  <a:lnTo>
                    <a:pt x="1215" y="6418"/>
                  </a:lnTo>
                  <a:cubicBezTo>
                    <a:pt x="524" y="6418"/>
                    <a:pt x="0" y="5859"/>
                    <a:pt x="0" y="5192"/>
                  </a:cubicBezTo>
                  <a:lnTo>
                    <a:pt x="0" y="1215"/>
                  </a:lnTo>
                  <a:cubicBezTo>
                    <a:pt x="0" y="537"/>
                    <a:pt x="548" y="1"/>
                    <a:pt x="1215" y="1"/>
                  </a:cubicBezTo>
                  <a:lnTo>
                    <a:pt x="11347" y="1"/>
                  </a:lnTo>
                  <a:cubicBezTo>
                    <a:pt x="12037" y="1"/>
                    <a:pt x="12573" y="549"/>
                    <a:pt x="12573" y="1215"/>
                  </a:cubicBezTo>
                  <a:lnTo>
                    <a:pt x="12573" y="5192"/>
                  </a:lnTo>
                  <a:cubicBezTo>
                    <a:pt x="12573" y="5859"/>
                    <a:pt x="12025" y="6418"/>
                    <a:pt x="11347"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9">
              <a:extLst>
                <a:ext uri="{FF2B5EF4-FFF2-40B4-BE49-F238E27FC236}">
                  <a16:creationId xmlns:a16="http://schemas.microsoft.com/office/drawing/2014/main" id="{588DC0B8-F1F9-C659-E68E-EB710728B0F6}"/>
                </a:ext>
              </a:extLst>
            </p:cNvPr>
            <p:cNvSpPr/>
            <p:nvPr/>
          </p:nvSpPr>
          <p:spPr>
            <a:xfrm>
              <a:off x="2032125" y="4714449"/>
              <a:ext cx="80668" cy="69474"/>
            </a:xfrm>
            <a:custGeom>
              <a:avLst/>
              <a:gdLst/>
              <a:ahLst/>
              <a:cxnLst/>
              <a:rect l="l" t="t" r="r" b="b"/>
              <a:pathLst>
                <a:path w="2061" h="1775" fill="none" extrusionOk="0">
                  <a:moveTo>
                    <a:pt x="2060" y="1107"/>
                  </a:moveTo>
                  <a:lnTo>
                    <a:pt x="1037" y="0"/>
                  </a:lnTo>
                  <a:lnTo>
                    <a:pt x="1" y="1107"/>
                  </a:lnTo>
                  <a:lnTo>
                    <a:pt x="477" y="1107"/>
                  </a:lnTo>
                  <a:lnTo>
                    <a:pt x="477" y="1774"/>
                  </a:lnTo>
                  <a:lnTo>
                    <a:pt x="1584" y="1774"/>
                  </a:lnTo>
                  <a:lnTo>
                    <a:pt x="1584" y="110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9">
              <a:extLst>
                <a:ext uri="{FF2B5EF4-FFF2-40B4-BE49-F238E27FC236}">
                  <a16:creationId xmlns:a16="http://schemas.microsoft.com/office/drawing/2014/main" id="{7E233311-73CC-29A5-76DF-341B31293E6F}"/>
                </a:ext>
              </a:extLst>
            </p:cNvPr>
            <p:cNvSpPr/>
            <p:nvPr/>
          </p:nvSpPr>
          <p:spPr>
            <a:xfrm>
              <a:off x="2094123" y="4162223"/>
              <a:ext cx="34991" cy="37300"/>
            </a:xfrm>
            <a:custGeom>
              <a:avLst/>
              <a:gdLst/>
              <a:ahLst/>
              <a:cxnLst/>
              <a:rect l="l" t="t" r="r" b="b"/>
              <a:pathLst>
                <a:path w="894" h="953" fill="none" extrusionOk="0">
                  <a:moveTo>
                    <a:pt x="0" y="953"/>
                  </a:moveTo>
                  <a:lnTo>
                    <a:pt x="893" y="476"/>
                  </a:ln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9">
              <a:extLst>
                <a:ext uri="{FF2B5EF4-FFF2-40B4-BE49-F238E27FC236}">
                  <a16:creationId xmlns:a16="http://schemas.microsoft.com/office/drawing/2014/main" id="{003F8D20-8746-FC23-9B8C-574B57C1ACFF}"/>
                </a:ext>
              </a:extLst>
            </p:cNvPr>
            <p:cNvSpPr/>
            <p:nvPr/>
          </p:nvSpPr>
          <p:spPr>
            <a:xfrm>
              <a:off x="2022810" y="4180854"/>
              <a:ext cx="104895" cy="39"/>
            </a:xfrm>
            <a:custGeom>
              <a:avLst/>
              <a:gdLst/>
              <a:ahLst/>
              <a:cxnLst/>
              <a:rect l="l" t="t" r="r" b="b"/>
              <a:pathLst>
                <a:path w="2680" h="1" fill="none" extrusionOk="0">
                  <a:moveTo>
                    <a:pt x="2679" y="0"/>
                  </a:moveTo>
                  <a:lnTo>
                    <a:pt x="1"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9">
              <a:extLst>
                <a:ext uri="{FF2B5EF4-FFF2-40B4-BE49-F238E27FC236}">
                  <a16:creationId xmlns:a16="http://schemas.microsoft.com/office/drawing/2014/main" id="{8089FCBB-9709-5068-9E11-4E6127B57A0F}"/>
                </a:ext>
              </a:extLst>
            </p:cNvPr>
            <p:cNvSpPr/>
            <p:nvPr/>
          </p:nvSpPr>
          <p:spPr>
            <a:xfrm>
              <a:off x="2141639" y="4156157"/>
              <a:ext cx="39" cy="49904"/>
            </a:xfrm>
            <a:custGeom>
              <a:avLst/>
              <a:gdLst/>
              <a:ahLst/>
              <a:cxnLst/>
              <a:rect l="l" t="t" r="r" b="b"/>
              <a:pathLst>
                <a:path w="1" h="1275" fill="none" extrusionOk="0">
                  <a:moveTo>
                    <a:pt x="1" y="1274"/>
                  </a:moveTo>
                  <a:lnTo>
                    <a:pt x="1"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9">
              <a:extLst>
                <a:ext uri="{FF2B5EF4-FFF2-40B4-BE49-F238E27FC236}">
                  <a16:creationId xmlns:a16="http://schemas.microsoft.com/office/drawing/2014/main" id="{BBE3B281-50BC-DAD2-5B3C-2AB9E0258ECD}"/>
                </a:ext>
              </a:extLst>
            </p:cNvPr>
            <p:cNvSpPr/>
            <p:nvPr/>
          </p:nvSpPr>
          <p:spPr>
            <a:xfrm>
              <a:off x="2374639" y="4566226"/>
              <a:ext cx="250770" cy="251240"/>
            </a:xfrm>
            <a:custGeom>
              <a:avLst/>
              <a:gdLst/>
              <a:ahLst/>
              <a:cxnLst/>
              <a:rect l="l" t="t" r="r" b="b"/>
              <a:pathLst>
                <a:path w="6407" h="6419" fill="none" extrusionOk="0">
                  <a:moveTo>
                    <a:pt x="5192" y="6418"/>
                  </a:moveTo>
                  <a:lnTo>
                    <a:pt x="1215" y="6418"/>
                  </a:lnTo>
                  <a:cubicBezTo>
                    <a:pt x="537" y="6418"/>
                    <a:pt x="1" y="5871"/>
                    <a:pt x="1" y="5204"/>
                  </a:cubicBezTo>
                  <a:lnTo>
                    <a:pt x="1" y="1227"/>
                  </a:lnTo>
                  <a:cubicBezTo>
                    <a:pt x="1" y="537"/>
                    <a:pt x="548" y="1"/>
                    <a:pt x="1215" y="1"/>
                  </a:cubicBezTo>
                  <a:lnTo>
                    <a:pt x="5192" y="1"/>
                  </a:lnTo>
                  <a:cubicBezTo>
                    <a:pt x="5871" y="1"/>
                    <a:pt x="6406" y="560"/>
                    <a:pt x="6406" y="1227"/>
                  </a:cubicBezTo>
                  <a:lnTo>
                    <a:pt x="6406" y="5204"/>
                  </a:lnTo>
                  <a:cubicBezTo>
                    <a:pt x="6406" y="5871"/>
                    <a:pt x="5859"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9">
              <a:extLst>
                <a:ext uri="{FF2B5EF4-FFF2-40B4-BE49-F238E27FC236}">
                  <a16:creationId xmlns:a16="http://schemas.microsoft.com/office/drawing/2014/main" id="{66C88659-ECCD-2D78-B127-732A0AA93198}"/>
                </a:ext>
              </a:extLst>
            </p:cNvPr>
            <p:cNvSpPr/>
            <p:nvPr/>
          </p:nvSpPr>
          <p:spPr>
            <a:xfrm>
              <a:off x="1993455" y="4566226"/>
              <a:ext cx="318326" cy="251240"/>
            </a:xfrm>
            <a:custGeom>
              <a:avLst/>
              <a:gdLst/>
              <a:ahLst/>
              <a:cxnLst/>
              <a:rect l="l" t="t" r="r" b="b"/>
              <a:pathLst>
                <a:path w="8133" h="6419" fill="none" extrusionOk="0">
                  <a:moveTo>
                    <a:pt x="6906" y="6418"/>
                  </a:moveTo>
                  <a:lnTo>
                    <a:pt x="1227" y="6418"/>
                  </a:lnTo>
                  <a:cubicBezTo>
                    <a:pt x="536" y="6418"/>
                    <a:pt x="0" y="5871"/>
                    <a:pt x="0" y="5204"/>
                  </a:cubicBezTo>
                  <a:lnTo>
                    <a:pt x="0" y="1227"/>
                  </a:lnTo>
                  <a:cubicBezTo>
                    <a:pt x="0" y="537"/>
                    <a:pt x="548" y="1"/>
                    <a:pt x="1227" y="1"/>
                  </a:cubicBezTo>
                  <a:lnTo>
                    <a:pt x="6906" y="1"/>
                  </a:lnTo>
                  <a:cubicBezTo>
                    <a:pt x="7597" y="1"/>
                    <a:pt x="8132" y="560"/>
                    <a:pt x="8132" y="1227"/>
                  </a:cubicBezTo>
                  <a:lnTo>
                    <a:pt x="8132" y="5204"/>
                  </a:lnTo>
                  <a:cubicBezTo>
                    <a:pt x="8132" y="5871"/>
                    <a:pt x="7597" y="6418"/>
                    <a:pt x="690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9">
              <a:extLst>
                <a:ext uri="{FF2B5EF4-FFF2-40B4-BE49-F238E27FC236}">
                  <a16:creationId xmlns:a16="http://schemas.microsoft.com/office/drawing/2014/main" id="{7642C526-4A93-EF6E-D1E8-47FFD8B3DFA6}"/>
                </a:ext>
              </a:extLst>
            </p:cNvPr>
            <p:cNvSpPr/>
            <p:nvPr/>
          </p:nvSpPr>
          <p:spPr>
            <a:xfrm>
              <a:off x="2183597" y="3889613"/>
              <a:ext cx="20079" cy="49864"/>
            </a:xfrm>
            <a:custGeom>
              <a:avLst/>
              <a:gdLst/>
              <a:ahLst/>
              <a:cxnLst/>
              <a:rect l="l" t="t" r="r" b="b"/>
              <a:pathLst>
                <a:path w="513" h="1274" extrusionOk="0">
                  <a:moveTo>
                    <a:pt x="0" y="0"/>
                  </a:moveTo>
                  <a:lnTo>
                    <a:pt x="393" y="1274"/>
                  </a:lnTo>
                  <a:lnTo>
                    <a:pt x="512" y="1274"/>
                  </a:lnTo>
                  <a:lnTo>
                    <a:pt x="1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9">
              <a:extLst>
                <a:ext uri="{FF2B5EF4-FFF2-40B4-BE49-F238E27FC236}">
                  <a16:creationId xmlns:a16="http://schemas.microsoft.com/office/drawing/2014/main" id="{C346C504-24CA-6F6D-5C5C-9D06D7F754E6}"/>
                </a:ext>
              </a:extLst>
            </p:cNvPr>
            <p:cNvSpPr/>
            <p:nvPr/>
          </p:nvSpPr>
          <p:spPr>
            <a:xfrm>
              <a:off x="2414249" y="3857440"/>
              <a:ext cx="42467" cy="70883"/>
            </a:xfrm>
            <a:custGeom>
              <a:avLst/>
              <a:gdLst/>
              <a:ahLst/>
              <a:cxnLst/>
              <a:rect l="l" t="t" r="r" b="b"/>
              <a:pathLst>
                <a:path w="1085" h="1811" extrusionOk="0">
                  <a:moveTo>
                    <a:pt x="429" y="1"/>
                  </a:moveTo>
                  <a:lnTo>
                    <a:pt x="1" y="84"/>
                  </a:lnTo>
                  <a:lnTo>
                    <a:pt x="1" y="310"/>
                  </a:lnTo>
                  <a:lnTo>
                    <a:pt x="441" y="215"/>
                  </a:lnTo>
                  <a:lnTo>
                    <a:pt x="441" y="1608"/>
                  </a:lnTo>
                  <a:lnTo>
                    <a:pt x="37" y="1608"/>
                  </a:lnTo>
                  <a:lnTo>
                    <a:pt x="37" y="1810"/>
                  </a:lnTo>
                  <a:lnTo>
                    <a:pt x="1084" y="1810"/>
                  </a:lnTo>
                  <a:lnTo>
                    <a:pt x="1084" y="1608"/>
                  </a:lnTo>
                  <a:lnTo>
                    <a:pt x="679" y="1608"/>
                  </a:lnTo>
                  <a:lnTo>
                    <a:pt x="6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9">
              <a:extLst>
                <a:ext uri="{FF2B5EF4-FFF2-40B4-BE49-F238E27FC236}">
                  <a16:creationId xmlns:a16="http://schemas.microsoft.com/office/drawing/2014/main" id="{604A8910-0E53-7999-0455-1318174CAC9E}"/>
                </a:ext>
              </a:extLst>
            </p:cNvPr>
            <p:cNvSpPr/>
            <p:nvPr/>
          </p:nvSpPr>
          <p:spPr>
            <a:xfrm>
              <a:off x="2424034" y="3746987"/>
              <a:ext cx="6576" cy="49904"/>
            </a:xfrm>
            <a:custGeom>
              <a:avLst/>
              <a:gdLst/>
              <a:ahLst/>
              <a:cxnLst/>
              <a:rect l="l" t="t" r="r" b="b"/>
              <a:pathLst>
                <a:path w="168" h="1275" extrusionOk="0">
                  <a:moveTo>
                    <a:pt x="1" y="1"/>
                  </a:moveTo>
                  <a:lnTo>
                    <a:pt x="1" y="560"/>
                  </a:lnTo>
                  <a:lnTo>
                    <a:pt x="13" y="858"/>
                  </a:lnTo>
                  <a:lnTo>
                    <a:pt x="156" y="858"/>
                  </a:lnTo>
                  <a:lnTo>
                    <a:pt x="168" y="560"/>
                  </a:lnTo>
                  <a:lnTo>
                    <a:pt x="168" y="1"/>
                  </a:lnTo>
                  <a:close/>
                  <a:moveTo>
                    <a:pt x="1" y="1048"/>
                  </a:moveTo>
                  <a:lnTo>
                    <a:pt x="1" y="1275"/>
                  </a:lnTo>
                  <a:lnTo>
                    <a:pt x="168" y="1275"/>
                  </a:lnTo>
                  <a:lnTo>
                    <a:pt x="168" y="104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9">
              <a:extLst>
                <a:ext uri="{FF2B5EF4-FFF2-40B4-BE49-F238E27FC236}">
                  <a16:creationId xmlns:a16="http://schemas.microsoft.com/office/drawing/2014/main" id="{2200807F-7B65-A4AB-8DE4-F4F29F7D5EF0}"/>
                </a:ext>
              </a:extLst>
            </p:cNvPr>
            <p:cNvSpPr/>
            <p:nvPr/>
          </p:nvSpPr>
          <p:spPr>
            <a:xfrm>
              <a:off x="2482783" y="3890983"/>
              <a:ext cx="52213" cy="53191"/>
            </a:xfrm>
            <a:custGeom>
              <a:avLst/>
              <a:gdLst/>
              <a:ahLst/>
              <a:cxnLst/>
              <a:rect l="l" t="t" r="r" b="b"/>
              <a:pathLst>
                <a:path w="1334" h="1359" extrusionOk="0">
                  <a:moveTo>
                    <a:pt x="667" y="453"/>
                  </a:moveTo>
                  <a:cubicBezTo>
                    <a:pt x="738" y="453"/>
                    <a:pt x="786" y="477"/>
                    <a:pt x="822" y="513"/>
                  </a:cubicBezTo>
                  <a:cubicBezTo>
                    <a:pt x="857" y="560"/>
                    <a:pt x="869" y="620"/>
                    <a:pt x="869" y="679"/>
                  </a:cubicBezTo>
                  <a:cubicBezTo>
                    <a:pt x="869" y="751"/>
                    <a:pt x="857" y="810"/>
                    <a:pt x="822" y="858"/>
                  </a:cubicBezTo>
                  <a:cubicBezTo>
                    <a:pt x="786" y="894"/>
                    <a:pt x="738" y="918"/>
                    <a:pt x="679" y="918"/>
                  </a:cubicBezTo>
                  <a:cubicBezTo>
                    <a:pt x="607" y="918"/>
                    <a:pt x="560" y="894"/>
                    <a:pt x="524" y="858"/>
                  </a:cubicBezTo>
                  <a:cubicBezTo>
                    <a:pt x="488" y="810"/>
                    <a:pt x="476" y="751"/>
                    <a:pt x="476" y="679"/>
                  </a:cubicBezTo>
                  <a:cubicBezTo>
                    <a:pt x="476" y="620"/>
                    <a:pt x="488" y="560"/>
                    <a:pt x="524" y="513"/>
                  </a:cubicBezTo>
                  <a:cubicBezTo>
                    <a:pt x="560" y="477"/>
                    <a:pt x="607" y="453"/>
                    <a:pt x="667" y="453"/>
                  </a:cubicBezTo>
                  <a:close/>
                  <a:moveTo>
                    <a:pt x="691" y="1"/>
                  </a:moveTo>
                  <a:cubicBezTo>
                    <a:pt x="595" y="1"/>
                    <a:pt x="512" y="25"/>
                    <a:pt x="417" y="48"/>
                  </a:cubicBezTo>
                  <a:cubicBezTo>
                    <a:pt x="333" y="84"/>
                    <a:pt x="262" y="132"/>
                    <a:pt x="202" y="203"/>
                  </a:cubicBezTo>
                  <a:cubicBezTo>
                    <a:pt x="131" y="263"/>
                    <a:pt x="83" y="334"/>
                    <a:pt x="48" y="417"/>
                  </a:cubicBezTo>
                  <a:cubicBezTo>
                    <a:pt x="12" y="501"/>
                    <a:pt x="0" y="584"/>
                    <a:pt x="0" y="679"/>
                  </a:cubicBezTo>
                  <a:cubicBezTo>
                    <a:pt x="0" y="775"/>
                    <a:pt x="12" y="870"/>
                    <a:pt x="48" y="953"/>
                  </a:cubicBezTo>
                  <a:cubicBezTo>
                    <a:pt x="83" y="1025"/>
                    <a:pt x="131" y="1108"/>
                    <a:pt x="202" y="1168"/>
                  </a:cubicBezTo>
                  <a:cubicBezTo>
                    <a:pt x="262" y="1227"/>
                    <a:pt x="333" y="1275"/>
                    <a:pt x="417" y="1310"/>
                  </a:cubicBezTo>
                  <a:cubicBezTo>
                    <a:pt x="500" y="1346"/>
                    <a:pt x="583" y="1358"/>
                    <a:pt x="679" y="1358"/>
                  </a:cubicBezTo>
                  <a:cubicBezTo>
                    <a:pt x="762" y="1358"/>
                    <a:pt x="833" y="1346"/>
                    <a:pt x="905" y="1322"/>
                  </a:cubicBezTo>
                  <a:cubicBezTo>
                    <a:pt x="976" y="1299"/>
                    <a:pt x="1048" y="1251"/>
                    <a:pt x="1107" y="1203"/>
                  </a:cubicBezTo>
                  <a:lnTo>
                    <a:pt x="1048" y="1120"/>
                  </a:lnTo>
                  <a:cubicBezTo>
                    <a:pt x="988" y="1168"/>
                    <a:pt x="929" y="1191"/>
                    <a:pt x="869" y="1215"/>
                  </a:cubicBezTo>
                  <a:cubicBezTo>
                    <a:pt x="810" y="1239"/>
                    <a:pt x="750" y="1251"/>
                    <a:pt x="679" y="1251"/>
                  </a:cubicBezTo>
                  <a:cubicBezTo>
                    <a:pt x="607" y="1251"/>
                    <a:pt x="524" y="1239"/>
                    <a:pt x="452" y="1203"/>
                  </a:cubicBezTo>
                  <a:cubicBezTo>
                    <a:pt x="393" y="1179"/>
                    <a:pt x="321" y="1144"/>
                    <a:pt x="274" y="1084"/>
                  </a:cubicBezTo>
                  <a:cubicBezTo>
                    <a:pt x="214" y="1037"/>
                    <a:pt x="179" y="977"/>
                    <a:pt x="143" y="906"/>
                  </a:cubicBezTo>
                  <a:cubicBezTo>
                    <a:pt x="119" y="834"/>
                    <a:pt x="107" y="763"/>
                    <a:pt x="107" y="679"/>
                  </a:cubicBezTo>
                  <a:cubicBezTo>
                    <a:pt x="107" y="584"/>
                    <a:pt x="131" y="489"/>
                    <a:pt x="167" y="406"/>
                  </a:cubicBezTo>
                  <a:cubicBezTo>
                    <a:pt x="214" y="322"/>
                    <a:pt x="274" y="263"/>
                    <a:pt x="357" y="203"/>
                  </a:cubicBezTo>
                  <a:cubicBezTo>
                    <a:pt x="405" y="179"/>
                    <a:pt x="452" y="156"/>
                    <a:pt x="512" y="132"/>
                  </a:cubicBezTo>
                  <a:cubicBezTo>
                    <a:pt x="572" y="120"/>
                    <a:pt x="631" y="108"/>
                    <a:pt x="691" y="108"/>
                  </a:cubicBezTo>
                  <a:cubicBezTo>
                    <a:pt x="786" y="108"/>
                    <a:pt x="869" y="132"/>
                    <a:pt x="941" y="167"/>
                  </a:cubicBezTo>
                  <a:cubicBezTo>
                    <a:pt x="1012" y="203"/>
                    <a:pt x="1083" y="251"/>
                    <a:pt x="1131" y="310"/>
                  </a:cubicBezTo>
                  <a:cubicBezTo>
                    <a:pt x="1167" y="358"/>
                    <a:pt x="1191" y="394"/>
                    <a:pt x="1203" y="441"/>
                  </a:cubicBezTo>
                  <a:cubicBezTo>
                    <a:pt x="1214" y="489"/>
                    <a:pt x="1226" y="548"/>
                    <a:pt x="1226" y="596"/>
                  </a:cubicBezTo>
                  <a:cubicBezTo>
                    <a:pt x="1226" y="691"/>
                    <a:pt x="1203" y="763"/>
                    <a:pt x="1167" y="810"/>
                  </a:cubicBezTo>
                  <a:cubicBezTo>
                    <a:pt x="1119" y="870"/>
                    <a:pt x="1060" y="906"/>
                    <a:pt x="988" y="918"/>
                  </a:cubicBezTo>
                  <a:lnTo>
                    <a:pt x="988" y="358"/>
                  </a:lnTo>
                  <a:lnTo>
                    <a:pt x="881" y="358"/>
                  </a:lnTo>
                  <a:lnTo>
                    <a:pt x="881" y="465"/>
                  </a:lnTo>
                  <a:cubicBezTo>
                    <a:pt x="857" y="417"/>
                    <a:pt x="822" y="394"/>
                    <a:pt x="786" y="370"/>
                  </a:cubicBezTo>
                  <a:cubicBezTo>
                    <a:pt x="738" y="358"/>
                    <a:pt x="691" y="346"/>
                    <a:pt x="643" y="346"/>
                  </a:cubicBezTo>
                  <a:cubicBezTo>
                    <a:pt x="560" y="346"/>
                    <a:pt x="488" y="382"/>
                    <a:pt x="429" y="441"/>
                  </a:cubicBezTo>
                  <a:cubicBezTo>
                    <a:pt x="381" y="501"/>
                    <a:pt x="357" y="584"/>
                    <a:pt x="357" y="679"/>
                  </a:cubicBezTo>
                  <a:cubicBezTo>
                    <a:pt x="357" y="787"/>
                    <a:pt x="381" y="870"/>
                    <a:pt x="429" y="929"/>
                  </a:cubicBezTo>
                  <a:cubicBezTo>
                    <a:pt x="488" y="989"/>
                    <a:pt x="560" y="1025"/>
                    <a:pt x="643" y="1025"/>
                  </a:cubicBezTo>
                  <a:cubicBezTo>
                    <a:pt x="691" y="1025"/>
                    <a:pt x="738" y="1013"/>
                    <a:pt x="774" y="1001"/>
                  </a:cubicBezTo>
                  <a:cubicBezTo>
                    <a:pt x="822" y="977"/>
                    <a:pt x="857" y="953"/>
                    <a:pt x="881" y="906"/>
                  </a:cubicBezTo>
                  <a:lnTo>
                    <a:pt x="881" y="1025"/>
                  </a:lnTo>
                  <a:cubicBezTo>
                    <a:pt x="1024" y="1025"/>
                    <a:pt x="1131" y="989"/>
                    <a:pt x="1214" y="906"/>
                  </a:cubicBezTo>
                  <a:cubicBezTo>
                    <a:pt x="1298" y="834"/>
                    <a:pt x="1334" y="727"/>
                    <a:pt x="1334" y="596"/>
                  </a:cubicBezTo>
                  <a:cubicBezTo>
                    <a:pt x="1334" y="537"/>
                    <a:pt x="1322" y="477"/>
                    <a:pt x="1310" y="417"/>
                  </a:cubicBezTo>
                  <a:cubicBezTo>
                    <a:pt x="1286" y="358"/>
                    <a:pt x="1250" y="298"/>
                    <a:pt x="1214" y="251"/>
                  </a:cubicBezTo>
                  <a:cubicBezTo>
                    <a:pt x="1155" y="179"/>
                    <a:pt x="1083" y="108"/>
                    <a:pt x="988" y="72"/>
                  </a:cubicBezTo>
                  <a:cubicBezTo>
                    <a:pt x="893" y="25"/>
                    <a:pt x="798" y="1"/>
                    <a:pt x="6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9">
              <a:extLst>
                <a:ext uri="{FF2B5EF4-FFF2-40B4-BE49-F238E27FC236}">
                  <a16:creationId xmlns:a16="http://schemas.microsoft.com/office/drawing/2014/main" id="{030931F3-C200-7C74-2E5B-D59FE8ECC092}"/>
                </a:ext>
              </a:extLst>
            </p:cNvPr>
            <p:cNvSpPr/>
            <p:nvPr/>
          </p:nvSpPr>
          <p:spPr>
            <a:xfrm>
              <a:off x="2033065" y="5030857"/>
              <a:ext cx="16361" cy="35461"/>
            </a:xfrm>
            <a:custGeom>
              <a:avLst/>
              <a:gdLst/>
              <a:ahLst/>
              <a:cxnLst/>
              <a:rect l="l" t="t" r="r" b="b"/>
              <a:pathLst>
                <a:path w="418" h="906" extrusionOk="0">
                  <a:moveTo>
                    <a:pt x="322" y="0"/>
                  </a:moveTo>
                  <a:cubicBezTo>
                    <a:pt x="239" y="0"/>
                    <a:pt x="191" y="12"/>
                    <a:pt x="155" y="48"/>
                  </a:cubicBezTo>
                  <a:cubicBezTo>
                    <a:pt x="120" y="84"/>
                    <a:pt x="108" y="131"/>
                    <a:pt x="108" y="203"/>
                  </a:cubicBezTo>
                  <a:lnTo>
                    <a:pt x="108" y="250"/>
                  </a:lnTo>
                  <a:lnTo>
                    <a:pt x="0" y="250"/>
                  </a:lnTo>
                  <a:lnTo>
                    <a:pt x="0" y="334"/>
                  </a:lnTo>
                  <a:lnTo>
                    <a:pt x="108" y="334"/>
                  </a:lnTo>
                  <a:lnTo>
                    <a:pt x="108" y="905"/>
                  </a:lnTo>
                  <a:lnTo>
                    <a:pt x="215" y="905"/>
                  </a:lnTo>
                  <a:lnTo>
                    <a:pt x="215" y="334"/>
                  </a:lnTo>
                  <a:lnTo>
                    <a:pt x="393" y="334"/>
                  </a:lnTo>
                  <a:lnTo>
                    <a:pt x="393" y="250"/>
                  </a:lnTo>
                  <a:lnTo>
                    <a:pt x="215" y="250"/>
                  </a:lnTo>
                  <a:lnTo>
                    <a:pt x="215" y="191"/>
                  </a:lnTo>
                  <a:cubicBezTo>
                    <a:pt x="215" y="155"/>
                    <a:pt x="227" y="119"/>
                    <a:pt x="239" y="108"/>
                  </a:cubicBezTo>
                  <a:cubicBezTo>
                    <a:pt x="251" y="96"/>
                    <a:pt x="274" y="84"/>
                    <a:pt x="322" y="84"/>
                  </a:cubicBezTo>
                  <a:lnTo>
                    <a:pt x="417" y="84"/>
                  </a:lnTo>
                  <a:lnTo>
                    <a:pt x="4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9">
              <a:extLst>
                <a:ext uri="{FF2B5EF4-FFF2-40B4-BE49-F238E27FC236}">
                  <a16:creationId xmlns:a16="http://schemas.microsoft.com/office/drawing/2014/main" id="{C7E1D002-2C74-0C5E-E8A5-450599B2B97B}"/>
                </a:ext>
              </a:extLst>
            </p:cNvPr>
            <p:cNvSpPr/>
            <p:nvPr/>
          </p:nvSpPr>
          <p:spPr>
            <a:xfrm>
              <a:off x="2052635" y="5040173"/>
              <a:ext cx="21488" cy="26146"/>
            </a:xfrm>
            <a:custGeom>
              <a:avLst/>
              <a:gdLst/>
              <a:ahLst/>
              <a:cxnLst/>
              <a:rect l="l" t="t" r="r" b="b"/>
              <a:pathLst>
                <a:path w="549" h="668" extrusionOk="0">
                  <a:moveTo>
                    <a:pt x="322" y="1"/>
                  </a:moveTo>
                  <a:cubicBezTo>
                    <a:pt x="274" y="1"/>
                    <a:pt x="239" y="1"/>
                    <a:pt x="203" y="24"/>
                  </a:cubicBezTo>
                  <a:cubicBezTo>
                    <a:pt x="167" y="48"/>
                    <a:pt x="143" y="72"/>
                    <a:pt x="108" y="120"/>
                  </a:cubicBezTo>
                  <a:lnTo>
                    <a:pt x="108" y="12"/>
                  </a:lnTo>
                  <a:lnTo>
                    <a:pt x="1" y="12"/>
                  </a:lnTo>
                  <a:lnTo>
                    <a:pt x="1" y="667"/>
                  </a:lnTo>
                  <a:lnTo>
                    <a:pt x="108" y="667"/>
                  </a:lnTo>
                  <a:lnTo>
                    <a:pt x="108" y="298"/>
                  </a:lnTo>
                  <a:cubicBezTo>
                    <a:pt x="108" y="227"/>
                    <a:pt x="132" y="179"/>
                    <a:pt x="167" y="143"/>
                  </a:cubicBezTo>
                  <a:cubicBezTo>
                    <a:pt x="191" y="108"/>
                    <a:pt x="239" y="96"/>
                    <a:pt x="298" y="96"/>
                  </a:cubicBezTo>
                  <a:cubicBezTo>
                    <a:pt x="346" y="96"/>
                    <a:pt x="382" y="108"/>
                    <a:pt x="405" y="131"/>
                  </a:cubicBezTo>
                  <a:cubicBezTo>
                    <a:pt x="429" y="167"/>
                    <a:pt x="441" y="215"/>
                    <a:pt x="441" y="274"/>
                  </a:cubicBezTo>
                  <a:lnTo>
                    <a:pt x="441" y="667"/>
                  </a:lnTo>
                  <a:lnTo>
                    <a:pt x="548" y="667"/>
                  </a:lnTo>
                  <a:lnTo>
                    <a:pt x="548" y="274"/>
                  </a:lnTo>
                  <a:cubicBezTo>
                    <a:pt x="548" y="179"/>
                    <a:pt x="536" y="108"/>
                    <a:pt x="489" y="72"/>
                  </a:cubicBezTo>
                  <a:cubicBezTo>
                    <a:pt x="453" y="24"/>
                    <a:pt x="393"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9">
              <a:extLst>
                <a:ext uri="{FF2B5EF4-FFF2-40B4-BE49-F238E27FC236}">
                  <a16:creationId xmlns:a16="http://schemas.microsoft.com/office/drawing/2014/main" id="{31DDBBCB-1891-4ABD-B945-17E3DE3BA900}"/>
                </a:ext>
              </a:extLst>
            </p:cNvPr>
            <p:cNvSpPr/>
            <p:nvPr/>
          </p:nvSpPr>
          <p:spPr>
            <a:xfrm>
              <a:off x="2361606" y="5040173"/>
              <a:ext cx="20549" cy="26615"/>
            </a:xfrm>
            <a:custGeom>
              <a:avLst/>
              <a:gdLst/>
              <a:ahLst/>
              <a:cxnLst/>
              <a:rect l="l" t="t" r="r" b="b"/>
              <a:pathLst>
                <a:path w="525" h="680" extrusionOk="0">
                  <a:moveTo>
                    <a:pt x="334" y="1"/>
                  </a:moveTo>
                  <a:cubicBezTo>
                    <a:pt x="227" y="1"/>
                    <a:pt x="143" y="24"/>
                    <a:pt x="96" y="84"/>
                  </a:cubicBezTo>
                  <a:cubicBezTo>
                    <a:pt x="36" y="143"/>
                    <a:pt x="0" y="239"/>
                    <a:pt x="0" y="334"/>
                  </a:cubicBezTo>
                  <a:cubicBezTo>
                    <a:pt x="0" y="441"/>
                    <a:pt x="36" y="524"/>
                    <a:pt x="96" y="584"/>
                  </a:cubicBezTo>
                  <a:cubicBezTo>
                    <a:pt x="143" y="655"/>
                    <a:pt x="227" y="679"/>
                    <a:pt x="322" y="679"/>
                  </a:cubicBezTo>
                  <a:cubicBezTo>
                    <a:pt x="358" y="679"/>
                    <a:pt x="393" y="679"/>
                    <a:pt x="429" y="667"/>
                  </a:cubicBezTo>
                  <a:cubicBezTo>
                    <a:pt x="453" y="667"/>
                    <a:pt x="489" y="655"/>
                    <a:pt x="524" y="643"/>
                  </a:cubicBezTo>
                  <a:lnTo>
                    <a:pt x="524" y="536"/>
                  </a:lnTo>
                  <a:cubicBezTo>
                    <a:pt x="489" y="560"/>
                    <a:pt x="453" y="572"/>
                    <a:pt x="429" y="584"/>
                  </a:cubicBezTo>
                  <a:cubicBezTo>
                    <a:pt x="393" y="584"/>
                    <a:pt x="369" y="596"/>
                    <a:pt x="334" y="596"/>
                  </a:cubicBezTo>
                  <a:cubicBezTo>
                    <a:pt x="262" y="596"/>
                    <a:pt x="215" y="572"/>
                    <a:pt x="179" y="524"/>
                  </a:cubicBezTo>
                  <a:cubicBezTo>
                    <a:pt x="131" y="477"/>
                    <a:pt x="119" y="417"/>
                    <a:pt x="119" y="334"/>
                  </a:cubicBezTo>
                  <a:cubicBezTo>
                    <a:pt x="119" y="262"/>
                    <a:pt x="131" y="203"/>
                    <a:pt x="179" y="155"/>
                  </a:cubicBezTo>
                  <a:cubicBezTo>
                    <a:pt x="215" y="108"/>
                    <a:pt x="262" y="84"/>
                    <a:pt x="334" y="84"/>
                  </a:cubicBezTo>
                  <a:cubicBezTo>
                    <a:pt x="369" y="84"/>
                    <a:pt x="393" y="96"/>
                    <a:pt x="429" y="96"/>
                  </a:cubicBezTo>
                  <a:cubicBezTo>
                    <a:pt x="453" y="108"/>
                    <a:pt x="489" y="120"/>
                    <a:pt x="524" y="143"/>
                  </a:cubicBezTo>
                  <a:lnTo>
                    <a:pt x="524" y="36"/>
                  </a:lnTo>
                  <a:cubicBezTo>
                    <a:pt x="489" y="24"/>
                    <a:pt x="465" y="12"/>
                    <a:pt x="429" y="12"/>
                  </a:cubicBezTo>
                  <a:cubicBezTo>
                    <a:pt x="393" y="1"/>
                    <a:pt x="369" y="1"/>
                    <a:pt x="3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9">
              <a:extLst>
                <a:ext uri="{FF2B5EF4-FFF2-40B4-BE49-F238E27FC236}">
                  <a16:creationId xmlns:a16="http://schemas.microsoft.com/office/drawing/2014/main" id="{58511D02-87E8-E736-BD2A-A94C3E093A44}"/>
                </a:ext>
              </a:extLst>
            </p:cNvPr>
            <p:cNvSpPr/>
            <p:nvPr/>
          </p:nvSpPr>
          <p:spPr>
            <a:xfrm>
              <a:off x="2387243" y="5040173"/>
              <a:ext cx="23797" cy="26615"/>
            </a:xfrm>
            <a:custGeom>
              <a:avLst/>
              <a:gdLst/>
              <a:ahLst/>
              <a:cxnLst/>
              <a:rect l="l" t="t" r="r" b="b"/>
              <a:pathLst>
                <a:path w="608" h="680" extrusionOk="0">
                  <a:moveTo>
                    <a:pt x="310" y="84"/>
                  </a:moveTo>
                  <a:cubicBezTo>
                    <a:pt x="357" y="84"/>
                    <a:pt x="405" y="108"/>
                    <a:pt x="441" y="155"/>
                  </a:cubicBezTo>
                  <a:cubicBezTo>
                    <a:pt x="476" y="203"/>
                    <a:pt x="488" y="262"/>
                    <a:pt x="488" y="334"/>
                  </a:cubicBezTo>
                  <a:cubicBezTo>
                    <a:pt x="488" y="417"/>
                    <a:pt x="476" y="477"/>
                    <a:pt x="441" y="524"/>
                  </a:cubicBezTo>
                  <a:cubicBezTo>
                    <a:pt x="405" y="572"/>
                    <a:pt x="357" y="596"/>
                    <a:pt x="310" y="596"/>
                  </a:cubicBezTo>
                  <a:cubicBezTo>
                    <a:pt x="250" y="596"/>
                    <a:pt x="203" y="572"/>
                    <a:pt x="167" y="524"/>
                  </a:cubicBezTo>
                  <a:cubicBezTo>
                    <a:pt x="131" y="477"/>
                    <a:pt x="119" y="417"/>
                    <a:pt x="119" y="334"/>
                  </a:cubicBezTo>
                  <a:cubicBezTo>
                    <a:pt x="119" y="262"/>
                    <a:pt x="131" y="203"/>
                    <a:pt x="167" y="155"/>
                  </a:cubicBezTo>
                  <a:cubicBezTo>
                    <a:pt x="203" y="108"/>
                    <a:pt x="250" y="84"/>
                    <a:pt x="310" y="84"/>
                  </a:cubicBezTo>
                  <a:close/>
                  <a:moveTo>
                    <a:pt x="310" y="1"/>
                  </a:moveTo>
                  <a:cubicBezTo>
                    <a:pt x="215" y="1"/>
                    <a:pt x="131" y="24"/>
                    <a:pt x="84" y="84"/>
                  </a:cubicBezTo>
                  <a:cubicBezTo>
                    <a:pt x="36" y="143"/>
                    <a:pt x="0" y="227"/>
                    <a:pt x="0" y="334"/>
                  </a:cubicBezTo>
                  <a:cubicBezTo>
                    <a:pt x="0" y="441"/>
                    <a:pt x="36" y="524"/>
                    <a:pt x="84" y="596"/>
                  </a:cubicBezTo>
                  <a:cubicBezTo>
                    <a:pt x="131" y="655"/>
                    <a:pt x="215" y="679"/>
                    <a:pt x="310" y="679"/>
                  </a:cubicBezTo>
                  <a:cubicBezTo>
                    <a:pt x="393" y="679"/>
                    <a:pt x="465" y="655"/>
                    <a:pt x="524" y="596"/>
                  </a:cubicBezTo>
                  <a:cubicBezTo>
                    <a:pt x="572" y="524"/>
                    <a:pt x="607" y="441"/>
                    <a:pt x="607" y="334"/>
                  </a:cubicBezTo>
                  <a:cubicBezTo>
                    <a:pt x="607" y="227"/>
                    <a:pt x="572" y="143"/>
                    <a:pt x="524" y="84"/>
                  </a:cubicBezTo>
                  <a:cubicBezTo>
                    <a:pt x="465" y="24"/>
                    <a:pt x="393" y="1"/>
                    <a:pt x="3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9">
              <a:extLst>
                <a:ext uri="{FF2B5EF4-FFF2-40B4-BE49-F238E27FC236}">
                  <a16:creationId xmlns:a16="http://schemas.microsoft.com/office/drawing/2014/main" id="{FB010926-3A37-580D-69C7-42201A0F1F1E}"/>
                </a:ext>
              </a:extLst>
            </p:cNvPr>
            <p:cNvSpPr/>
            <p:nvPr/>
          </p:nvSpPr>
          <p:spPr>
            <a:xfrm>
              <a:off x="2417537" y="5040173"/>
              <a:ext cx="21449" cy="26146"/>
            </a:xfrm>
            <a:custGeom>
              <a:avLst/>
              <a:gdLst/>
              <a:ahLst/>
              <a:cxnLst/>
              <a:rect l="l" t="t" r="r" b="b"/>
              <a:pathLst>
                <a:path w="548" h="668" extrusionOk="0">
                  <a:moveTo>
                    <a:pt x="322" y="1"/>
                  </a:moveTo>
                  <a:cubicBezTo>
                    <a:pt x="274" y="1"/>
                    <a:pt x="238" y="1"/>
                    <a:pt x="203" y="24"/>
                  </a:cubicBezTo>
                  <a:cubicBezTo>
                    <a:pt x="167" y="48"/>
                    <a:pt x="131" y="72"/>
                    <a:pt x="107" y="120"/>
                  </a:cubicBezTo>
                  <a:lnTo>
                    <a:pt x="107" y="12"/>
                  </a:lnTo>
                  <a:lnTo>
                    <a:pt x="0" y="12"/>
                  </a:lnTo>
                  <a:lnTo>
                    <a:pt x="0" y="667"/>
                  </a:lnTo>
                  <a:lnTo>
                    <a:pt x="107" y="667"/>
                  </a:lnTo>
                  <a:lnTo>
                    <a:pt x="107" y="298"/>
                  </a:lnTo>
                  <a:cubicBezTo>
                    <a:pt x="107" y="227"/>
                    <a:pt x="131" y="179"/>
                    <a:pt x="167" y="143"/>
                  </a:cubicBezTo>
                  <a:cubicBezTo>
                    <a:pt x="191" y="108"/>
                    <a:pt x="238" y="96"/>
                    <a:pt x="298" y="96"/>
                  </a:cubicBezTo>
                  <a:cubicBezTo>
                    <a:pt x="345" y="96"/>
                    <a:pt x="381" y="108"/>
                    <a:pt x="405" y="131"/>
                  </a:cubicBezTo>
                  <a:cubicBezTo>
                    <a:pt x="429" y="167"/>
                    <a:pt x="441" y="215"/>
                    <a:pt x="441" y="274"/>
                  </a:cubicBezTo>
                  <a:lnTo>
                    <a:pt x="441" y="667"/>
                  </a:lnTo>
                  <a:lnTo>
                    <a:pt x="548" y="667"/>
                  </a:lnTo>
                  <a:lnTo>
                    <a:pt x="548" y="274"/>
                  </a:lnTo>
                  <a:cubicBezTo>
                    <a:pt x="548" y="179"/>
                    <a:pt x="536" y="108"/>
                    <a:pt x="488" y="72"/>
                  </a:cubicBezTo>
                  <a:cubicBezTo>
                    <a:pt x="453" y="24"/>
                    <a:pt x="393"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9">
              <a:extLst>
                <a:ext uri="{FF2B5EF4-FFF2-40B4-BE49-F238E27FC236}">
                  <a16:creationId xmlns:a16="http://schemas.microsoft.com/office/drawing/2014/main" id="{6BC84514-0C98-250C-BA4F-D150A2BFC6EA}"/>
                </a:ext>
              </a:extLst>
            </p:cNvPr>
            <p:cNvSpPr/>
            <p:nvPr/>
          </p:nvSpPr>
          <p:spPr>
            <a:xfrm>
              <a:off x="2444074" y="5033167"/>
              <a:ext cx="16361" cy="33152"/>
            </a:xfrm>
            <a:custGeom>
              <a:avLst/>
              <a:gdLst/>
              <a:ahLst/>
              <a:cxnLst/>
              <a:rect l="l" t="t" r="r" b="b"/>
              <a:pathLst>
                <a:path w="418" h="847" extrusionOk="0">
                  <a:moveTo>
                    <a:pt x="84" y="1"/>
                  </a:moveTo>
                  <a:lnTo>
                    <a:pt x="84" y="191"/>
                  </a:lnTo>
                  <a:lnTo>
                    <a:pt x="1" y="191"/>
                  </a:lnTo>
                  <a:lnTo>
                    <a:pt x="1" y="275"/>
                  </a:lnTo>
                  <a:lnTo>
                    <a:pt x="84" y="275"/>
                  </a:lnTo>
                  <a:lnTo>
                    <a:pt x="84" y="632"/>
                  </a:lnTo>
                  <a:cubicBezTo>
                    <a:pt x="84" y="715"/>
                    <a:pt x="96" y="763"/>
                    <a:pt x="132" y="799"/>
                  </a:cubicBezTo>
                  <a:cubicBezTo>
                    <a:pt x="167" y="834"/>
                    <a:pt x="215" y="846"/>
                    <a:pt x="298" y="846"/>
                  </a:cubicBezTo>
                  <a:lnTo>
                    <a:pt x="418" y="846"/>
                  </a:lnTo>
                  <a:lnTo>
                    <a:pt x="418" y="751"/>
                  </a:lnTo>
                  <a:lnTo>
                    <a:pt x="298" y="751"/>
                  </a:lnTo>
                  <a:cubicBezTo>
                    <a:pt x="263" y="751"/>
                    <a:pt x="227" y="751"/>
                    <a:pt x="215" y="727"/>
                  </a:cubicBezTo>
                  <a:cubicBezTo>
                    <a:pt x="203" y="715"/>
                    <a:pt x="191" y="680"/>
                    <a:pt x="191" y="632"/>
                  </a:cubicBezTo>
                  <a:lnTo>
                    <a:pt x="191" y="275"/>
                  </a:lnTo>
                  <a:lnTo>
                    <a:pt x="418" y="275"/>
                  </a:lnTo>
                  <a:lnTo>
                    <a:pt x="418" y="191"/>
                  </a:lnTo>
                  <a:lnTo>
                    <a:pt x="191" y="191"/>
                  </a:lnTo>
                  <a:lnTo>
                    <a:pt x="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9">
              <a:extLst>
                <a:ext uri="{FF2B5EF4-FFF2-40B4-BE49-F238E27FC236}">
                  <a16:creationId xmlns:a16="http://schemas.microsoft.com/office/drawing/2014/main" id="{5E8D8045-41A4-5D5D-C88D-F271294D88B3}"/>
                </a:ext>
              </a:extLst>
            </p:cNvPr>
            <p:cNvSpPr/>
            <p:nvPr/>
          </p:nvSpPr>
          <p:spPr>
            <a:xfrm>
              <a:off x="2465523" y="5040173"/>
              <a:ext cx="14951" cy="26146"/>
            </a:xfrm>
            <a:custGeom>
              <a:avLst/>
              <a:gdLst/>
              <a:ahLst/>
              <a:cxnLst/>
              <a:rect l="l" t="t" r="r" b="b"/>
              <a:pathLst>
                <a:path w="382" h="668" extrusionOk="0">
                  <a:moveTo>
                    <a:pt x="334" y="1"/>
                  </a:moveTo>
                  <a:cubicBezTo>
                    <a:pt x="274" y="1"/>
                    <a:pt x="239" y="1"/>
                    <a:pt x="203" y="24"/>
                  </a:cubicBezTo>
                  <a:cubicBezTo>
                    <a:pt x="167" y="48"/>
                    <a:pt x="131" y="72"/>
                    <a:pt x="108" y="120"/>
                  </a:cubicBezTo>
                  <a:lnTo>
                    <a:pt x="108" y="12"/>
                  </a:lnTo>
                  <a:lnTo>
                    <a:pt x="0" y="12"/>
                  </a:lnTo>
                  <a:lnTo>
                    <a:pt x="0" y="667"/>
                  </a:lnTo>
                  <a:lnTo>
                    <a:pt x="108" y="667"/>
                  </a:lnTo>
                  <a:lnTo>
                    <a:pt x="108" y="322"/>
                  </a:lnTo>
                  <a:cubicBezTo>
                    <a:pt x="108" y="251"/>
                    <a:pt x="131" y="191"/>
                    <a:pt x="155" y="155"/>
                  </a:cubicBezTo>
                  <a:cubicBezTo>
                    <a:pt x="191" y="108"/>
                    <a:pt x="239" y="96"/>
                    <a:pt x="298" y="96"/>
                  </a:cubicBezTo>
                  <a:lnTo>
                    <a:pt x="346" y="96"/>
                  </a:lnTo>
                  <a:cubicBezTo>
                    <a:pt x="358" y="96"/>
                    <a:pt x="370" y="108"/>
                    <a:pt x="381" y="108"/>
                  </a:cubicBezTo>
                  <a:lnTo>
                    <a:pt x="3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9">
              <a:extLst>
                <a:ext uri="{FF2B5EF4-FFF2-40B4-BE49-F238E27FC236}">
                  <a16:creationId xmlns:a16="http://schemas.microsoft.com/office/drawing/2014/main" id="{146CEC83-7504-2748-851C-1B78B2419304}"/>
                </a:ext>
              </a:extLst>
            </p:cNvPr>
            <p:cNvSpPr/>
            <p:nvPr/>
          </p:nvSpPr>
          <p:spPr>
            <a:xfrm>
              <a:off x="2482314" y="5040173"/>
              <a:ext cx="23327" cy="26615"/>
            </a:xfrm>
            <a:custGeom>
              <a:avLst/>
              <a:gdLst/>
              <a:ahLst/>
              <a:cxnLst/>
              <a:rect l="l" t="t" r="r" b="b"/>
              <a:pathLst>
                <a:path w="596" h="680" extrusionOk="0">
                  <a:moveTo>
                    <a:pt x="298" y="84"/>
                  </a:moveTo>
                  <a:cubicBezTo>
                    <a:pt x="357" y="84"/>
                    <a:pt x="393" y="108"/>
                    <a:pt x="429" y="155"/>
                  </a:cubicBezTo>
                  <a:cubicBezTo>
                    <a:pt x="464" y="203"/>
                    <a:pt x="476" y="262"/>
                    <a:pt x="476" y="334"/>
                  </a:cubicBezTo>
                  <a:cubicBezTo>
                    <a:pt x="476" y="417"/>
                    <a:pt x="464" y="477"/>
                    <a:pt x="429" y="524"/>
                  </a:cubicBezTo>
                  <a:cubicBezTo>
                    <a:pt x="393" y="572"/>
                    <a:pt x="357" y="596"/>
                    <a:pt x="298" y="596"/>
                  </a:cubicBezTo>
                  <a:cubicBezTo>
                    <a:pt x="238" y="596"/>
                    <a:pt x="191" y="572"/>
                    <a:pt x="155" y="524"/>
                  </a:cubicBezTo>
                  <a:cubicBezTo>
                    <a:pt x="119" y="477"/>
                    <a:pt x="107" y="417"/>
                    <a:pt x="107" y="334"/>
                  </a:cubicBezTo>
                  <a:cubicBezTo>
                    <a:pt x="107" y="262"/>
                    <a:pt x="119" y="203"/>
                    <a:pt x="155" y="155"/>
                  </a:cubicBezTo>
                  <a:cubicBezTo>
                    <a:pt x="191" y="108"/>
                    <a:pt x="238" y="84"/>
                    <a:pt x="298" y="84"/>
                  </a:cubicBezTo>
                  <a:close/>
                  <a:moveTo>
                    <a:pt x="298" y="1"/>
                  </a:moveTo>
                  <a:cubicBezTo>
                    <a:pt x="203" y="1"/>
                    <a:pt x="131" y="24"/>
                    <a:pt x="72" y="84"/>
                  </a:cubicBezTo>
                  <a:cubicBezTo>
                    <a:pt x="24" y="143"/>
                    <a:pt x="0" y="227"/>
                    <a:pt x="0" y="334"/>
                  </a:cubicBezTo>
                  <a:cubicBezTo>
                    <a:pt x="0" y="441"/>
                    <a:pt x="24" y="524"/>
                    <a:pt x="72" y="596"/>
                  </a:cubicBezTo>
                  <a:cubicBezTo>
                    <a:pt x="131" y="655"/>
                    <a:pt x="203" y="679"/>
                    <a:pt x="298" y="679"/>
                  </a:cubicBezTo>
                  <a:cubicBezTo>
                    <a:pt x="393" y="679"/>
                    <a:pt x="464" y="655"/>
                    <a:pt x="512" y="596"/>
                  </a:cubicBezTo>
                  <a:cubicBezTo>
                    <a:pt x="572" y="524"/>
                    <a:pt x="595" y="441"/>
                    <a:pt x="595" y="334"/>
                  </a:cubicBezTo>
                  <a:cubicBezTo>
                    <a:pt x="595" y="227"/>
                    <a:pt x="572" y="143"/>
                    <a:pt x="512" y="84"/>
                  </a:cubicBezTo>
                  <a:cubicBezTo>
                    <a:pt x="464" y="24"/>
                    <a:pt x="393" y="1"/>
                    <a:pt x="2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9">
              <a:extLst>
                <a:ext uri="{FF2B5EF4-FFF2-40B4-BE49-F238E27FC236}">
                  <a16:creationId xmlns:a16="http://schemas.microsoft.com/office/drawing/2014/main" id="{793B5716-1B09-5C6B-8D60-BE5CACB66E33}"/>
                </a:ext>
              </a:extLst>
            </p:cNvPr>
            <p:cNvSpPr/>
            <p:nvPr/>
          </p:nvSpPr>
          <p:spPr>
            <a:xfrm>
              <a:off x="2512608" y="5030857"/>
              <a:ext cx="4227" cy="35461"/>
            </a:xfrm>
            <a:custGeom>
              <a:avLst/>
              <a:gdLst/>
              <a:ahLst/>
              <a:cxnLst/>
              <a:rect l="l" t="t" r="r" b="b"/>
              <a:pathLst>
                <a:path w="108" h="906" extrusionOk="0">
                  <a:moveTo>
                    <a:pt x="0" y="0"/>
                  </a:moveTo>
                  <a:lnTo>
                    <a:pt x="0" y="905"/>
                  </a:lnTo>
                  <a:lnTo>
                    <a:pt x="107" y="905"/>
                  </a:lnTo>
                  <a:lnTo>
                    <a:pt x="1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9">
              <a:extLst>
                <a:ext uri="{FF2B5EF4-FFF2-40B4-BE49-F238E27FC236}">
                  <a16:creationId xmlns:a16="http://schemas.microsoft.com/office/drawing/2014/main" id="{CF9C160F-E1A2-1A1B-97D5-5E68B3E53F7F}"/>
                </a:ext>
              </a:extLst>
            </p:cNvPr>
            <p:cNvSpPr/>
            <p:nvPr/>
          </p:nvSpPr>
          <p:spPr>
            <a:xfrm>
              <a:off x="2454328" y="4893398"/>
              <a:ext cx="63876" cy="33582"/>
            </a:xfrm>
            <a:custGeom>
              <a:avLst/>
              <a:gdLst/>
              <a:ahLst/>
              <a:cxnLst/>
              <a:rect l="l" t="t" r="r" b="b"/>
              <a:pathLst>
                <a:path w="1632" h="858" fill="none" extrusionOk="0">
                  <a:moveTo>
                    <a:pt x="1632" y="857"/>
                  </a:moveTo>
                  <a:lnTo>
                    <a:pt x="822" y="0"/>
                  </a:lnTo>
                  <a:lnTo>
                    <a:pt x="1" y="857"/>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9">
              <a:extLst>
                <a:ext uri="{FF2B5EF4-FFF2-40B4-BE49-F238E27FC236}">
                  <a16:creationId xmlns:a16="http://schemas.microsoft.com/office/drawing/2014/main" id="{63E06B70-10B5-8110-1E99-9A7057EBF543}"/>
                </a:ext>
              </a:extLst>
            </p:cNvPr>
            <p:cNvSpPr/>
            <p:nvPr/>
          </p:nvSpPr>
          <p:spPr>
            <a:xfrm>
              <a:off x="2480905" y="4614251"/>
              <a:ext cx="34052" cy="63407"/>
            </a:xfrm>
            <a:custGeom>
              <a:avLst/>
              <a:gdLst/>
              <a:ahLst/>
              <a:cxnLst/>
              <a:rect l="l" t="t" r="r" b="b"/>
              <a:pathLst>
                <a:path w="870" h="1620" fill="none" extrusionOk="0">
                  <a:moveTo>
                    <a:pt x="0" y="1619"/>
                  </a:moveTo>
                  <a:lnTo>
                    <a:pt x="870" y="822"/>
                  </a:ln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9">
              <a:extLst>
                <a:ext uri="{FF2B5EF4-FFF2-40B4-BE49-F238E27FC236}">
                  <a16:creationId xmlns:a16="http://schemas.microsoft.com/office/drawing/2014/main" id="{F29EC199-BF34-8869-49CD-1C6FD639A4BF}"/>
                </a:ext>
              </a:extLst>
            </p:cNvPr>
            <p:cNvSpPr/>
            <p:nvPr/>
          </p:nvSpPr>
          <p:spPr>
            <a:xfrm>
              <a:off x="2480905" y="4706974"/>
              <a:ext cx="34052" cy="63876"/>
            </a:xfrm>
            <a:custGeom>
              <a:avLst/>
              <a:gdLst/>
              <a:ahLst/>
              <a:cxnLst/>
              <a:rect l="l" t="t" r="r" b="b"/>
              <a:pathLst>
                <a:path w="870" h="1632" fill="none" extrusionOk="0">
                  <a:moveTo>
                    <a:pt x="870" y="1"/>
                  </a:moveTo>
                  <a:lnTo>
                    <a:pt x="0" y="822"/>
                  </a:lnTo>
                  <a:lnTo>
                    <a:pt x="870" y="1632"/>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9">
              <a:extLst>
                <a:ext uri="{FF2B5EF4-FFF2-40B4-BE49-F238E27FC236}">
                  <a16:creationId xmlns:a16="http://schemas.microsoft.com/office/drawing/2014/main" id="{A18F6234-39A5-7374-9988-5A54F41F906D}"/>
                </a:ext>
              </a:extLst>
            </p:cNvPr>
            <p:cNvSpPr/>
            <p:nvPr/>
          </p:nvSpPr>
          <p:spPr>
            <a:xfrm>
              <a:off x="2032125" y="4397533"/>
              <a:ext cx="80668" cy="69943"/>
            </a:xfrm>
            <a:custGeom>
              <a:avLst/>
              <a:gdLst/>
              <a:ahLst/>
              <a:cxnLst/>
              <a:rect l="l" t="t" r="r" b="b"/>
              <a:pathLst>
                <a:path w="2061" h="1787" fill="none" extrusionOk="0">
                  <a:moveTo>
                    <a:pt x="2060" y="1108"/>
                  </a:moveTo>
                  <a:lnTo>
                    <a:pt x="1037" y="1"/>
                  </a:lnTo>
                  <a:lnTo>
                    <a:pt x="1" y="1108"/>
                  </a:lnTo>
                  <a:lnTo>
                    <a:pt x="477" y="1108"/>
                  </a:lnTo>
                  <a:lnTo>
                    <a:pt x="477" y="1787"/>
                  </a:lnTo>
                  <a:lnTo>
                    <a:pt x="1584" y="1787"/>
                  </a:lnTo>
                  <a:lnTo>
                    <a:pt x="1584" y="1108"/>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9">
              <a:extLst>
                <a:ext uri="{FF2B5EF4-FFF2-40B4-BE49-F238E27FC236}">
                  <a16:creationId xmlns:a16="http://schemas.microsoft.com/office/drawing/2014/main" id="{8A406240-2C57-EA0B-3F3C-B0410E748A3F}"/>
                </a:ext>
              </a:extLst>
            </p:cNvPr>
            <p:cNvSpPr/>
            <p:nvPr/>
          </p:nvSpPr>
          <p:spPr>
            <a:xfrm>
              <a:off x="2050756" y="4479570"/>
              <a:ext cx="43406" cy="14012"/>
            </a:xfrm>
            <a:custGeom>
              <a:avLst/>
              <a:gdLst/>
              <a:ahLst/>
              <a:cxnLst/>
              <a:rect l="l" t="t" r="r" b="b"/>
              <a:pathLst>
                <a:path w="1109" h="358" fill="none" extrusionOk="0">
                  <a:moveTo>
                    <a:pt x="1" y="0"/>
                  </a:moveTo>
                  <a:lnTo>
                    <a:pt x="1108" y="0"/>
                  </a:lnTo>
                  <a:lnTo>
                    <a:pt x="1108" y="358"/>
                  </a:lnTo>
                  <a:lnTo>
                    <a:pt x="1" y="358"/>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3" name="Google Shape;873;p39">
            <a:extLst>
              <a:ext uri="{FF2B5EF4-FFF2-40B4-BE49-F238E27FC236}">
                <a16:creationId xmlns:a16="http://schemas.microsoft.com/office/drawing/2014/main" id="{0A202235-EA2E-C8A3-2422-EB3A970273B8}"/>
              </a:ext>
            </a:extLst>
          </p:cNvPr>
          <p:cNvGrpSpPr/>
          <p:nvPr/>
        </p:nvGrpSpPr>
        <p:grpSpPr>
          <a:xfrm>
            <a:off x="7041509" y="962160"/>
            <a:ext cx="915918" cy="915918"/>
            <a:chOff x="6998874" y="164307"/>
            <a:chExt cx="409678" cy="409678"/>
          </a:xfrm>
        </p:grpSpPr>
        <p:sp>
          <p:nvSpPr>
            <p:cNvPr id="874" name="Google Shape;874;p39">
              <a:extLst>
                <a:ext uri="{FF2B5EF4-FFF2-40B4-BE49-F238E27FC236}">
                  <a16:creationId xmlns:a16="http://schemas.microsoft.com/office/drawing/2014/main" id="{A314C5F8-6C6E-C353-8A7D-1C0458E71668}"/>
                </a:ext>
              </a:extLst>
            </p:cNvPr>
            <p:cNvSpPr/>
            <p:nvPr/>
          </p:nvSpPr>
          <p:spPr>
            <a:xfrm>
              <a:off x="7048269" y="214171"/>
              <a:ext cx="360284" cy="359814"/>
            </a:xfrm>
            <a:custGeom>
              <a:avLst/>
              <a:gdLst/>
              <a:ahLst/>
              <a:cxnLst/>
              <a:rect l="l" t="t" r="r" b="b"/>
              <a:pathLst>
                <a:path w="9205" h="9193" fill="none" extrusionOk="0">
                  <a:moveTo>
                    <a:pt x="9204" y="4596"/>
                  </a:moveTo>
                  <a:cubicBezTo>
                    <a:pt x="9204" y="2049"/>
                    <a:pt x="7156" y="1"/>
                    <a:pt x="4608" y="1"/>
                  </a:cubicBezTo>
                  <a:cubicBezTo>
                    <a:pt x="2060" y="1"/>
                    <a:pt x="1" y="2049"/>
                    <a:pt x="1" y="4596"/>
                  </a:cubicBezTo>
                  <a:cubicBezTo>
                    <a:pt x="1" y="7144"/>
                    <a:pt x="2060" y="9192"/>
                    <a:pt x="4608" y="9192"/>
                  </a:cubicBezTo>
                  <a:cubicBezTo>
                    <a:pt x="7156" y="9192"/>
                    <a:pt x="9204" y="7144"/>
                    <a:pt x="9204" y="4596"/>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9">
              <a:extLst>
                <a:ext uri="{FF2B5EF4-FFF2-40B4-BE49-F238E27FC236}">
                  <a16:creationId xmlns:a16="http://schemas.microsoft.com/office/drawing/2014/main" id="{ABBB8A49-13E2-4257-8099-43AEE53FF8D4}"/>
                </a:ext>
              </a:extLst>
            </p:cNvPr>
            <p:cNvSpPr/>
            <p:nvPr/>
          </p:nvSpPr>
          <p:spPr>
            <a:xfrm>
              <a:off x="6998874" y="164307"/>
              <a:ext cx="229791" cy="229791"/>
            </a:xfrm>
            <a:custGeom>
              <a:avLst/>
              <a:gdLst/>
              <a:ahLst/>
              <a:cxnLst/>
              <a:rect l="l" t="t" r="r" b="b"/>
              <a:pathLst>
                <a:path w="5871" h="5871" fill="none" extrusionOk="0">
                  <a:moveTo>
                    <a:pt x="5870" y="1"/>
                  </a:moveTo>
                  <a:cubicBezTo>
                    <a:pt x="2644" y="1"/>
                    <a:pt x="0" y="2620"/>
                    <a:pt x="0" y="5870"/>
                  </a:cubicBezTo>
                  <a:lnTo>
                    <a:pt x="5870" y="5870"/>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9">
              <a:extLst>
                <a:ext uri="{FF2B5EF4-FFF2-40B4-BE49-F238E27FC236}">
                  <a16:creationId xmlns:a16="http://schemas.microsoft.com/office/drawing/2014/main" id="{A5A8E787-6204-DD43-C13E-372E3B51E9C4}"/>
                </a:ext>
              </a:extLst>
            </p:cNvPr>
            <p:cNvSpPr/>
            <p:nvPr/>
          </p:nvSpPr>
          <p:spPr>
            <a:xfrm>
              <a:off x="7124239" y="289672"/>
              <a:ext cx="208812" cy="208812"/>
            </a:xfrm>
            <a:custGeom>
              <a:avLst/>
              <a:gdLst/>
              <a:ahLst/>
              <a:cxnLst/>
              <a:rect l="l" t="t" r="r" b="b"/>
              <a:pathLst>
                <a:path w="5335" h="5335" fill="none" extrusionOk="0">
                  <a:moveTo>
                    <a:pt x="5334" y="2667"/>
                  </a:moveTo>
                  <a:cubicBezTo>
                    <a:pt x="5334" y="4144"/>
                    <a:pt x="4144" y="5334"/>
                    <a:pt x="2667" y="5334"/>
                  </a:cubicBezTo>
                  <a:cubicBezTo>
                    <a:pt x="1191" y="5334"/>
                    <a:pt x="0" y="4144"/>
                    <a:pt x="0" y="2667"/>
                  </a:cubicBezTo>
                  <a:cubicBezTo>
                    <a:pt x="0" y="1191"/>
                    <a:pt x="1191" y="0"/>
                    <a:pt x="2667" y="0"/>
                  </a:cubicBezTo>
                  <a:lnTo>
                    <a:pt x="2667" y="266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9">
              <a:extLst>
                <a:ext uri="{FF2B5EF4-FFF2-40B4-BE49-F238E27FC236}">
                  <a16:creationId xmlns:a16="http://schemas.microsoft.com/office/drawing/2014/main" id="{59C35F20-3327-6420-13B2-9176BD47C4D7}"/>
                </a:ext>
              </a:extLst>
            </p:cNvPr>
            <p:cNvSpPr/>
            <p:nvPr/>
          </p:nvSpPr>
          <p:spPr>
            <a:xfrm>
              <a:off x="7182010" y="347443"/>
              <a:ext cx="93231" cy="93271"/>
            </a:xfrm>
            <a:custGeom>
              <a:avLst/>
              <a:gdLst/>
              <a:ahLst/>
              <a:cxnLst/>
              <a:rect l="l" t="t" r="r" b="b"/>
              <a:pathLst>
                <a:path w="2382" h="2383" fill="none" extrusionOk="0">
                  <a:moveTo>
                    <a:pt x="2382" y="1191"/>
                  </a:moveTo>
                  <a:cubicBezTo>
                    <a:pt x="2382" y="537"/>
                    <a:pt x="1846" y="1"/>
                    <a:pt x="1191" y="1"/>
                  </a:cubicBezTo>
                  <a:cubicBezTo>
                    <a:pt x="536" y="1"/>
                    <a:pt x="1" y="537"/>
                    <a:pt x="1" y="1191"/>
                  </a:cubicBezTo>
                  <a:cubicBezTo>
                    <a:pt x="1" y="1846"/>
                    <a:pt x="536" y="2382"/>
                    <a:pt x="1191" y="2382"/>
                  </a:cubicBezTo>
                  <a:cubicBezTo>
                    <a:pt x="1846" y="2382"/>
                    <a:pt x="2382" y="1846"/>
                    <a:pt x="2382" y="1191"/>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8" name="Google Shape;878;p39">
            <a:extLst>
              <a:ext uri="{FF2B5EF4-FFF2-40B4-BE49-F238E27FC236}">
                <a16:creationId xmlns:a16="http://schemas.microsoft.com/office/drawing/2014/main" id="{39D46DDB-70D0-B4C0-E6DE-B12D4B6D7046}"/>
              </a:ext>
            </a:extLst>
          </p:cNvPr>
          <p:cNvSpPr/>
          <p:nvPr/>
        </p:nvSpPr>
        <p:spPr>
          <a:xfrm>
            <a:off x="1267946" y="3310979"/>
            <a:ext cx="172921" cy="179457"/>
          </a:xfrm>
          <a:custGeom>
            <a:avLst/>
            <a:gdLst/>
            <a:ahLst/>
            <a:cxnLst/>
            <a:rect l="l" t="t" r="r" b="b"/>
            <a:pathLst>
              <a:path w="4418" h="4585" extrusionOk="0">
                <a:moveTo>
                  <a:pt x="1" y="0"/>
                </a:moveTo>
                <a:lnTo>
                  <a:pt x="1632" y="4584"/>
                </a:lnTo>
                <a:lnTo>
                  <a:pt x="2453" y="2727"/>
                </a:lnTo>
                <a:lnTo>
                  <a:pt x="4418" y="2167"/>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06433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1FA9EE8D-2FF3-9C41-49B6-EF185F3D0ED6}"/>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5D9108C5-8636-66CD-C424-D681A3F1ABF4}"/>
              </a:ext>
            </a:extLst>
          </p:cNvPr>
          <p:cNvSpPr txBox="1">
            <a:spLocks noGrp="1"/>
          </p:cNvSpPr>
          <p:nvPr>
            <p:ph type="title"/>
          </p:nvPr>
        </p:nvSpPr>
        <p:spPr>
          <a:xfrm>
            <a:off x="720000" y="445025"/>
            <a:ext cx="6114638" cy="121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Kernfragen des Kapitels</a:t>
            </a:r>
            <a:endParaRPr sz="2400" b="0" dirty="0">
              <a:latin typeface="Lexend Deca Light"/>
              <a:ea typeface="Lexend Deca Light"/>
              <a:cs typeface="Lexend Deca Light"/>
              <a:sym typeface="Lexend Deca Light"/>
            </a:endParaRPr>
          </a:p>
        </p:txBody>
      </p:sp>
      <p:sp>
        <p:nvSpPr>
          <p:cNvPr id="891" name="Google Shape;891;p41">
            <a:extLst>
              <a:ext uri="{FF2B5EF4-FFF2-40B4-BE49-F238E27FC236}">
                <a16:creationId xmlns:a16="http://schemas.microsoft.com/office/drawing/2014/main" id="{F2D9C62B-0031-DE5E-99AA-7A447FAB6566}"/>
              </a:ext>
            </a:extLst>
          </p:cNvPr>
          <p:cNvSpPr txBox="1">
            <a:spLocks noGrp="1"/>
          </p:cNvSpPr>
          <p:nvPr>
            <p:ph type="subTitle" idx="1"/>
          </p:nvPr>
        </p:nvSpPr>
        <p:spPr>
          <a:xfrm>
            <a:off x="720000" y="1700300"/>
            <a:ext cx="6724740" cy="2298300"/>
          </a:xfrm>
          <a:prstGeom prst="rect">
            <a:avLst/>
          </a:prstGeom>
        </p:spPr>
        <p:txBody>
          <a:bodyPr spcFirstLastPara="1" wrap="square" lIns="91425" tIns="91425" rIns="91425" bIns="91425" anchor="t" anchorCtr="0">
            <a:noAutofit/>
          </a:bodyPr>
          <a:lstStyle/>
          <a:p>
            <a:pPr marL="285750" indent="-285750">
              <a:buSzPts val="1100"/>
            </a:pPr>
            <a:r>
              <a:rPr lang="de-DE" dirty="0"/>
              <a:t>Wie ist ein Graph logisch organisiert?</a:t>
            </a:r>
          </a:p>
          <a:p>
            <a:pPr marL="285750" indent="-285750">
              <a:buSzPts val="1100"/>
            </a:pPr>
            <a:r>
              <a:rPr lang="de-DE" dirty="0"/>
              <a:t>Wie kann ein Graph physisch gespeichert werden?</a:t>
            </a:r>
          </a:p>
          <a:p>
            <a:pPr marL="285750" indent="-285750">
              <a:buSzPts val="1100"/>
            </a:pPr>
            <a:r>
              <a:rPr lang="de-DE" dirty="0"/>
              <a:t>Warum sind Adjazenz Listen so wichtig für Graph Datenbanken?</a:t>
            </a:r>
          </a:p>
          <a:p>
            <a:pPr marL="285750" indent="-285750">
              <a:buSzPts val="1100"/>
            </a:pPr>
            <a:r>
              <a:rPr lang="de-DE" dirty="0"/>
              <a:t>Was bedeutet Schema Flexibilität in der Praxis?</a:t>
            </a:r>
          </a:p>
        </p:txBody>
      </p:sp>
    </p:spTree>
    <p:extLst>
      <p:ext uri="{BB962C8B-B14F-4D97-AF65-F5344CB8AC3E}">
        <p14:creationId xmlns:p14="http://schemas.microsoft.com/office/powerpoint/2010/main" val="1227544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D085D-E90C-FE65-2BBC-EDC57E50DE32}"/>
            </a:ext>
          </a:extLst>
        </p:cNvPr>
        <p:cNvGrpSpPr/>
        <p:nvPr/>
      </p:nvGrpSpPr>
      <p:grpSpPr>
        <a:xfrm>
          <a:off x="0" y="0"/>
          <a:ext cx="0" cy="0"/>
          <a:chOff x="0" y="0"/>
          <a:chExt cx="0" cy="0"/>
        </a:xfrm>
      </p:grpSpPr>
      <p:sp>
        <p:nvSpPr>
          <p:cNvPr id="9" name="Pfeil: nach rechts 8">
            <a:extLst>
              <a:ext uri="{FF2B5EF4-FFF2-40B4-BE49-F238E27FC236}">
                <a16:creationId xmlns:a16="http://schemas.microsoft.com/office/drawing/2014/main" id="{38D4DDD5-8C78-F824-55B7-39A653FA91EF}"/>
              </a:ext>
            </a:extLst>
          </p:cNvPr>
          <p:cNvSpPr/>
          <p:nvPr/>
        </p:nvSpPr>
        <p:spPr>
          <a:xfrm>
            <a:off x="4325363" y="2454742"/>
            <a:ext cx="1080000" cy="1080000"/>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 name="Titel 1">
            <a:extLst>
              <a:ext uri="{FF2B5EF4-FFF2-40B4-BE49-F238E27FC236}">
                <a16:creationId xmlns:a16="http://schemas.microsoft.com/office/drawing/2014/main" id="{2568F585-EC2B-5D41-F0A9-07414575954F}"/>
              </a:ext>
            </a:extLst>
          </p:cNvPr>
          <p:cNvSpPr>
            <a:spLocks noGrp="1"/>
          </p:cNvSpPr>
          <p:nvPr>
            <p:ph type="title"/>
          </p:nvPr>
        </p:nvSpPr>
        <p:spPr>
          <a:xfrm>
            <a:off x="720000" y="445025"/>
            <a:ext cx="6640590" cy="1218300"/>
          </a:xfrm>
        </p:spPr>
        <p:txBody>
          <a:bodyPr/>
          <a:lstStyle/>
          <a:p>
            <a:pPr marL="0" lvl="0" indent="0"/>
            <a:r>
              <a:rPr lang="de-DE" sz="2400" dirty="0"/>
              <a:t>Logische Sicht vs. physische Sicht</a:t>
            </a:r>
          </a:p>
        </p:txBody>
      </p:sp>
      <p:sp>
        <p:nvSpPr>
          <p:cNvPr id="5" name="Ellipse 4">
            <a:extLst>
              <a:ext uri="{FF2B5EF4-FFF2-40B4-BE49-F238E27FC236}">
                <a16:creationId xmlns:a16="http://schemas.microsoft.com/office/drawing/2014/main" id="{58085294-0FC4-5809-55E0-4DCF198B8FDF}"/>
              </a:ext>
            </a:extLst>
          </p:cNvPr>
          <p:cNvSpPr/>
          <p:nvPr/>
        </p:nvSpPr>
        <p:spPr>
          <a:xfrm>
            <a:off x="720000" y="1217702"/>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A</a:t>
            </a:r>
          </a:p>
        </p:txBody>
      </p:sp>
      <p:sp>
        <p:nvSpPr>
          <p:cNvPr id="6" name="Ellipse 5">
            <a:extLst>
              <a:ext uri="{FF2B5EF4-FFF2-40B4-BE49-F238E27FC236}">
                <a16:creationId xmlns:a16="http://schemas.microsoft.com/office/drawing/2014/main" id="{0813E4C4-2949-8701-79D2-D61AD0E91B64}"/>
              </a:ext>
            </a:extLst>
          </p:cNvPr>
          <p:cNvSpPr/>
          <p:nvPr/>
        </p:nvSpPr>
        <p:spPr>
          <a:xfrm>
            <a:off x="2444466" y="2459301"/>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B</a:t>
            </a:r>
          </a:p>
        </p:txBody>
      </p:sp>
      <p:sp>
        <p:nvSpPr>
          <p:cNvPr id="7" name="Ellipse 6">
            <a:extLst>
              <a:ext uri="{FF2B5EF4-FFF2-40B4-BE49-F238E27FC236}">
                <a16:creationId xmlns:a16="http://schemas.microsoft.com/office/drawing/2014/main" id="{0CD5E135-C54D-5880-218E-FC22BD5C1243}"/>
              </a:ext>
            </a:extLst>
          </p:cNvPr>
          <p:cNvSpPr/>
          <p:nvPr/>
        </p:nvSpPr>
        <p:spPr>
          <a:xfrm>
            <a:off x="2457413" y="3760339"/>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Firma X</a:t>
            </a:r>
          </a:p>
        </p:txBody>
      </p:sp>
      <p:cxnSp>
        <p:nvCxnSpPr>
          <p:cNvPr id="11" name="Gerade Verbindung mit Pfeil 10">
            <a:extLst>
              <a:ext uri="{FF2B5EF4-FFF2-40B4-BE49-F238E27FC236}">
                <a16:creationId xmlns:a16="http://schemas.microsoft.com/office/drawing/2014/main" id="{1BE260F5-273B-51BA-CB13-66A83A4DECD7}"/>
              </a:ext>
            </a:extLst>
          </p:cNvPr>
          <p:cNvCxnSpPr>
            <a:cxnSpLocks/>
            <a:stCxn id="6" idx="4"/>
            <a:endCxn id="7" idx="0"/>
          </p:cNvCxnSpPr>
          <p:nvPr/>
        </p:nvCxnSpPr>
        <p:spPr>
          <a:xfrm>
            <a:off x="3140899" y="3176328"/>
            <a:ext cx="12947" cy="5840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Ellipse 12">
            <a:extLst>
              <a:ext uri="{FF2B5EF4-FFF2-40B4-BE49-F238E27FC236}">
                <a16:creationId xmlns:a16="http://schemas.microsoft.com/office/drawing/2014/main" id="{8F6B5E92-6C02-98EB-E7D4-AD6D1A3767F3}"/>
              </a:ext>
            </a:extLst>
          </p:cNvPr>
          <p:cNvSpPr/>
          <p:nvPr/>
        </p:nvSpPr>
        <p:spPr>
          <a:xfrm>
            <a:off x="720001" y="3760339"/>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Produkt Y</a:t>
            </a:r>
          </a:p>
        </p:txBody>
      </p:sp>
      <p:cxnSp>
        <p:nvCxnSpPr>
          <p:cNvPr id="21" name="Gerade Verbindung mit Pfeil 20">
            <a:extLst>
              <a:ext uri="{FF2B5EF4-FFF2-40B4-BE49-F238E27FC236}">
                <a16:creationId xmlns:a16="http://schemas.microsoft.com/office/drawing/2014/main" id="{CEAB98F2-57D8-BDFC-362D-6EE4178CED76}"/>
              </a:ext>
            </a:extLst>
          </p:cNvPr>
          <p:cNvCxnSpPr>
            <a:cxnSpLocks/>
            <a:stCxn id="5" idx="4"/>
            <a:endCxn id="13" idx="0"/>
          </p:cNvCxnSpPr>
          <p:nvPr/>
        </p:nvCxnSpPr>
        <p:spPr>
          <a:xfrm>
            <a:off x="1416433" y="1934729"/>
            <a:ext cx="1" cy="18256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Verbinder: gewinkelt 36">
            <a:extLst>
              <a:ext uri="{FF2B5EF4-FFF2-40B4-BE49-F238E27FC236}">
                <a16:creationId xmlns:a16="http://schemas.microsoft.com/office/drawing/2014/main" id="{5D056CBC-81A9-E555-07E2-B68384588BF6}"/>
              </a:ext>
            </a:extLst>
          </p:cNvPr>
          <p:cNvCxnSpPr>
            <a:cxnSpLocks/>
            <a:stCxn id="5" idx="6"/>
            <a:endCxn id="6" idx="0"/>
          </p:cNvCxnSpPr>
          <p:nvPr/>
        </p:nvCxnSpPr>
        <p:spPr>
          <a:xfrm>
            <a:off x="2112865" y="1576216"/>
            <a:ext cx="1028034" cy="88308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41" name="Textfeld 40">
            <a:extLst>
              <a:ext uri="{FF2B5EF4-FFF2-40B4-BE49-F238E27FC236}">
                <a16:creationId xmlns:a16="http://schemas.microsoft.com/office/drawing/2014/main" id="{2795EDD5-E98D-91B4-490D-C4B0D4C75B1B}"/>
              </a:ext>
            </a:extLst>
          </p:cNvPr>
          <p:cNvSpPr txBox="1"/>
          <p:nvPr/>
        </p:nvSpPr>
        <p:spPr>
          <a:xfrm>
            <a:off x="2809296" y="1793010"/>
            <a:ext cx="652743" cy="307777"/>
          </a:xfrm>
          <a:prstGeom prst="rect">
            <a:avLst/>
          </a:prstGeom>
          <a:noFill/>
        </p:spPr>
        <p:txBody>
          <a:bodyPr wrap="none" rtlCol="0">
            <a:spAutoFit/>
          </a:bodyPr>
          <a:lstStyle/>
          <a:p>
            <a:r>
              <a:rPr lang="de-DE" dirty="0"/>
              <a:t>Kennt</a:t>
            </a:r>
          </a:p>
        </p:txBody>
      </p:sp>
      <p:sp>
        <p:nvSpPr>
          <p:cNvPr id="42" name="Textfeld 41">
            <a:extLst>
              <a:ext uri="{FF2B5EF4-FFF2-40B4-BE49-F238E27FC236}">
                <a16:creationId xmlns:a16="http://schemas.microsoft.com/office/drawing/2014/main" id="{A99C7267-20A2-2B0E-BD9D-FFEC8F9F1796}"/>
              </a:ext>
            </a:extLst>
          </p:cNvPr>
          <p:cNvSpPr txBox="1"/>
          <p:nvPr/>
        </p:nvSpPr>
        <p:spPr>
          <a:xfrm>
            <a:off x="1071561" y="2693645"/>
            <a:ext cx="603050" cy="307777"/>
          </a:xfrm>
          <a:prstGeom prst="rect">
            <a:avLst/>
          </a:prstGeom>
          <a:noFill/>
        </p:spPr>
        <p:txBody>
          <a:bodyPr wrap="none" rtlCol="0">
            <a:spAutoFit/>
          </a:bodyPr>
          <a:lstStyle/>
          <a:p>
            <a:r>
              <a:rPr lang="de-DE" dirty="0"/>
              <a:t>Kauft</a:t>
            </a:r>
          </a:p>
        </p:txBody>
      </p:sp>
      <p:sp>
        <p:nvSpPr>
          <p:cNvPr id="43" name="Textfeld 42">
            <a:extLst>
              <a:ext uri="{FF2B5EF4-FFF2-40B4-BE49-F238E27FC236}">
                <a16:creationId xmlns:a16="http://schemas.microsoft.com/office/drawing/2014/main" id="{BB83561F-1F6E-85A1-2221-DEA912CC5733}"/>
              </a:ext>
            </a:extLst>
          </p:cNvPr>
          <p:cNvSpPr txBox="1"/>
          <p:nvPr/>
        </p:nvSpPr>
        <p:spPr>
          <a:xfrm>
            <a:off x="2811211" y="3247937"/>
            <a:ext cx="1059906" cy="307777"/>
          </a:xfrm>
          <a:prstGeom prst="rect">
            <a:avLst/>
          </a:prstGeom>
          <a:noFill/>
        </p:spPr>
        <p:txBody>
          <a:bodyPr wrap="none" rtlCol="0">
            <a:spAutoFit/>
          </a:bodyPr>
          <a:lstStyle/>
          <a:p>
            <a:r>
              <a:rPr lang="de-DE" dirty="0"/>
              <a:t>Arbeitet für</a:t>
            </a:r>
          </a:p>
        </p:txBody>
      </p:sp>
      <p:pic>
        <p:nvPicPr>
          <p:cNvPr id="12" name="Grafik 11">
            <a:extLst>
              <a:ext uri="{FF2B5EF4-FFF2-40B4-BE49-F238E27FC236}">
                <a16:creationId xmlns:a16="http://schemas.microsoft.com/office/drawing/2014/main" id="{4CA9B0EF-AA3E-534E-12B7-E1A6C677920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2000" y="2814742"/>
            <a:ext cx="360000" cy="360000"/>
          </a:xfrm>
          <a:prstGeom prst="rect">
            <a:avLst/>
          </a:prstGeom>
        </p:spPr>
      </p:pic>
      <p:pic>
        <p:nvPicPr>
          <p:cNvPr id="15" name="Grafik 14">
            <a:extLst>
              <a:ext uri="{FF2B5EF4-FFF2-40B4-BE49-F238E27FC236}">
                <a16:creationId xmlns:a16="http://schemas.microsoft.com/office/drawing/2014/main" id="{41F3909E-F802-2F96-C135-CC451F5CE3D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59609" y="1960339"/>
            <a:ext cx="1800000" cy="1800000"/>
          </a:xfrm>
          <a:prstGeom prst="rect">
            <a:avLst/>
          </a:prstGeom>
        </p:spPr>
      </p:pic>
    </p:spTree>
    <p:extLst>
      <p:ext uri="{BB962C8B-B14F-4D97-AF65-F5344CB8AC3E}">
        <p14:creationId xmlns:p14="http://schemas.microsoft.com/office/powerpoint/2010/main" val="17187795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82801-BA48-F999-C8A6-94C470CF184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9639E7E-2A6B-9991-F68A-1D68FE13E276}"/>
              </a:ext>
            </a:extLst>
          </p:cNvPr>
          <p:cNvSpPr>
            <a:spLocks noGrp="1"/>
          </p:cNvSpPr>
          <p:nvPr>
            <p:ph type="title"/>
          </p:nvPr>
        </p:nvSpPr>
        <p:spPr>
          <a:xfrm>
            <a:off x="720000" y="445025"/>
            <a:ext cx="7608660" cy="1218300"/>
          </a:xfrm>
        </p:spPr>
        <p:txBody>
          <a:bodyPr/>
          <a:lstStyle/>
          <a:p>
            <a:pPr marL="0" lvl="0" indent="0"/>
            <a:r>
              <a:rPr lang="de-DE" sz="2400" dirty="0"/>
              <a:t>Zwei Grundformen der Graph Repräsentation</a:t>
            </a:r>
          </a:p>
        </p:txBody>
      </p:sp>
      <p:graphicFrame>
        <p:nvGraphicFramePr>
          <p:cNvPr id="3" name="Tabelle 2">
            <a:extLst>
              <a:ext uri="{FF2B5EF4-FFF2-40B4-BE49-F238E27FC236}">
                <a16:creationId xmlns:a16="http://schemas.microsoft.com/office/drawing/2014/main" id="{F0361C4A-E6AF-8B52-9E2C-6CB5FA8206E0}"/>
              </a:ext>
            </a:extLst>
          </p:cNvPr>
          <p:cNvGraphicFramePr>
            <a:graphicFrameLocks noGrp="1"/>
          </p:cNvGraphicFramePr>
          <p:nvPr>
            <p:extLst>
              <p:ext uri="{D42A27DB-BD31-4B8C-83A1-F6EECF244321}">
                <p14:modId xmlns:p14="http://schemas.microsoft.com/office/powerpoint/2010/main" val="3964418204"/>
              </p:ext>
            </p:extLst>
          </p:nvPr>
        </p:nvGraphicFramePr>
        <p:xfrm>
          <a:off x="1088520" y="1681542"/>
          <a:ext cx="1784350" cy="1854200"/>
        </p:xfrm>
        <a:graphic>
          <a:graphicData uri="http://schemas.openxmlformats.org/drawingml/2006/table">
            <a:tbl>
              <a:tblPr firstRow="1" bandRow="1">
                <a:tableStyleId>{7E9639D4-E3E2-4D34-9284-5A2195B3D0D7}</a:tableStyleId>
              </a:tblPr>
              <a:tblGrid>
                <a:gridCol w="360680">
                  <a:extLst>
                    <a:ext uri="{9D8B030D-6E8A-4147-A177-3AD203B41FA5}">
                      <a16:colId xmlns:a16="http://schemas.microsoft.com/office/drawing/2014/main" val="811834670"/>
                    </a:ext>
                  </a:extLst>
                </a:gridCol>
                <a:gridCol w="351155">
                  <a:extLst>
                    <a:ext uri="{9D8B030D-6E8A-4147-A177-3AD203B41FA5}">
                      <a16:colId xmlns:a16="http://schemas.microsoft.com/office/drawing/2014/main" val="1652323183"/>
                    </a:ext>
                  </a:extLst>
                </a:gridCol>
                <a:gridCol w="351155">
                  <a:extLst>
                    <a:ext uri="{9D8B030D-6E8A-4147-A177-3AD203B41FA5}">
                      <a16:colId xmlns:a16="http://schemas.microsoft.com/office/drawing/2014/main" val="1372070891"/>
                    </a:ext>
                  </a:extLst>
                </a:gridCol>
                <a:gridCol w="360680">
                  <a:extLst>
                    <a:ext uri="{9D8B030D-6E8A-4147-A177-3AD203B41FA5}">
                      <a16:colId xmlns:a16="http://schemas.microsoft.com/office/drawing/2014/main" val="2108021121"/>
                    </a:ext>
                  </a:extLst>
                </a:gridCol>
                <a:gridCol w="360680">
                  <a:extLst>
                    <a:ext uri="{9D8B030D-6E8A-4147-A177-3AD203B41FA5}">
                      <a16:colId xmlns:a16="http://schemas.microsoft.com/office/drawing/2014/main" val="4261432720"/>
                    </a:ext>
                  </a:extLst>
                </a:gridCol>
              </a:tblGrid>
              <a:tr h="370840">
                <a:tc>
                  <a:txBody>
                    <a:bodyPr/>
                    <a:lstStyle/>
                    <a:p>
                      <a:endParaRPr lang="de-DE" b="0" cap="none" spc="0" dirty="0">
                        <a:ln w="0"/>
                        <a:solidFill>
                          <a:schemeClr val="accent1"/>
                        </a:solidFill>
                        <a:effectLst>
                          <a:outerShdw blurRad="38100" dist="25400" dir="5400000" algn="ctr" rotWithShape="0">
                            <a:srgbClr val="6E747A">
                              <a:alpha val="43000"/>
                            </a:srgbClr>
                          </a:outerShdw>
                        </a:effectLst>
                      </a:endParaRPr>
                    </a:p>
                  </a:txBody>
                  <a:tcPr/>
                </a:tc>
                <a:tc>
                  <a:txBody>
                    <a:bodyPr/>
                    <a:lstStyle/>
                    <a:p>
                      <a:r>
                        <a:rPr lang="de-DE" b="0" cap="none" spc="0" dirty="0">
                          <a:ln w="0"/>
                          <a:solidFill>
                            <a:schemeClr val="accent1"/>
                          </a:solidFill>
                          <a:effectLst>
                            <a:outerShdw blurRad="38100" dist="25400" dir="5400000" algn="ctr" rotWithShape="0">
                              <a:srgbClr val="6E747A">
                                <a:alpha val="43000"/>
                              </a:srgbClr>
                            </a:outerShdw>
                          </a:effectLst>
                        </a:rPr>
                        <a:t>A</a:t>
                      </a:r>
                    </a:p>
                  </a:txBody>
                  <a:tcPr/>
                </a:tc>
                <a:tc>
                  <a:txBody>
                    <a:bodyPr/>
                    <a:lstStyle/>
                    <a:p>
                      <a:r>
                        <a:rPr lang="de-DE" b="0" cap="none" spc="0" dirty="0">
                          <a:ln w="0"/>
                          <a:solidFill>
                            <a:schemeClr val="accent1"/>
                          </a:solidFill>
                          <a:effectLst>
                            <a:outerShdw blurRad="38100" dist="25400" dir="5400000" algn="ctr" rotWithShape="0">
                              <a:srgbClr val="6E747A">
                                <a:alpha val="43000"/>
                              </a:srgbClr>
                            </a:outerShdw>
                          </a:effectLst>
                        </a:rPr>
                        <a:t>B</a:t>
                      </a:r>
                    </a:p>
                  </a:txBody>
                  <a:tcPr/>
                </a:tc>
                <a:tc>
                  <a:txBody>
                    <a:bodyPr/>
                    <a:lstStyle/>
                    <a:p>
                      <a:r>
                        <a:rPr lang="de-DE" b="0" cap="none" spc="0" dirty="0">
                          <a:ln w="0"/>
                          <a:solidFill>
                            <a:schemeClr val="accent1"/>
                          </a:solidFill>
                          <a:effectLst>
                            <a:outerShdw blurRad="38100" dist="25400" dir="5400000" algn="ctr" rotWithShape="0">
                              <a:srgbClr val="6E747A">
                                <a:alpha val="43000"/>
                              </a:srgbClr>
                            </a:outerShdw>
                          </a:effectLst>
                        </a:rPr>
                        <a:t>C</a:t>
                      </a:r>
                    </a:p>
                  </a:txBody>
                  <a:tcPr/>
                </a:tc>
                <a:tc>
                  <a:txBody>
                    <a:bodyPr/>
                    <a:lstStyle/>
                    <a:p>
                      <a:r>
                        <a:rPr lang="de-DE" b="0" cap="none" spc="0" dirty="0">
                          <a:ln w="0"/>
                          <a:solidFill>
                            <a:schemeClr val="accent1"/>
                          </a:solidFill>
                          <a:effectLst>
                            <a:outerShdw blurRad="38100" dist="25400" dir="5400000" algn="ctr" rotWithShape="0">
                              <a:srgbClr val="6E747A">
                                <a:alpha val="43000"/>
                              </a:srgbClr>
                            </a:outerShdw>
                          </a:effectLst>
                        </a:rPr>
                        <a:t>D</a:t>
                      </a:r>
                    </a:p>
                  </a:txBody>
                  <a:tcPr/>
                </a:tc>
                <a:extLst>
                  <a:ext uri="{0D108BD9-81ED-4DB2-BD59-A6C34878D82A}">
                    <a16:rowId xmlns:a16="http://schemas.microsoft.com/office/drawing/2014/main" val="2751362708"/>
                  </a:ext>
                </a:extLst>
              </a:tr>
              <a:tr h="370840">
                <a:tc>
                  <a:txBody>
                    <a:bodyPr/>
                    <a:lstStyle/>
                    <a:p>
                      <a:r>
                        <a:rPr lang="de-DE" b="0" cap="none" spc="0" dirty="0">
                          <a:ln w="0"/>
                          <a:solidFill>
                            <a:schemeClr val="accent1"/>
                          </a:solidFill>
                          <a:effectLst>
                            <a:outerShdw blurRad="38100" dist="25400" dir="5400000" algn="ctr" rotWithShape="0">
                              <a:srgbClr val="6E747A">
                                <a:alpha val="43000"/>
                              </a:srgbClr>
                            </a:outerShdw>
                          </a:effectLst>
                        </a:rPr>
                        <a:t>A</a:t>
                      </a:r>
                    </a:p>
                  </a:txBody>
                  <a:tcPr>
                    <a:solidFill>
                      <a:schemeClr val="tx1"/>
                    </a:solidFill>
                  </a:tcPr>
                </a:tc>
                <a:tc>
                  <a:txBody>
                    <a:bodyPr/>
                    <a:lstStyle/>
                    <a:p>
                      <a:r>
                        <a:rPr lang="de-DE" dirty="0"/>
                        <a:t>0</a:t>
                      </a:r>
                    </a:p>
                  </a:txBody>
                  <a:tcPr/>
                </a:tc>
                <a:tc>
                  <a:txBody>
                    <a:bodyPr/>
                    <a:lstStyle/>
                    <a:p>
                      <a:r>
                        <a:rPr lang="de-DE" dirty="0"/>
                        <a:t>1</a:t>
                      </a:r>
                    </a:p>
                  </a:txBody>
                  <a:tcPr/>
                </a:tc>
                <a:tc>
                  <a:txBody>
                    <a:bodyPr/>
                    <a:lstStyle/>
                    <a:p>
                      <a:r>
                        <a:rPr lang="de-DE" dirty="0"/>
                        <a:t>1</a:t>
                      </a:r>
                    </a:p>
                  </a:txBody>
                  <a:tcPr/>
                </a:tc>
                <a:tc>
                  <a:txBody>
                    <a:bodyPr/>
                    <a:lstStyle/>
                    <a:p>
                      <a:r>
                        <a:rPr lang="de-DE" dirty="0"/>
                        <a:t>0</a:t>
                      </a:r>
                    </a:p>
                  </a:txBody>
                  <a:tcPr/>
                </a:tc>
                <a:extLst>
                  <a:ext uri="{0D108BD9-81ED-4DB2-BD59-A6C34878D82A}">
                    <a16:rowId xmlns:a16="http://schemas.microsoft.com/office/drawing/2014/main" val="1006432921"/>
                  </a:ext>
                </a:extLst>
              </a:tr>
              <a:tr h="370840">
                <a:tc>
                  <a:txBody>
                    <a:bodyPr/>
                    <a:lstStyle/>
                    <a:p>
                      <a:r>
                        <a:rPr lang="de-DE" b="0" cap="none" spc="0" dirty="0">
                          <a:ln w="0"/>
                          <a:solidFill>
                            <a:schemeClr val="accent1"/>
                          </a:solidFill>
                          <a:effectLst>
                            <a:outerShdw blurRad="38100" dist="25400" dir="5400000" algn="ctr" rotWithShape="0">
                              <a:srgbClr val="6E747A">
                                <a:alpha val="43000"/>
                              </a:srgbClr>
                            </a:outerShdw>
                          </a:effectLst>
                        </a:rPr>
                        <a:t>B</a:t>
                      </a:r>
                    </a:p>
                  </a:txBody>
                  <a:tcPr>
                    <a:solidFill>
                      <a:schemeClr val="tx1"/>
                    </a:solidFill>
                  </a:tcPr>
                </a:tc>
                <a:tc>
                  <a:txBody>
                    <a:bodyPr/>
                    <a:lstStyle/>
                    <a:p>
                      <a:r>
                        <a:rPr lang="de-DE" dirty="0"/>
                        <a:t>0</a:t>
                      </a:r>
                    </a:p>
                  </a:txBody>
                  <a:tcPr/>
                </a:tc>
                <a:tc>
                  <a:txBody>
                    <a:bodyPr/>
                    <a:lstStyle/>
                    <a:p>
                      <a:r>
                        <a:rPr lang="de-DE" dirty="0"/>
                        <a:t>0</a:t>
                      </a:r>
                    </a:p>
                  </a:txBody>
                  <a:tcPr/>
                </a:tc>
                <a:tc>
                  <a:txBody>
                    <a:bodyPr/>
                    <a:lstStyle/>
                    <a:p>
                      <a:r>
                        <a:rPr lang="de-DE" dirty="0"/>
                        <a:t>1</a:t>
                      </a:r>
                    </a:p>
                  </a:txBody>
                  <a:tcPr/>
                </a:tc>
                <a:tc>
                  <a:txBody>
                    <a:bodyPr/>
                    <a:lstStyle/>
                    <a:p>
                      <a:r>
                        <a:rPr lang="de-DE" dirty="0"/>
                        <a:t>0</a:t>
                      </a:r>
                    </a:p>
                  </a:txBody>
                  <a:tcPr/>
                </a:tc>
                <a:extLst>
                  <a:ext uri="{0D108BD9-81ED-4DB2-BD59-A6C34878D82A}">
                    <a16:rowId xmlns:a16="http://schemas.microsoft.com/office/drawing/2014/main" val="3344070055"/>
                  </a:ext>
                </a:extLst>
              </a:tr>
              <a:tr h="370840">
                <a:tc>
                  <a:txBody>
                    <a:bodyPr/>
                    <a:lstStyle/>
                    <a:p>
                      <a:r>
                        <a:rPr lang="de-DE" b="0" cap="none" spc="0" dirty="0">
                          <a:ln w="0"/>
                          <a:solidFill>
                            <a:schemeClr val="accent1"/>
                          </a:solidFill>
                          <a:effectLst>
                            <a:outerShdw blurRad="38100" dist="25400" dir="5400000" algn="ctr" rotWithShape="0">
                              <a:srgbClr val="6E747A">
                                <a:alpha val="43000"/>
                              </a:srgbClr>
                            </a:outerShdw>
                          </a:effectLst>
                        </a:rPr>
                        <a:t>C</a:t>
                      </a:r>
                    </a:p>
                  </a:txBody>
                  <a:tcPr>
                    <a:solidFill>
                      <a:schemeClr val="tx1"/>
                    </a:solidFill>
                  </a:tcPr>
                </a:tc>
                <a:tc>
                  <a:txBody>
                    <a:bodyPr/>
                    <a:lstStyle/>
                    <a:p>
                      <a:r>
                        <a:rPr lang="de-DE" dirty="0"/>
                        <a:t>0</a:t>
                      </a:r>
                    </a:p>
                  </a:txBody>
                  <a:tcPr/>
                </a:tc>
                <a:tc>
                  <a:txBody>
                    <a:bodyPr/>
                    <a:lstStyle/>
                    <a:p>
                      <a:r>
                        <a:rPr lang="de-DE" dirty="0"/>
                        <a:t>0</a:t>
                      </a:r>
                    </a:p>
                  </a:txBody>
                  <a:tcPr/>
                </a:tc>
                <a:tc>
                  <a:txBody>
                    <a:bodyPr/>
                    <a:lstStyle/>
                    <a:p>
                      <a:r>
                        <a:rPr lang="de-DE" dirty="0"/>
                        <a:t>0</a:t>
                      </a:r>
                    </a:p>
                  </a:txBody>
                  <a:tcPr/>
                </a:tc>
                <a:tc>
                  <a:txBody>
                    <a:bodyPr/>
                    <a:lstStyle/>
                    <a:p>
                      <a:r>
                        <a:rPr lang="de-DE" dirty="0"/>
                        <a:t>1</a:t>
                      </a:r>
                    </a:p>
                  </a:txBody>
                  <a:tcPr/>
                </a:tc>
                <a:extLst>
                  <a:ext uri="{0D108BD9-81ED-4DB2-BD59-A6C34878D82A}">
                    <a16:rowId xmlns:a16="http://schemas.microsoft.com/office/drawing/2014/main" val="1765577828"/>
                  </a:ext>
                </a:extLst>
              </a:tr>
              <a:tr h="370840">
                <a:tc>
                  <a:txBody>
                    <a:bodyPr/>
                    <a:lstStyle/>
                    <a:p>
                      <a:r>
                        <a:rPr lang="de-DE" b="0" cap="none" spc="0" dirty="0">
                          <a:ln w="0"/>
                          <a:solidFill>
                            <a:schemeClr val="accent1"/>
                          </a:solidFill>
                          <a:effectLst>
                            <a:outerShdw blurRad="38100" dist="25400" dir="5400000" algn="ctr" rotWithShape="0">
                              <a:srgbClr val="6E747A">
                                <a:alpha val="43000"/>
                              </a:srgbClr>
                            </a:outerShdw>
                          </a:effectLst>
                        </a:rPr>
                        <a:t>D</a:t>
                      </a:r>
                    </a:p>
                  </a:txBody>
                  <a:tcPr>
                    <a:solidFill>
                      <a:schemeClr val="tx1"/>
                    </a:solidFill>
                  </a:tcPr>
                </a:tc>
                <a:tc>
                  <a:txBody>
                    <a:bodyPr/>
                    <a:lstStyle/>
                    <a:p>
                      <a:r>
                        <a:rPr lang="de-DE" dirty="0"/>
                        <a:t>1</a:t>
                      </a:r>
                    </a:p>
                  </a:txBody>
                  <a:tcPr/>
                </a:tc>
                <a:tc>
                  <a:txBody>
                    <a:bodyPr/>
                    <a:lstStyle/>
                    <a:p>
                      <a:r>
                        <a:rPr lang="de-DE" dirty="0"/>
                        <a:t>0</a:t>
                      </a:r>
                    </a:p>
                  </a:txBody>
                  <a:tcPr/>
                </a:tc>
                <a:tc>
                  <a:txBody>
                    <a:bodyPr/>
                    <a:lstStyle/>
                    <a:p>
                      <a:r>
                        <a:rPr lang="de-DE" dirty="0"/>
                        <a:t>0</a:t>
                      </a:r>
                    </a:p>
                  </a:txBody>
                  <a:tcPr/>
                </a:tc>
                <a:tc>
                  <a:txBody>
                    <a:bodyPr/>
                    <a:lstStyle/>
                    <a:p>
                      <a:r>
                        <a:rPr lang="de-DE" dirty="0"/>
                        <a:t>0</a:t>
                      </a:r>
                    </a:p>
                  </a:txBody>
                  <a:tcPr/>
                </a:tc>
                <a:extLst>
                  <a:ext uri="{0D108BD9-81ED-4DB2-BD59-A6C34878D82A}">
                    <a16:rowId xmlns:a16="http://schemas.microsoft.com/office/drawing/2014/main" val="2224312805"/>
                  </a:ext>
                </a:extLst>
              </a:tr>
            </a:tbl>
          </a:graphicData>
        </a:graphic>
      </p:graphicFrame>
      <p:sp>
        <p:nvSpPr>
          <p:cNvPr id="4" name="Ellipse 3">
            <a:extLst>
              <a:ext uri="{FF2B5EF4-FFF2-40B4-BE49-F238E27FC236}">
                <a16:creationId xmlns:a16="http://schemas.microsoft.com/office/drawing/2014/main" id="{40B62F89-27EB-5601-E807-5A1F2BE0EB71}"/>
              </a:ext>
            </a:extLst>
          </p:cNvPr>
          <p:cNvSpPr/>
          <p:nvPr/>
        </p:nvSpPr>
        <p:spPr>
          <a:xfrm>
            <a:off x="4572000" y="1989330"/>
            <a:ext cx="540000" cy="54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A</a:t>
            </a:r>
          </a:p>
        </p:txBody>
      </p:sp>
      <p:sp>
        <p:nvSpPr>
          <p:cNvPr id="8" name="Ellipse 7">
            <a:extLst>
              <a:ext uri="{FF2B5EF4-FFF2-40B4-BE49-F238E27FC236}">
                <a16:creationId xmlns:a16="http://schemas.microsoft.com/office/drawing/2014/main" id="{9073CE33-7547-9ED1-DC70-B6F998DAC034}"/>
              </a:ext>
            </a:extLst>
          </p:cNvPr>
          <p:cNvSpPr/>
          <p:nvPr/>
        </p:nvSpPr>
        <p:spPr>
          <a:xfrm>
            <a:off x="5357370" y="1989330"/>
            <a:ext cx="540000" cy="54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B</a:t>
            </a:r>
          </a:p>
        </p:txBody>
      </p:sp>
      <p:sp>
        <p:nvSpPr>
          <p:cNvPr id="10" name="Ellipse 9">
            <a:extLst>
              <a:ext uri="{FF2B5EF4-FFF2-40B4-BE49-F238E27FC236}">
                <a16:creationId xmlns:a16="http://schemas.microsoft.com/office/drawing/2014/main" id="{5A78BBAD-CA88-2E00-CAB9-A6E283EEFE6F}"/>
              </a:ext>
            </a:extLst>
          </p:cNvPr>
          <p:cNvSpPr/>
          <p:nvPr/>
        </p:nvSpPr>
        <p:spPr>
          <a:xfrm>
            <a:off x="4572000" y="2762755"/>
            <a:ext cx="540000" cy="54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C</a:t>
            </a:r>
          </a:p>
        </p:txBody>
      </p:sp>
      <p:sp>
        <p:nvSpPr>
          <p:cNvPr id="14" name="Ellipse 13">
            <a:extLst>
              <a:ext uri="{FF2B5EF4-FFF2-40B4-BE49-F238E27FC236}">
                <a16:creationId xmlns:a16="http://schemas.microsoft.com/office/drawing/2014/main" id="{0797A592-A741-B796-48B7-FA2E5CFFE3C4}"/>
              </a:ext>
            </a:extLst>
          </p:cNvPr>
          <p:cNvSpPr/>
          <p:nvPr/>
        </p:nvSpPr>
        <p:spPr>
          <a:xfrm>
            <a:off x="3801541" y="2762755"/>
            <a:ext cx="540000" cy="54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D</a:t>
            </a:r>
          </a:p>
        </p:txBody>
      </p:sp>
      <p:cxnSp>
        <p:nvCxnSpPr>
          <p:cNvPr id="19" name="Gerade Verbindung mit Pfeil 18">
            <a:extLst>
              <a:ext uri="{FF2B5EF4-FFF2-40B4-BE49-F238E27FC236}">
                <a16:creationId xmlns:a16="http://schemas.microsoft.com/office/drawing/2014/main" id="{60B26A7A-109D-7CF3-E70F-50AEC927EDB1}"/>
              </a:ext>
            </a:extLst>
          </p:cNvPr>
          <p:cNvCxnSpPr>
            <a:stCxn id="4" idx="6"/>
            <a:endCxn id="8" idx="2"/>
          </p:cNvCxnSpPr>
          <p:nvPr/>
        </p:nvCxnSpPr>
        <p:spPr>
          <a:xfrm>
            <a:off x="5112000" y="2259330"/>
            <a:ext cx="2453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Gerade Verbindung mit Pfeil 21">
            <a:extLst>
              <a:ext uri="{FF2B5EF4-FFF2-40B4-BE49-F238E27FC236}">
                <a16:creationId xmlns:a16="http://schemas.microsoft.com/office/drawing/2014/main" id="{8EED8C05-AAC1-53E6-5E96-A90A07EFCDE9}"/>
              </a:ext>
            </a:extLst>
          </p:cNvPr>
          <p:cNvCxnSpPr>
            <a:stCxn id="4" idx="4"/>
            <a:endCxn id="10" idx="0"/>
          </p:cNvCxnSpPr>
          <p:nvPr/>
        </p:nvCxnSpPr>
        <p:spPr>
          <a:xfrm>
            <a:off x="4842000" y="2529330"/>
            <a:ext cx="0" cy="2334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Gerade Verbindung mit Pfeil 25">
            <a:extLst>
              <a:ext uri="{FF2B5EF4-FFF2-40B4-BE49-F238E27FC236}">
                <a16:creationId xmlns:a16="http://schemas.microsoft.com/office/drawing/2014/main" id="{1F996325-FAD1-8885-DEE2-51D0A99E8B83}"/>
              </a:ext>
            </a:extLst>
          </p:cNvPr>
          <p:cNvCxnSpPr>
            <a:cxnSpLocks/>
            <a:stCxn id="10" idx="2"/>
            <a:endCxn id="14" idx="6"/>
          </p:cNvCxnSpPr>
          <p:nvPr/>
        </p:nvCxnSpPr>
        <p:spPr>
          <a:xfrm flipH="1">
            <a:off x="4341541" y="3032755"/>
            <a:ext cx="23045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Gerade Verbindung mit Pfeil 27">
            <a:extLst>
              <a:ext uri="{FF2B5EF4-FFF2-40B4-BE49-F238E27FC236}">
                <a16:creationId xmlns:a16="http://schemas.microsoft.com/office/drawing/2014/main" id="{86A7812E-0183-A77B-A3F7-35D0C77BAF77}"/>
              </a:ext>
            </a:extLst>
          </p:cNvPr>
          <p:cNvCxnSpPr>
            <a:stCxn id="8" idx="3"/>
            <a:endCxn id="10" idx="7"/>
          </p:cNvCxnSpPr>
          <p:nvPr/>
        </p:nvCxnSpPr>
        <p:spPr>
          <a:xfrm flipH="1">
            <a:off x="5032919" y="2450249"/>
            <a:ext cx="403532" cy="3915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Gerade Verbindung mit Pfeil 29">
            <a:extLst>
              <a:ext uri="{FF2B5EF4-FFF2-40B4-BE49-F238E27FC236}">
                <a16:creationId xmlns:a16="http://schemas.microsoft.com/office/drawing/2014/main" id="{E1482676-A706-0022-FC74-D82C6E0AFAEA}"/>
              </a:ext>
            </a:extLst>
          </p:cNvPr>
          <p:cNvCxnSpPr>
            <a:cxnSpLocks/>
            <a:stCxn id="14" idx="0"/>
            <a:endCxn id="4" idx="2"/>
          </p:cNvCxnSpPr>
          <p:nvPr/>
        </p:nvCxnSpPr>
        <p:spPr>
          <a:xfrm flipV="1">
            <a:off x="4071541" y="2259330"/>
            <a:ext cx="500459" cy="5034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Textfeld 49">
            <a:extLst>
              <a:ext uri="{FF2B5EF4-FFF2-40B4-BE49-F238E27FC236}">
                <a16:creationId xmlns:a16="http://schemas.microsoft.com/office/drawing/2014/main" id="{0F855070-DAB9-AB37-48A5-FF91EDC75926}"/>
              </a:ext>
            </a:extLst>
          </p:cNvPr>
          <p:cNvSpPr txBox="1"/>
          <p:nvPr/>
        </p:nvSpPr>
        <p:spPr>
          <a:xfrm>
            <a:off x="745528" y="2402976"/>
            <a:ext cx="400110" cy="411331"/>
          </a:xfrm>
          <a:prstGeom prst="rect">
            <a:avLst/>
          </a:prstGeom>
          <a:noFill/>
        </p:spPr>
        <p:txBody>
          <a:bodyPr vert="vert270" wrap="none" rtlCol="0">
            <a:spAutoFit/>
          </a:bodyPr>
          <a:lstStyle/>
          <a:p>
            <a:r>
              <a:rPr lang="de-DE" dirty="0">
                <a:ln w="0"/>
                <a:solidFill>
                  <a:schemeClr val="tx1"/>
                </a:solidFill>
                <a:effectLst>
                  <a:outerShdw blurRad="38100" dist="19050" dir="2700000" algn="tl" rotWithShape="0">
                    <a:schemeClr val="dk1">
                      <a:alpha val="40000"/>
                    </a:schemeClr>
                  </a:outerShdw>
                </a:effectLst>
              </a:rPr>
              <a:t>Von</a:t>
            </a:r>
          </a:p>
        </p:txBody>
      </p:sp>
      <p:sp>
        <p:nvSpPr>
          <p:cNvPr id="51" name="Textfeld 50">
            <a:extLst>
              <a:ext uri="{FF2B5EF4-FFF2-40B4-BE49-F238E27FC236}">
                <a16:creationId xmlns:a16="http://schemas.microsoft.com/office/drawing/2014/main" id="{048532FC-44D5-E645-4B09-59835B11F951}"/>
              </a:ext>
            </a:extLst>
          </p:cNvPr>
          <p:cNvSpPr txBox="1"/>
          <p:nvPr/>
        </p:nvSpPr>
        <p:spPr>
          <a:xfrm>
            <a:off x="1679170" y="1350905"/>
            <a:ext cx="603050" cy="307777"/>
          </a:xfrm>
          <a:prstGeom prst="rect">
            <a:avLst/>
          </a:prstGeom>
          <a:noFill/>
        </p:spPr>
        <p:txBody>
          <a:bodyPr wrap="none" rtlCol="0">
            <a:spAutoFit/>
          </a:bodyPr>
          <a:lstStyle/>
          <a:p>
            <a:r>
              <a:rPr lang="de-DE" dirty="0">
                <a:ln w="0"/>
                <a:solidFill>
                  <a:schemeClr val="tx1"/>
                </a:solidFill>
                <a:effectLst>
                  <a:outerShdw blurRad="38100" dist="19050" dir="2700000" algn="tl" rotWithShape="0">
                    <a:schemeClr val="dk1">
                      <a:alpha val="40000"/>
                    </a:schemeClr>
                  </a:outerShdw>
                </a:effectLst>
              </a:rPr>
              <a:t>Nach</a:t>
            </a:r>
          </a:p>
        </p:txBody>
      </p:sp>
      <p:graphicFrame>
        <p:nvGraphicFramePr>
          <p:cNvPr id="53" name="Tabelle 52">
            <a:extLst>
              <a:ext uri="{FF2B5EF4-FFF2-40B4-BE49-F238E27FC236}">
                <a16:creationId xmlns:a16="http://schemas.microsoft.com/office/drawing/2014/main" id="{A118EFF6-12AA-BF48-01CF-F0DB8B6EB24A}"/>
              </a:ext>
            </a:extLst>
          </p:cNvPr>
          <p:cNvGraphicFramePr>
            <a:graphicFrameLocks noGrp="1"/>
          </p:cNvGraphicFramePr>
          <p:nvPr>
            <p:extLst>
              <p:ext uri="{D42A27DB-BD31-4B8C-83A1-F6EECF244321}">
                <p14:modId xmlns:p14="http://schemas.microsoft.com/office/powerpoint/2010/main" val="116642091"/>
              </p:ext>
            </p:extLst>
          </p:nvPr>
        </p:nvGraphicFramePr>
        <p:xfrm>
          <a:off x="6824890" y="1901186"/>
          <a:ext cx="975903" cy="1489712"/>
        </p:xfrm>
        <a:graphic>
          <a:graphicData uri="http://schemas.openxmlformats.org/drawingml/2006/table">
            <a:tbl>
              <a:tblPr firstRow="1" bandRow="1">
                <a:tableStyleId>{49F77B29-7EA5-4800-A962-D700A36A35B1}</a:tableStyleId>
              </a:tblPr>
              <a:tblGrid>
                <a:gridCol w="494481">
                  <a:extLst>
                    <a:ext uri="{9D8B030D-6E8A-4147-A177-3AD203B41FA5}">
                      <a16:colId xmlns:a16="http://schemas.microsoft.com/office/drawing/2014/main" val="811834670"/>
                    </a:ext>
                  </a:extLst>
                </a:gridCol>
                <a:gridCol w="481422">
                  <a:extLst>
                    <a:ext uri="{9D8B030D-6E8A-4147-A177-3AD203B41FA5}">
                      <a16:colId xmlns:a16="http://schemas.microsoft.com/office/drawing/2014/main" val="1652323183"/>
                    </a:ext>
                  </a:extLst>
                </a:gridCol>
              </a:tblGrid>
              <a:tr h="372428">
                <a:tc>
                  <a:txBody>
                    <a:bodyPr/>
                    <a:lstStyle/>
                    <a:p>
                      <a:r>
                        <a:rPr lang="de-DE" b="0" cap="none" spc="0" dirty="0">
                          <a:ln w="0"/>
                          <a:solidFill>
                            <a:schemeClr val="accent1"/>
                          </a:solidFill>
                          <a:effectLst>
                            <a:outerShdw blurRad="38100" dist="25400" dir="5400000" algn="ctr" rotWithShape="0">
                              <a:srgbClr val="6E747A">
                                <a:alpha val="43000"/>
                              </a:srgbClr>
                            </a:outerShdw>
                          </a:effectLst>
                        </a:rPr>
                        <a:t>A</a:t>
                      </a:r>
                    </a:p>
                  </a:txBody>
                  <a:tcPr>
                    <a:solidFill>
                      <a:schemeClr val="tx1"/>
                    </a:solidFill>
                  </a:tcPr>
                </a:tc>
                <a:tc>
                  <a:txBody>
                    <a:bodyPr/>
                    <a:lstStyle/>
                    <a:p>
                      <a:r>
                        <a:rPr lang="de-DE" dirty="0"/>
                        <a:t>B,C</a:t>
                      </a:r>
                    </a:p>
                  </a:txBody>
                  <a:tcPr/>
                </a:tc>
                <a:extLst>
                  <a:ext uri="{0D108BD9-81ED-4DB2-BD59-A6C34878D82A}">
                    <a16:rowId xmlns:a16="http://schemas.microsoft.com/office/drawing/2014/main" val="1006432921"/>
                  </a:ext>
                </a:extLst>
              </a:tr>
              <a:tr h="372428">
                <a:tc>
                  <a:txBody>
                    <a:bodyPr/>
                    <a:lstStyle/>
                    <a:p>
                      <a:r>
                        <a:rPr lang="de-DE" b="0" cap="none" spc="0" dirty="0">
                          <a:ln w="0"/>
                          <a:solidFill>
                            <a:schemeClr val="accent1"/>
                          </a:solidFill>
                          <a:effectLst>
                            <a:outerShdw blurRad="38100" dist="25400" dir="5400000" algn="ctr" rotWithShape="0">
                              <a:srgbClr val="6E747A">
                                <a:alpha val="43000"/>
                              </a:srgbClr>
                            </a:outerShdw>
                          </a:effectLst>
                        </a:rPr>
                        <a:t>B</a:t>
                      </a:r>
                    </a:p>
                  </a:txBody>
                  <a:tcPr>
                    <a:solidFill>
                      <a:schemeClr val="tx1"/>
                    </a:solidFill>
                  </a:tcPr>
                </a:tc>
                <a:tc>
                  <a:txBody>
                    <a:bodyPr/>
                    <a:lstStyle/>
                    <a:p>
                      <a:r>
                        <a:rPr lang="de-DE" dirty="0"/>
                        <a:t>C</a:t>
                      </a:r>
                    </a:p>
                  </a:txBody>
                  <a:tcPr/>
                </a:tc>
                <a:extLst>
                  <a:ext uri="{0D108BD9-81ED-4DB2-BD59-A6C34878D82A}">
                    <a16:rowId xmlns:a16="http://schemas.microsoft.com/office/drawing/2014/main" val="3344070055"/>
                  </a:ext>
                </a:extLst>
              </a:tr>
              <a:tr h="372428">
                <a:tc>
                  <a:txBody>
                    <a:bodyPr/>
                    <a:lstStyle/>
                    <a:p>
                      <a:r>
                        <a:rPr lang="de-DE" b="0" cap="none" spc="0" dirty="0">
                          <a:ln w="0"/>
                          <a:solidFill>
                            <a:schemeClr val="accent1"/>
                          </a:solidFill>
                          <a:effectLst>
                            <a:outerShdw blurRad="38100" dist="25400" dir="5400000" algn="ctr" rotWithShape="0">
                              <a:srgbClr val="6E747A">
                                <a:alpha val="43000"/>
                              </a:srgbClr>
                            </a:outerShdw>
                          </a:effectLst>
                        </a:rPr>
                        <a:t>C</a:t>
                      </a:r>
                    </a:p>
                  </a:txBody>
                  <a:tcPr>
                    <a:solidFill>
                      <a:schemeClr val="tx1"/>
                    </a:solidFill>
                  </a:tcPr>
                </a:tc>
                <a:tc>
                  <a:txBody>
                    <a:bodyPr/>
                    <a:lstStyle/>
                    <a:p>
                      <a:r>
                        <a:rPr lang="de-DE" dirty="0"/>
                        <a:t>D</a:t>
                      </a:r>
                    </a:p>
                  </a:txBody>
                  <a:tcPr/>
                </a:tc>
                <a:extLst>
                  <a:ext uri="{0D108BD9-81ED-4DB2-BD59-A6C34878D82A}">
                    <a16:rowId xmlns:a16="http://schemas.microsoft.com/office/drawing/2014/main" val="1765577828"/>
                  </a:ext>
                </a:extLst>
              </a:tr>
              <a:tr h="372428">
                <a:tc>
                  <a:txBody>
                    <a:bodyPr/>
                    <a:lstStyle/>
                    <a:p>
                      <a:r>
                        <a:rPr lang="de-DE" b="0" cap="none" spc="0" dirty="0">
                          <a:ln w="0"/>
                          <a:solidFill>
                            <a:schemeClr val="accent1"/>
                          </a:solidFill>
                          <a:effectLst>
                            <a:outerShdw blurRad="38100" dist="25400" dir="5400000" algn="ctr" rotWithShape="0">
                              <a:srgbClr val="6E747A">
                                <a:alpha val="43000"/>
                              </a:srgbClr>
                            </a:outerShdw>
                          </a:effectLst>
                        </a:rPr>
                        <a:t>D</a:t>
                      </a:r>
                    </a:p>
                  </a:txBody>
                  <a:tcPr>
                    <a:solidFill>
                      <a:schemeClr val="tx1"/>
                    </a:solidFill>
                  </a:tcPr>
                </a:tc>
                <a:tc>
                  <a:txBody>
                    <a:bodyPr/>
                    <a:lstStyle/>
                    <a:p>
                      <a:r>
                        <a:rPr lang="de-DE" dirty="0"/>
                        <a:t>A</a:t>
                      </a:r>
                    </a:p>
                  </a:txBody>
                  <a:tcPr/>
                </a:tc>
                <a:extLst>
                  <a:ext uri="{0D108BD9-81ED-4DB2-BD59-A6C34878D82A}">
                    <a16:rowId xmlns:a16="http://schemas.microsoft.com/office/drawing/2014/main" val="2224312805"/>
                  </a:ext>
                </a:extLst>
              </a:tr>
            </a:tbl>
          </a:graphicData>
        </a:graphic>
      </p:graphicFrame>
      <p:sp>
        <p:nvSpPr>
          <p:cNvPr id="56" name="Google Shape;891;p41">
            <a:extLst>
              <a:ext uri="{FF2B5EF4-FFF2-40B4-BE49-F238E27FC236}">
                <a16:creationId xmlns:a16="http://schemas.microsoft.com/office/drawing/2014/main" id="{B32A6E40-4F47-32F3-A7AB-06D0B52DD17C}"/>
              </a:ext>
            </a:extLst>
          </p:cNvPr>
          <p:cNvSpPr txBox="1">
            <a:spLocks noGrp="1"/>
          </p:cNvSpPr>
          <p:nvPr>
            <p:ph type="subTitle" idx="1"/>
          </p:nvPr>
        </p:nvSpPr>
        <p:spPr>
          <a:xfrm>
            <a:off x="840889" y="3880620"/>
            <a:ext cx="2279612" cy="376556"/>
          </a:xfrm>
          <a:prstGeom prst="rect">
            <a:avLst/>
          </a:prstGeom>
        </p:spPr>
        <p:txBody>
          <a:bodyPr spcFirstLastPara="1" wrap="square" lIns="91425" tIns="91425" rIns="91425" bIns="91425" anchor="t" anchorCtr="0">
            <a:noAutofit/>
          </a:bodyPr>
          <a:lstStyle/>
          <a:p>
            <a:pPr marL="0" indent="0">
              <a:buSzPts val="1100"/>
              <a:buNone/>
            </a:pPr>
            <a:r>
              <a:rPr lang="de-DE" dirty="0"/>
              <a:t>Aufwand ungefähr O(n²)</a:t>
            </a:r>
          </a:p>
          <a:p>
            <a:pPr marL="0" indent="0">
              <a:buSzPts val="1100"/>
              <a:buNone/>
            </a:pPr>
            <a:endParaRPr lang="de-DE" dirty="0"/>
          </a:p>
        </p:txBody>
      </p:sp>
      <p:sp>
        <p:nvSpPr>
          <p:cNvPr id="57" name="Google Shape;891;p41">
            <a:extLst>
              <a:ext uri="{FF2B5EF4-FFF2-40B4-BE49-F238E27FC236}">
                <a16:creationId xmlns:a16="http://schemas.microsoft.com/office/drawing/2014/main" id="{585C3A8E-25A2-8575-D242-689F0531B1E0}"/>
              </a:ext>
            </a:extLst>
          </p:cNvPr>
          <p:cNvSpPr txBox="1">
            <a:spLocks/>
          </p:cNvSpPr>
          <p:nvPr/>
        </p:nvSpPr>
        <p:spPr>
          <a:xfrm>
            <a:off x="6044528" y="3880620"/>
            <a:ext cx="2536625" cy="37655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SzPts val="1100"/>
              <a:buFont typeface="Nunito Light"/>
              <a:buNone/>
            </a:pPr>
            <a:r>
              <a:rPr lang="de-DE" dirty="0"/>
              <a:t>Aufwand ungefähr O(n + m)</a:t>
            </a:r>
          </a:p>
          <a:p>
            <a:pPr marL="0" indent="0">
              <a:buSzPts val="1100"/>
              <a:buFont typeface="Nunito Light"/>
              <a:buNone/>
            </a:pPr>
            <a:endParaRPr lang="de-DE" dirty="0"/>
          </a:p>
        </p:txBody>
      </p:sp>
    </p:spTree>
    <p:extLst>
      <p:ext uri="{BB962C8B-B14F-4D97-AF65-F5344CB8AC3E}">
        <p14:creationId xmlns:p14="http://schemas.microsoft.com/office/powerpoint/2010/main" val="550646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uiExpand="1" build="p"/>
      <p:bldP spid="57"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60104-DDEF-FE3B-34E0-E68B78714BF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08E47A8-23F1-26FE-E23E-C81BA480E6A5}"/>
              </a:ext>
            </a:extLst>
          </p:cNvPr>
          <p:cNvSpPr>
            <a:spLocks noGrp="1"/>
          </p:cNvSpPr>
          <p:nvPr>
            <p:ph type="title"/>
          </p:nvPr>
        </p:nvSpPr>
        <p:spPr>
          <a:xfrm>
            <a:off x="720000" y="445025"/>
            <a:ext cx="7928700" cy="1218300"/>
          </a:xfrm>
        </p:spPr>
        <p:txBody>
          <a:bodyPr/>
          <a:lstStyle/>
          <a:p>
            <a:pPr marL="0" lvl="0" indent="0"/>
            <a:r>
              <a:rPr lang="de-DE" sz="2400" dirty="0"/>
              <a:t>Warum Adjazenz Listen für Graph Datenbanken so wichtig sind</a:t>
            </a:r>
          </a:p>
        </p:txBody>
      </p:sp>
      <p:sp>
        <p:nvSpPr>
          <p:cNvPr id="3" name="Untertitel 2">
            <a:extLst>
              <a:ext uri="{FF2B5EF4-FFF2-40B4-BE49-F238E27FC236}">
                <a16:creationId xmlns:a16="http://schemas.microsoft.com/office/drawing/2014/main" id="{8067D403-ED27-4CF1-4FA3-20B0824BF959}"/>
              </a:ext>
            </a:extLst>
          </p:cNvPr>
          <p:cNvSpPr>
            <a:spLocks noGrp="1"/>
          </p:cNvSpPr>
          <p:nvPr>
            <p:ph type="subTitle" idx="1"/>
          </p:nvPr>
        </p:nvSpPr>
        <p:spPr>
          <a:xfrm>
            <a:off x="720001" y="1700300"/>
            <a:ext cx="3852000" cy="2298300"/>
          </a:xfrm>
        </p:spPr>
        <p:txBody>
          <a:bodyPr/>
          <a:lstStyle/>
          <a:p>
            <a:r>
              <a:rPr lang="de-DE" dirty="0"/>
              <a:t>Graph Datenbanken wollen vor allem Nachbarschaften und Pfade effizient traversieren</a:t>
            </a:r>
          </a:p>
          <a:p>
            <a:pPr marL="139700" indent="0">
              <a:buNone/>
            </a:pPr>
            <a:endParaRPr lang="de-DE" dirty="0"/>
          </a:p>
          <a:p>
            <a:r>
              <a:rPr lang="de-DE" dirty="0"/>
              <a:t>Relationale Datenbanken denken in Tabellenblöcken  </a:t>
            </a:r>
          </a:p>
          <a:p>
            <a:r>
              <a:rPr lang="de-DE" dirty="0"/>
              <a:t>Graph Datenbanken denken oft in Nachbarschaften.</a:t>
            </a:r>
          </a:p>
        </p:txBody>
      </p:sp>
      <p:sp>
        <p:nvSpPr>
          <p:cNvPr id="5" name="Ellipse 4">
            <a:extLst>
              <a:ext uri="{FF2B5EF4-FFF2-40B4-BE49-F238E27FC236}">
                <a16:creationId xmlns:a16="http://schemas.microsoft.com/office/drawing/2014/main" id="{FAD43C40-3159-2D9E-F566-8BF7B17043C9}"/>
              </a:ext>
            </a:extLst>
          </p:cNvPr>
          <p:cNvSpPr/>
          <p:nvPr/>
        </p:nvSpPr>
        <p:spPr>
          <a:xfrm>
            <a:off x="4939691" y="1248182"/>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A</a:t>
            </a:r>
          </a:p>
        </p:txBody>
      </p:sp>
      <p:sp>
        <p:nvSpPr>
          <p:cNvPr id="6" name="Ellipse 5">
            <a:extLst>
              <a:ext uri="{FF2B5EF4-FFF2-40B4-BE49-F238E27FC236}">
                <a16:creationId xmlns:a16="http://schemas.microsoft.com/office/drawing/2014/main" id="{ADB1ED68-0FF3-B087-0982-139F80A9629C}"/>
              </a:ext>
            </a:extLst>
          </p:cNvPr>
          <p:cNvSpPr/>
          <p:nvPr/>
        </p:nvSpPr>
        <p:spPr>
          <a:xfrm>
            <a:off x="6664157" y="2489781"/>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B</a:t>
            </a:r>
          </a:p>
        </p:txBody>
      </p:sp>
      <p:sp>
        <p:nvSpPr>
          <p:cNvPr id="7" name="Ellipse 6">
            <a:extLst>
              <a:ext uri="{FF2B5EF4-FFF2-40B4-BE49-F238E27FC236}">
                <a16:creationId xmlns:a16="http://schemas.microsoft.com/office/drawing/2014/main" id="{2CF4369B-E7C7-AD61-1F1D-7A4DA5F1D1AC}"/>
              </a:ext>
            </a:extLst>
          </p:cNvPr>
          <p:cNvSpPr/>
          <p:nvPr/>
        </p:nvSpPr>
        <p:spPr>
          <a:xfrm>
            <a:off x="6677104" y="3790819"/>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Firma X</a:t>
            </a:r>
          </a:p>
        </p:txBody>
      </p:sp>
      <p:cxnSp>
        <p:nvCxnSpPr>
          <p:cNvPr id="11" name="Gerade Verbindung mit Pfeil 10">
            <a:extLst>
              <a:ext uri="{FF2B5EF4-FFF2-40B4-BE49-F238E27FC236}">
                <a16:creationId xmlns:a16="http://schemas.microsoft.com/office/drawing/2014/main" id="{B53A3FD2-278F-86BB-4779-CE29035986AB}"/>
              </a:ext>
            </a:extLst>
          </p:cNvPr>
          <p:cNvCxnSpPr>
            <a:cxnSpLocks/>
            <a:stCxn id="6" idx="4"/>
            <a:endCxn id="7" idx="0"/>
          </p:cNvCxnSpPr>
          <p:nvPr/>
        </p:nvCxnSpPr>
        <p:spPr>
          <a:xfrm>
            <a:off x="7360590" y="3206808"/>
            <a:ext cx="12947" cy="5840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Ellipse 12">
            <a:extLst>
              <a:ext uri="{FF2B5EF4-FFF2-40B4-BE49-F238E27FC236}">
                <a16:creationId xmlns:a16="http://schemas.microsoft.com/office/drawing/2014/main" id="{E30D7ECC-0BA8-46BA-F97A-6E54C0358D28}"/>
              </a:ext>
            </a:extLst>
          </p:cNvPr>
          <p:cNvSpPr/>
          <p:nvPr/>
        </p:nvSpPr>
        <p:spPr>
          <a:xfrm>
            <a:off x="4939692" y="3790819"/>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Produkt Y</a:t>
            </a:r>
          </a:p>
        </p:txBody>
      </p:sp>
      <p:cxnSp>
        <p:nvCxnSpPr>
          <p:cNvPr id="21" name="Gerade Verbindung mit Pfeil 20">
            <a:extLst>
              <a:ext uri="{FF2B5EF4-FFF2-40B4-BE49-F238E27FC236}">
                <a16:creationId xmlns:a16="http://schemas.microsoft.com/office/drawing/2014/main" id="{C398BCE2-49A4-43F9-B8E5-74DCBA143C35}"/>
              </a:ext>
            </a:extLst>
          </p:cNvPr>
          <p:cNvCxnSpPr>
            <a:cxnSpLocks/>
            <a:stCxn id="5" idx="4"/>
            <a:endCxn id="13" idx="0"/>
          </p:cNvCxnSpPr>
          <p:nvPr/>
        </p:nvCxnSpPr>
        <p:spPr>
          <a:xfrm>
            <a:off x="5636124" y="1965209"/>
            <a:ext cx="1" cy="18256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Verbinder: gewinkelt 36">
            <a:extLst>
              <a:ext uri="{FF2B5EF4-FFF2-40B4-BE49-F238E27FC236}">
                <a16:creationId xmlns:a16="http://schemas.microsoft.com/office/drawing/2014/main" id="{9B6719B9-82CB-60F5-37DA-BE1BB76E180D}"/>
              </a:ext>
            </a:extLst>
          </p:cNvPr>
          <p:cNvCxnSpPr>
            <a:cxnSpLocks/>
            <a:stCxn id="5" idx="6"/>
            <a:endCxn id="6" idx="0"/>
          </p:cNvCxnSpPr>
          <p:nvPr/>
        </p:nvCxnSpPr>
        <p:spPr>
          <a:xfrm>
            <a:off x="6332556" y="1606696"/>
            <a:ext cx="1028034" cy="88308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41" name="Textfeld 40">
            <a:extLst>
              <a:ext uri="{FF2B5EF4-FFF2-40B4-BE49-F238E27FC236}">
                <a16:creationId xmlns:a16="http://schemas.microsoft.com/office/drawing/2014/main" id="{8391545D-058D-6D31-5EEC-312941AAB4E4}"/>
              </a:ext>
            </a:extLst>
          </p:cNvPr>
          <p:cNvSpPr txBox="1"/>
          <p:nvPr/>
        </p:nvSpPr>
        <p:spPr>
          <a:xfrm>
            <a:off x="7028987" y="1823490"/>
            <a:ext cx="652743" cy="307777"/>
          </a:xfrm>
          <a:prstGeom prst="rect">
            <a:avLst/>
          </a:prstGeom>
          <a:noFill/>
        </p:spPr>
        <p:txBody>
          <a:bodyPr wrap="none" rtlCol="0">
            <a:spAutoFit/>
          </a:bodyPr>
          <a:lstStyle/>
          <a:p>
            <a:r>
              <a:rPr lang="de-DE" dirty="0"/>
              <a:t>Kennt</a:t>
            </a:r>
          </a:p>
        </p:txBody>
      </p:sp>
      <p:sp>
        <p:nvSpPr>
          <p:cNvPr id="42" name="Textfeld 41">
            <a:extLst>
              <a:ext uri="{FF2B5EF4-FFF2-40B4-BE49-F238E27FC236}">
                <a16:creationId xmlns:a16="http://schemas.microsoft.com/office/drawing/2014/main" id="{BE2F1347-4252-6021-327B-ACE17B31C8AD}"/>
              </a:ext>
            </a:extLst>
          </p:cNvPr>
          <p:cNvSpPr txBox="1"/>
          <p:nvPr/>
        </p:nvSpPr>
        <p:spPr>
          <a:xfrm>
            <a:off x="5291252" y="2724125"/>
            <a:ext cx="603050" cy="307777"/>
          </a:xfrm>
          <a:prstGeom prst="rect">
            <a:avLst/>
          </a:prstGeom>
          <a:noFill/>
        </p:spPr>
        <p:txBody>
          <a:bodyPr wrap="none" rtlCol="0">
            <a:spAutoFit/>
          </a:bodyPr>
          <a:lstStyle/>
          <a:p>
            <a:r>
              <a:rPr lang="de-DE" dirty="0"/>
              <a:t>Kauft</a:t>
            </a:r>
          </a:p>
        </p:txBody>
      </p:sp>
      <p:sp>
        <p:nvSpPr>
          <p:cNvPr id="43" name="Textfeld 42">
            <a:extLst>
              <a:ext uri="{FF2B5EF4-FFF2-40B4-BE49-F238E27FC236}">
                <a16:creationId xmlns:a16="http://schemas.microsoft.com/office/drawing/2014/main" id="{99B0F3F5-80E5-993C-597B-57EBBC5CA40E}"/>
              </a:ext>
            </a:extLst>
          </p:cNvPr>
          <p:cNvSpPr txBox="1"/>
          <p:nvPr/>
        </p:nvSpPr>
        <p:spPr>
          <a:xfrm>
            <a:off x="7030902" y="3278417"/>
            <a:ext cx="1059906" cy="307777"/>
          </a:xfrm>
          <a:prstGeom prst="rect">
            <a:avLst/>
          </a:prstGeom>
          <a:noFill/>
        </p:spPr>
        <p:txBody>
          <a:bodyPr wrap="none" rtlCol="0">
            <a:spAutoFit/>
          </a:bodyPr>
          <a:lstStyle/>
          <a:p>
            <a:r>
              <a:rPr lang="de-DE" dirty="0"/>
              <a:t>Arbeitet für</a:t>
            </a:r>
          </a:p>
        </p:txBody>
      </p:sp>
    </p:spTree>
    <p:extLst>
      <p:ext uri="{BB962C8B-B14F-4D97-AF65-F5344CB8AC3E}">
        <p14:creationId xmlns:p14="http://schemas.microsoft.com/office/powerpoint/2010/main" val="166428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87846-0CE5-7A16-8B08-AC39C435AAE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AF5D662-127A-EB07-CBF5-84AB086AE83D}"/>
              </a:ext>
            </a:extLst>
          </p:cNvPr>
          <p:cNvSpPr>
            <a:spLocks noGrp="1"/>
          </p:cNvSpPr>
          <p:nvPr>
            <p:ph type="title"/>
          </p:nvPr>
        </p:nvSpPr>
        <p:spPr>
          <a:xfrm>
            <a:off x="720000" y="445025"/>
            <a:ext cx="7928700" cy="1218300"/>
          </a:xfrm>
        </p:spPr>
        <p:txBody>
          <a:bodyPr/>
          <a:lstStyle/>
          <a:p>
            <a:pPr marL="0" lvl="0" indent="0"/>
            <a:r>
              <a:rPr lang="de-DE" sz="2400" dirty="0"/>
              <a:t>Neo4j und direkte Verweise</a:t>
            </a:r>
          </a:p>
        </p:txBody>
      </p:sp>
      <p:sp>
        <p:nvSpPr>
          <p:cNvPr id="3" name="Untertitel 2">
            <a:extLst>
              <a:ext uri="{FF2B5EF4-FFF2-40B4-BE49-F238E27FC236}">
                <a16:creationId xmlns:a16="http://schemas.microsoft.com/office/drawing/2014/main" id="{710FD122-D4CD-6A50-7C62-B290CF171A35}"/>
              </a:ext>
            </a:extLst>
          </p:cNvPr>
          <p:cNvSpPr>
            <a:spLocks noGrp="1"/>
          </p:cNvSpPr>
          <p:nvPr>
            <p:ph type="subTitle" idx="1"/>
          </p:nvPr>
        </p:nvSpPr>
        <p:spPr>
          <a:xfrm>
            <a:off x="721981" y="1399740"/>
            <a:ext cx="3852000" cy="2298300"/>
          </a:xfrm>
        </p:spPr>
        <p:txBody>
          <a:bodyPr/>
          <a:lstStyle/>
          <a:p>
            <a:r>
              <a:rPr lang="de-DE" dirty="0"/>
              <a:t>Ein prominentes Beispiel ist Neo4j, das Knoten und Kanten in festen Records speichert und Nachbarschaften über direkte Verweise erreichbar macht.</a:t>
            </a:r>
          </a:p>
          <a:p>
            <a:r>
              <a:rPr lang="de-DE" dirty="0"/>
              <a:t>Ein Vertex </a:t>
            </a:r>
            <a:r>
              <a:rPr lang="de-DE" dirty="0" err="1"/>
              <a:t>Record</a:t>
            </a:r>
            <a:r>
              <a:rPr lang="de-DE" dirty="0"/>
              <a:t> speichert Labels, einen Zeiger auf die Properties und einen Zeiger auf die erste benachbarte Kante.</a:t>
            </a:r>
          </a:p>
          <a:p>
            <a:r>
              <a:rPr lang="de-DE" dirty="0"/>
              <a:t>Ein Edge </a:t>
            </a:r>
            <a:r>
              <a:rPr lang="de-DE" dirty="0" err="1"/>
              <a:t>Record</a:t>
            </a:r>
            <a:r>
              <a:rPr lang="de-DE" dirty="0"/>
              <a:t> speichert den Beziehungstyp, Zeiger auf die Properties, Zeiger auf die beiden benachbarten Knoten und Zeiger in die Nachbarschaftslisten beider Knoten</a:t>
            </a:r>
          </a:p>
        </p:txBody>
      </p:sp>
      <p:sp>
        <p:nvSpPr>
          <p:cNvPr id="5" name="Ellipse 4">
            <a:extLst>
              <a:ext uri="{FF2B5EF4-FFF2-40B4-BE49-F238E27FC236}">
                <a16:creationId xmlns:a16="http://schemas.microsoft.com/office/drawing/2014/main" id="{3F62B7FA-1D58-13FE-1B6E-715C35E054D2}"/>
              </a:ext>
            </a:extLst>
          </p:cNvPr>
          <p:cNvSpPr/>
          <p:nvPr/>
        </p:nvSpPr>
        <p:spPr>
          <a:xfrm>
            <a:off x="4939691" y="1248182"/>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A</a:t>
            </a:r>
          </a:p>
        </p:txBody>
      </p:sp>
      <p:sp>
        <p:nvSpPr>
          <p:cNvPr id="6" name="Ellipse 5">
            <a:extLst>
              <a:ext uri="{FF2B5EF4-FFF2-40B4-BE49-F238E27FC236}">
                <a16:creationId xmlns:a16="http://schemas.microsoft.com/office/drawing/2014/main" id="{36E0D581-3CE3-FB8B-D378-5A5AAF3DE834}"/>
              </a:ext>
            </a:extLst>
          </p:cNvPr>
          <p:cNvSpPr/>
          <p:nvPr/>
        </p:nvSpPr>
        <p:spPr>
          <a:xfrm>
            <a:off x="6664157" y="2489781"/>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B</a:t>
            </a:r>
          </a:p>
        </p:txBody>
      </p:sp>
      <p:sp>
        <p:nvSpPr>
          <p:cNvPr id="7" name="Ellipse 6">
            <a:extLst>
              <a:ext uri="{FF2B5EF4-FFF2-40B4-BE49-F238E27FC236}">
                <a16:creationId xmlns:a16="http://schemas.microsoft.com/office/drawing/2014/main" id="{3A6457DE-8DE3-0B6E-8727-B4C5C6E41C4D}"/>
              </a:ext>
            </a:extLst>
          </p:cNvPr>
          <p:cNvSpPr/>
          <p:nvPr/>
        </p:nvSpPr>
        <p:spPr>
          <a:xfrm>
            <a:off x="6677104" y="3790819"/>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Firma X</a:t>
            </a:r>
          </a:p>
        </p:txBody>
      </p:sp>
      <p:cxnSp>
        <p:nvCxnSpPr>
          <p:cNvPr id="11" name="Gerade Verbindung mit Pfeil 10">
            <a:extLst>
              <a:ext uri="{FF2B5EF4-FFF2-40B4-BE49-F238E27FC236}">
                <a16:creationId xmlns:a16="http://schemas.microsoft.com/office/drawing/2014/main" id="{B0570BCD-55C9-66D2-B59C-B2B5A02F3DFF}"/>
              </a:ext>
            </a:extLst>
          </p:cNvPr>
          <p:cNvCxnSpPr>
            <a:cxnSpLocks/>
            <a:stCxn id="6" idx="4"/>
            <a:endCxn id="7" idx="0"/>
          </p:cNvCxnSpPr>
          <p:nvPr/>
        </p:nvCxnSpPr>
        <p:spPr>
          <a:xfrm>
            <a:off x="7360590" y="3206808"/>
            <a:ext cx="12947" cy="5840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Ellipse 12">
            <a:extLst>
              <a:ext uri="{FF2B5EF4-FFF2-40B4-BE49-F238E27FC236}">
                <a16:creationId xmlns:a16="http://schemas.microsoft.com/office/drawing/2014/main" id="{3DBD81F1-A3D3-9CA0-0DA8-6C8B8E8F3C8D}"/>
              </a:ext>
            </a:extLst>
          </p:cNvPr>
          <p:cNvSpPr/>
          <p:nvPr/>
        </p:nvSpPr>
        <p:spPr>
          <a:xfrm>
            <a:off x="4939692" y="3790819"/>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Produkt Y</a:t>
            </a:r>
          </a:p>
        </p:txBody>
      </p:sp>
      <p:cxnSp>
        <p:nvCxnSpPr>
          <p:cNvPr id="21" name="Gerade Verbindung mit Pfeil 20">
            <a:extLst>
              <a:ext uri="{FF2B5EF4-FFF2-40B4-BE49-F238E27FC236}">
                <a16:creationId xmlns:a16="http://schemas.microsoft.com/office/drawing/2014/main" id="{DAE31188-58D5-5F51-D78C-2B5A0181ED11}"/>
              </a:ext>
            </a:extLst>
          </p:cNvPr>
          <p:cNvCxnSpPr>
            <a:cxnSpLocks/>
            <a:stCxn id="5" idx="4"/>
            <a:endCxn id="13" idx="0"/>
          </p:cNvCxnSpPr>
          <p:nvPr/>
        </p:nvCxnSpPr>
        <p:spPr>
          <a:xfrm>
            <a:off x="5636124" y="1965209"/>
            <a:ext cx="1" cy="18256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Verbinder: gewinkelt 36">
            <a:extLst>
              <a:ext uri="{FF2B5EF4-FFF2-40B4-BE49-F238E27FC236}">
                <a16:creationId xmlns:a16="http://schemas.microsoft.com/office/drawing/2014/main" id="{8ED8C6B9-AFBB-E958-0047-51C23E2538DD}"/>
              </a:ext>
            </a:extLst>
          </p:cNvPr>
          <p:cNvCxnSpPr>
            <a:cxnSpLocks/>
            <a:stCxn id="5" idx="6"/>
            <a:endCxn id="6" idx="0"/>
          </p:cNvCxnSpPr>
          <p:nvPr/>
        </p:nvCxnSpPr>
        <p:spPr>
          <a:xfrm>
            <a:off x="6332556" y="1606696"/>
            <a:ext cx="1028034" cy="88308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41" name="Textfeld 40">
            <a:extLst>
              <a:ext uri="{FF2B5EF4-FFF2-40B4-BE49-F238E27FC236}">
                <a16:creationId xmlns:a16="http://schemas.microsoft.com/office/drawing/2014/main" id="{4856F2CF-A08F-333C-E1D8-C209C02AFDE0}"/>
              </a:ext>
            </a:extLst>
          </p:cNvPr>
          <p:cNvSpPr txBox="1"/>
          <p:nvPr/>
        </p:nvSpPr>
        <p:spPr>
          <a:xfrm>
            <a:off x="7028987" y="1823490"/>
            <a:ext cx="652743" cy="307777"/>
          </a:xfrm>
          <a:prstGeom prst="rect">
            <a:avLst/>
          </a:prstGeom>
          <a:noFill/>
        </p:spPr>
        <p:txBody>
          <a:bodyPr wrap="none" rtlCol="0">
            <a:spAutoFit/>
          </a:bodyPr>
          <a:lstStyle/>
          <a:p>
            <a:r>
              <a:rPr lang="de-DE" dirty="0"/>
              <a:t>Kennt</a:t>
            </a:r>
          </a:p>
        </p:txBody>
      </p:sp>
      <p:sp>
        <p:nvSpPr>
          <p:cNvPr id="42" name="Textfeld 41">
            <a:extLst>
              <a:ext uri="{FF2B5EF4-FFF2-40B4-BE49-F238E27FC236}">
                <a16:creationId xmlns:a16="http://schemas.microsoft.com/office/drawing/2014/main" id="{7F44AC2F-BC6B-EFB2-F1A7-B50C9A1DC347}"/>
              </a:ext>
            </a:extLst>
          </p:cNvPr>
          <p:cNvSpPr txBox="1"/>
          <p:nvPr/>
        </p:nvSpPr>
        <p:spPr>
          <a:xfrm>
            <a:off x="5291252" y="2724125"/>
            <a:ext cx="603050" cy="307777"/>
          </a:xfrm>
          <a:prstGeom prst="rect">
            <a:avLst/>
          </a:prstGeom>
          <a:noFill/>
        </p:spPr>
        <p:txBody>
          <a:bodyPr wrap="none" rtlCol="0">
            <a:spAutoFit/>
          </a:bodyPr>
          <a:lstStyle/>
          <a:p>
            <a:r>
              <a:rPr lang="de-DE" dirty="0"/>
              <a:t>Kauft</a:t>
            </a:r>
          </a:p>
        </p:txBody>
      </p:sp>
      <p:sp>
        <p:nvSpPr>
          <p:cNvPr id="43" name="Textfeld 42">
            <a:extLst>
              <a:ext uri="{FF2B5EF4-FFF2-40B4-BE49-F238E27FC236}">
                <a16:creationId xmlns:a16="http://schemas.microsoft.com/office/drawing/2014/main" id="{DC85FFB7-7AFE-BB5E-EF03-CA5CFA20EC19}"/>
              </a:ext>
            </a:extLst>
          </p:cNvPr>
          <p:cNvSpPr txBox="1"/>
          <p:nvPr/>
        </p:nvSpPr>
        <p:spPr>
          <a:xfrm>
            <a:off x="7030902" y="3278417"/>
            <a:ext cx="1059906" cy="307777"/>
          </a:xfrm>
          <a:prstGeom prst="rect">
            <a:avLst/>
          </a:prstGeom>
          <a:noFill/>
        </p:spPr>
        <p:txBody>
          <a:bodyPr wrap="none" rtlCol="0">
            <a:spAutoFit/>
          </a:bodyPr>
          <a:lstStyle/>
          <a:p>
            <a:r>
              <a:rPr lang="de-DE" dirty="0"/>
              <a:t>Arbeitet für</a:t>
            </a:r>
          </a:p>
        </p:txBody>
      </p:sp>
    </p:spTree>
    <p:extLst>
      <p:ext uri="{BB962C8B-B14F-4D97-AF65-F5344CB8AC3E}">
        <p14:creationId xmlns:p14="http://schemas.microsoft.com/office/powerpoint/2010/main" val="7858955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F09F7-15BF-2098-8241-2B6A4D26D8D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96CE7A8-009C-CBD3-E35B-22DD107C5A0D}"/>
              </a:ext>
            </a:extLst>
          </p:cNvPr>
          <p:cNvSpPr>
            <a:spLocks noGrp="1"/>
          </p:cNvSpPr>
          <p:nvPr>
            <p:ph type="title"/>
          </p:nvPr>
        </p:nvSpPr>
        <p:spPr>
          <a:xfrm>
            <a:off x="720000" y="445025"/>
            <a:ext cx="7928700" cy="1218300"/>
          </a:xfrm>
        </p:spPr>
        <p:txBody>
          <a:bodyPr/>
          <a:lstStyle/>
          <a:p>
            <a:pPr marL="0" lvl="0" indent="0"/>
            <a:r>
              <a:rPr lang="de-DE" sz="2400" dirty="0"/>
              <a:t>Records, Properties und Speicherlayout</a:t>
            </a:r>
          </a:p>
        </p:txBody>
      </p:sp>
      <p:sp>
        <p:nvSpPr>
          <p:cNvPr id="3" name="Untertitel 2">
            <a:extLst>
              <a:ext uri="{FF2B5EF4-FFF2-40B4-BE49-F238E27FC236}">
                <a16:creationId xmlns:a16="http://schemas.microsoft.com/office/drawing/2014/main" id="{026188C1-D07B-1DBA-2DF8-E55E1CAEA4F6}"/>
              </a:ext>
            </a:extLst>
          </p:cNvPr>
          <p:cNvSpPr>
            <a:spLocks noGrp="1"/>
          </p:cNvSpPr>
          <p:nvPr>
            <p:ph type="subTitle" idx="1"/>
          </p:nvPr>
        </p:nvSpPr>
        <p:spPr>
          <a:xfrm>
            <a:off x="721981" y="1399740"/>
            <a:ext cx="3852000" cy="2298300"/>
          </a:xfrm>
        </p:spPr>
        <p:txBody>
          <a:bodyPr/>
          <a:lstStyle/>
          <a:p>
            <a:r>
              <a:rPr lang="de-DE" dirty="0"/>
              <a:t>Graph Datenbanken speichern nicht einfach „einen großen Graphen“, sondern zerlegen ihn in kleine Speichereinheiten.</a:t>
            </a:r>
          </a:p>
          <a:p>
            <a:r>
              <a:rPr lang="de-DE" dirty="0"/>
              <a:t>Bsp.: Wenn eine Query nur wissen will, welche Nachbarn ein Film hat, müssen nicht sofort lange Textfelder wie Inhaltsbeschreibungen oder Kommentare geladen werden.</a:t>
            </a:r>
          </a:p>
          <a:p>
            <a:endParaRPr lang="de-DE" dirty="0"/>
          </a:p>
          <a:p>
            <a:endParaRPr lang="de-DE" dirty="0"/>
          </a:p>
        </p:txBody>
      </p:sp>
      <p:pic>
        <p:nvPicPr>
          <p:cNvPr id="8" name="Grafik 7">
            <a:extLst>
              <a:ext uri="{FF2B5EF4-FFF2-40B4-BE49-F238E27FC236}">
                <a16:creationId xmlns:a16="http://schemas.microsoft.com/office/drawing/2014/main" id="{D3890A4B-C122-D968-26D6-EA3F435F5B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82790" y="2032320"/>
            <a:ext cx="1080000" cy="1080000"/>
          </a:xfrm>
          <a:prstGeom prst="rect">
            <a:avLst/>
          </a:prstGeom>
        </p:spPr>
      </p:pic>
      <p:pic>
        <p:nvPicPr>
          <p:cNvPr id="15" name="Grafik 14">
            <a:extLst>
              <a:ext uri="{FF2B5EF4-FFF2-40B4-BE49-F238E27FC236}">
                <a16:creationId xmlns:a16="http://schemas.microsoft.com/office/drawing/2014/main" id="{F501A6CE-86BB-F9B9-F70A-88167F32E0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73235" y="2322963"/>
            <a:ext cx="1080000" cy="1080000"/>
          </a:xfrm>
          <a:prstGeom prst="rect">
            <a:avLst/>
          </a:prstGeom>
        </p:spPr>
      </p:pic>
      <p:pic>
        <p:nvPicPr>
          <p:cNvPr id="16" name="Grafik 15">
            <a:extLst>
              <a:ext uri="{FF2B5EF4-FFF2-40B4-BE49-F238E27FC236}">
                <a16:creationId xmlns:a16="http://schemas.microsoft.com/office/drawing/2014/main" id="{5E51DED7-72D6-02B1-138B-E6CE38676AA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63680" y="2618040"/>
            <a:ext cx="1080000" cy="1080000"/>
          </a:xfrm>
          <a:prstGeom prst="rect">
            <a:avLst/>
          </a:prstGeom>
        </p:spPr>
      </p:pic>
      <p:sp>
        <p:nvSpPr>
          <p:cNvPr id="18" name="Pfeil: nach rechts 17">
            <a:extLst>
              <a:ext uri="{FF2B5EF4-FFF2-40B4-BE49-F238E27FC236}">
                <a16:creationId xmlns:a16="http://schemas.microsoft.com/office/drawing/2014/main" id="{1A34EF44-FF0F-D068-A718-610E9A126DBC}"/>
              </a:ext>
            </a:extLst>
          </p:cNvPr>
          <p:cNvSpPr/>
          <p:nvPr/>
        </p:nvSpPr>
        <p:spPr>
          <a:xfrm>
            <a:off x="6327564" y="2322963"/>
            <a:ext cx="732847" cy="1080000"/>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pic>
        <p:nvPicPr>
          <p:cNvPr id="20" name="Grafik 19">
            <a:extLst>
              <a:ext uri="{FF2B5EF4-FFF2-40B4-BE49-F238E27FC236}">
                <a16:creationId xmlns:a16="http://schemas.microsoft.com/office/drawing/2014/main" id="{9788A9DC-C410-EE36-B504-35EB13E4B9F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66378" y="2142963"/>
            <a:ext cx="1440000" cy="1440000"/>
          </a:xfrm>
          <a:prstGeom prst="rect">
            <a:avLst/>
          </a:prstGeom>
        </p:spPr>
      </p:pic>
    </p:spTree>
    <p:extLst>
      <p:ext uri="{BB962C8B-B14F-4D97-AF65-F5344CB8AC3E}">
        <p14:creationId xmlns:p14="http://schemas.microsoft.com/office/powerpoint/2010/main" val="12526150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FAFCC-D1DE-413F-F0A3-36B150FF227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F41DAF5-2F53-8D7A-B124-7BC96B331085}"/>
              </a:ext>
            </a:extLst>
          </p:cNvPr>
          <p:cNvSpPr>
            <a:spLocks noGrp="1"/>
          </p:cNvSpPr>
          <p:nvPr>
            <p:ph type="title"/>
          </p:nvPr>
        </p:nvSpPr>
        <p:spPr>
          <a:xfrm>
            <a:off x="720000" y="445025"/>
            <a:ext cx="7928700" cy="1218300"/>
          </a:xfrm>
        </p:spPr>
        <p:txBody>
          <a:bodyPr/>
          <a:lstStyle/>
          <a:p>
            <a:pPr marL="0" lvl="0" indent="0"/>
            <a:r>
              <a:rPr lang="de-DE" sz="2400" dirty="0"/>
              <a:t>Schema-Flexibilität: locker, aber nicht chaotisch</a:t>
            </a:r>
          </a:p>
        </p:txBody>
      </p:sp>
      <p:sp>
        <p:nvSpPr>
          <p:cNvPr id="3" name="Untertitel 2">
            <a:extLst>
              <a:ext uri="{FF2B5EF4-FFF2-40B4-BE49-F238E27FC236}">
                <a16:creationId xmlns:a16="http://schemas.microsoft.com/office/drawing/2014/main" id="{058B628F-3ACD-56C8-BD16-82F8903C553B}"/>
              </a:ext>
            </a:extLst>
          </p:cNvPr>
          <p:cNvSpPr>
            <a:spLocks noGrp="1"/>
          </p:cNvSpPr>
          <p:nvPr>
            <p:ph type="subTitle" idx="1"/>
          </p:nvPr>
        </p:nvSpPr>
        <p:spPr>
          <a:xfrm>
            <a:off x="721981" y="1399740"/>
            <a:ext cx="3852000" cy="2298300"/>
          </a:xfrm>
        </p:spPr>
        <p:txBody>
          <a:bodyPr/>
          <a:lstStyle/>
          <a:p>
            <a:r>
              <a:rPr lang="de-DE" dirty="0"/>
              <a:t>Graph Datenbanken gelten oft als flexibel, aber das heißt nicht, dass sie gar keine Struktur haben.</a:t>
            </a:r>
          </a:p>
          <a:p>
            <a:r>
              <a:rPr lang="de-DE" dirty="0"/>
              <a:t>Knotentypen, Kantentypen, erlaubte Beziehungen sowie Property-Namen und Datentypen können festgelegt werden. </a:t>
            </a:r>
          </a:p>
          <a:p>
            <a:r>
              <a:rPr lang="de-DE" dirty="0"/>
              <a:t>Zusätzlich sind Pflichtfelder, optionale Felder, Eindeutigkeitsregeln und </a:t>
            </a:r>
            <a:r>
              <a:rPr lang="de-DE" dirty="0" err="1"/>
              <a:t>Kardinalitätsregeln</a:t>
            </a:r>
            <a:r>
              <a:rPr lang="de-DE" dirty="0"/>
              <a:t> formulierbar.</a:t>
            </a:r>
          </a:p>
          <a:p>
            <a:endParaRPr lang="de-DE" dirty="0"/>
          </a:p>
          <a:p>
            <a:endParaRPr lang="de-DE" dirty="0"/>
          </a:p>
        </p:txBody>
      </p:sp>
      <p:pic>
        <p:nvPicPr>
          <p:cNvPr id="5" name="Grafik 4">
            <a:extLst>
              <a:ext uri="{FF2B5EF4-FFF2-40B4-BE49-F238E27FC236}">
                <a16:creationId xmlns:a16="http://schemas.microsoft.com/office/drawing/2014/main" id="{DF381375-CC8E-1430-BAAD-89C70667311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13260" y="1531710"/>
            <a:ext cx="1440000" cy="1440000"/>
          </a:xfrm>
          <a:prstGeom prst="rect">
            <a:avLst/>
          </a:prstGeom>
        </p:spPr>
      </p:pic>
      <p:pic>
        <p:nvPicPr>
          <p:cNvPr id="6" name="Grafik 5">
            <a:extLst>
              <a:ext uri="{FF2B5EF4-FFF2-40B4-BE49-F238E27FC236}">
                <a16:creationId xmlns:a16="http://schemas.microsoft.com/office/drawing/2014/main" id="{F89DDAFB-103F-8D5C-406A-59247CDDC2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14200" y="2638255"/>
            <a:ext cx="1440000" cy="1440000"/>
          </a:xfrm>
          <a:prstGeom prst="rect">
            <a:avLst/>
          </a:prstGeom>
        </p:spPr>
      </p:pic>
    </p:spTree>
    <p:extLst>
      <p:ext uri="{BB962C8B-B14F-4D97-AF65-F5344CB8AC3E}">
        <p14:creationId xmlns:p14="http://schemas.microsoft.com/office/powerpoint/2010/main" val="10329343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06B06-C24E-40E2-F8A8-4227108E65A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8B0010A-AC94-67EE-D2E2-AA5995F7390F}"/>
              </a:ext>
            </a:extLst>
          </p:cNvPr>
          <p:cNvSpPr>
            <a:spLocks noGrp="1"/>
          </p:cNvSpPr>
          <p:nvPr>
            <p:ph type="title"/>
          </p:nvPr>
        </p:nvSpPr>
        <p:spPr>
          <a:xfrm>
            <a:off x="720000" y="445025"/>
            <a:ext cx="7928700" cy="1218300"/>
          </a:xfrm>
        </p:spPr>
        <p:txBody>
          <a:bodyPr/>
          <a:lstStyle/>
          <a:p>
            <a:pPr marL="0" lvl="0" indent="0"/>
            <a:r>
              <a:rPr lang="de-DE" sz="2400" dirty="0"/>
              <a:t>Was bedeutet das für die Praxis?</a:t>
            </a:r>
          </a:p>
        </p:txBody>
      </p:sp>
      <p:sp>
        <p:nvSpPr>
          <p:cNvPr id="3" name="Untertitel 2">
            <a:extLst>
              <a:ext uri="{FF2B5EF4-FFF2-40B4-BE49-F238E27FC236}">
                <a16:creationId xmlns:a16="http://schemas.microsoft.com/office/drawing/2014/main" id="{F4F257AF-5F65-F59A-48AA-5CB1F9597E6F}"/>
              </a:ext>
            </a:extLst>
          </p:cNvPr>
          <p:cNvSpPr>
            <a:spLocks noGrp="1"/>
          </p:cNvSpPr>
          <p:nvPr>
            <p:ph type="subTitle" idx="1"/>
          </p:nvPr>
        </p:nvSpPr>
        <p:spPr>
          <a:xfrm>
            <a:off x="721981" y="1399740"/>
            <a:ext cx="3852000" cy="2298300"/>
          </a:xfrm>
        </p:spPr>
        <p:txBody>
          <a:bodyPr/>
          <a:lstStyle/>
          <a:p>
            <a:r>
              <a:rPr lang="de-DE" dirty="0"/>
              <a:t>Die gewählte Datenstruktur beeinflusst direkt, welche Abfragen schnell sind.</a:t>
            </a:r>
          </a:p>
          <a:p>
            <a:r>
              <a:rPr lang="de-DE" dirty="0"/>
              <a:t>Nachbarschaftsabfragen und </a:t>
            </a:r>
            <a:r>
              <a:rPr lang="de-DE" dirty="0" err="1"/>
              <a:t>Traversals</a:t>
            </a:r>
            <a:r>
              <a:rPr lang="de-DE" dirty="0"/>
              <a:t> profitieren von gut zugänglichen Nachbarschaften.</a:t>
            </a:r>
          </a:p>
          <a:p>
            <a:r>
              <a:rPr lang="de-DE" dirty="0"/>
              <a:t>Viele Systeme verwenden dafür direkte Verweise oder nachbarschaftsorientierte Indexstrukturen.</a:t>
            </a:r>
          </a:p>
          <a:p>
            <a:endParaRPr lang="de-DE" dirty="0"/>
          </a:p>
        </p:txBody>
      </p:sp>
      <p:pic>
        <p:nvPicPr>
          <p:cNvPr id="7" name="Grafik 6">
            <a:extLst>
              <a:ext uri="{FF2B5EF4-FFF2-40B4-BE49-F238E27FC236}">
                <a16:creationId xmlns:a16="http://schemas.microsoft.com/office/drawing/2014/main" id="{00588593-87DA-3E9C-DC77-2E67E75C651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67420" y="1690445"/>
            <a:ext cx="1080000" cy="1080000"/>
          </a:xfrm>
          <a:prstGeom prst="rect">
            <a:avLst/>
          </a:prstGeom>
        </p:spPr>
      </p:pic>
      <p:pic>
        <p:nvPicPr>
          <p:cNvPr id="9" name="Grafik 8">
            <a:extLst>
              <a:ext uri="{FF2B5EF4-FFF2-40B4-BE49-F238E27FC236}">
                <a16:creationId xmlns:a16="http://schemas.microsoft.com/office/drawing/2014/main" id="{1AFEE495-7B22-C933-B0BA-98AD00274E1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68340" y="2273190"/>
            <a:ext cx="1440000" cy="1440000"/>
          </a:xfrm>
          <a:prstGeom prst="rect">
            <a:avLst/>
          </a:prstGeom>
        </p:spPr>
      </p:pic>
    </p:spTree>
    <p:extLst>
      <p:ext uri="{BB962C8B-B14F-4D97-AF65-F5344CB8AC3E}">
        <p14:creationId xmlns:p14="http://schemas.microsoft.com/office/powerpoint/2010/main" val="41304270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B9AC9-F7E6-A539-5734-B5EACDCA2BF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396E209-B3B0-05EA-7F21-DB44505DB5E2}"/>
              </a:ext>
            </a:extLst>
          </p:cNvPr>
          <p:cNvSpPr>
            <a:spLocks noGrp="1"/>
          </p:cNvSpPr>
          <p:nvPr>
            <p:ph type="title"/>
          </p:nvPr>
        </p:nvSpPr>
        <p:spPr>
          <a:xfrm>
            <a:off x="720000" y="445025"/>
            <a:ext cx="7722960" cy="1218300"/>
          </a:xfrm>
        </p:spPr>
        <p:txBody>
          <a:bodyPr/>
          <a:lstStyle/>
          <a:p>
            <a:pPr marL="285750" indent="-285750">
              <a:buSzPts val="1100"/>
            </a:pPr>
            <a:r>
              <a:rPr lang="de-DE" sz="2400" dirty="0"/>
              <a:t>Was bedeutet das für die Praxis?</a:t>
            </a:r>
          </a:p>
        </p:txBody>
      </p:sp>
      <p:sp>
        <p:nvSpPr>
          <p:cNvPr id="9" name="Rectangle 2">
            <a:extLst>
              <a:ext uri="{FF2B5EF4-FFF2-40B4-BE49-F238E27FC236}">
                <a16:creationId xmlns:a16="http://schemas.microsoft.com/office/drawing/2014/main" id="{12A9149A-010F-8C25-A365-3786BAD29BE5}"/>
              </a:ext>
            </a:extLst>
          </p:cNvPr>
          <p:cNvSpPr txBox="1">
            <a:spLocks noChangeArrowheads="1"/>
          </p:cNvSpPr>
          <p:nvPr/>
        </p:nvSpPr>
        <p:spPr bwMode="auto">
          <a:xfrm>
            <a:off x="1455208" y="1888487"/>
            <a:ext cx="5692352" cy="1366528"/>
          </a:xfrm>
          <a:prstGeom prst="rect">
            <a:avLst/>
          </a:prstGeom>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spcFirstLastPara="1"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139700" indent="0">
              <a:buNone/>
            </a:pPr>
            <a:r>
              <a:rPr lang="de-DE" sz="1800" dirty="0"/>
              <a:t>Graph Datenbanken speichern nicht nur Daten über Beziehungen. Sie organisieren ihre Datenstrukturen so, dass Beziehungen schnell traversiert werden können.</a:t>
            </a:r>
          </a:p>
        </p:txBody>
      </p:sp>
    </p:spTree>
    <p:extLst>
      <p:ext uri="{BB962C8B-B14F-4D97-AF65-F5344CB8AC3E}">
        <p14:creationId xmlns:p14="http://schemas.microsoft.com/office/powerpoint/2010/main" val="2426832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16">
          <a:extLst>
            <a:ext uri="{FF2B5EF4-FFF2-40B4-BE49-F238E27FC236}">
              <a16:creationId xmlns:a16="http://schemas.microsoft.com/office/drawing/2014/main" id="{8DC2FBC6-2CAE-948A-545A-5D4B75E1F543}"/>
            </a:ext>
          </a:extLst>
        </p:cNvPr>
        <p:cNvGrpSpPr/>
        <p:nvPr/>
      </p:nvGrpSpPr>
      <p:grpSpPr>
        <a:xfrm>
          <a:off x="0" y="0"/>
          <a:ext cx="0" cy="0"/>
          <a:chOff x="0" y="0"/>
          <a:chExt cx="0" cy="0"/>
        </a:xfrm>
      </p:grpSpPr>
      <p:sp>
        <p:nvSpPr>
          <p:cNvPr id="817" name="Google Shape;817;p39">
            <a:extLst>
              <a:ext uri="{FF2B5EF4-FFF2-40B4-BE49-F238E27FC236}">
                <a16:creationId xmlns:a16="http://schemas.microsoft.com/office/drawing/2014/main" id="{B5D6E0E9-B90A-BC2A-BC46-3FEF4CF607C8}"/>
              </a:ext>
            </a:extLst>
          </p:cNvPr>
          <p:cNvSpPr txBox="1">
            <a:spLocks noGrp="1"/>
          </p:cNvSpPr>
          <p:nvPr>
            <p:ph type="title"/>
          </p:nvPr>
        </p:nvSpPr>
        <p:spPr>
          <a:xfrm>
            <a:off x="876504" y="2463325"/>
            <a:ext cx="8094576" cy="858600"/>
          </a:xfrm>
          <a:prstGeom prst="rect">
            <a:avLst/>
          </a:prstGeom>
        </p:spPr>
        <p:txBody>
          <a:bodyPr spcFirstLastPara="1" wrap="square" lIns="91425" tIns="91425" rIns="91425" bIns="91425" anchor="b" anchorCtr="0">
            <a:noAutofit/>
          </a:bodyPr>
          <a:lstStyle/>
          <a:p>
            <a:pPr marL="0" lvl="0" indent="0"/>
            <a:r>
              <a:rPr lang="de-DE" sz="4400" dirty="0"/>
              <a:t>Abfragemodell</a:t>
            </a:r>
          </a:p>
        </p:txBody>
      </p:sp>
      <p:sp>
        <p:nvSpPr>
          <p:cNvPr id="818" name="Google Shape;818;p39">
            <a:extLst>
              <a:ext uri="{FF2B5EF4-FFF2-40B4-BE49-F238E27FC236}">
                <a16:creationId xmlns:a16="http://schemas.microsoft.com/office/drawing/2014/main" id="{0A7599C9-59B6-90EB-8C25-EB1E3D3AA433}"/>
              </a:ext>
            </a:extLst>
          </p:cNvPr>
          <p:cNvSpPr txBox="1">
            <a:spLocks noGrp="1"/>
          </p:cNvSpPr>
          <p:nvPr>
            <p:ph type="title" idx="2"/>
          </p:nvPr>
        </p:nvSpPr>
        <p:spPr>
          <a:xfrm>
            <a:off x="3945150" y="1098100"/>
            <a:ext cx="12537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819" name="Google Shape;819;p39">
            <a:extLst>
              <a:ext uri="{FF2B5EF4-FFF2-40B4-BE49-F238E27FC236}">
                <a16:creationId xmlns:a16="http://schemas.microsoft.com/office/drawing/2014/main" id="{F4614385-E34A-6C29-077C-2FE52AC354B8}"/>
              </a:ext>
            </a:extLst>
          </p:cNvPr>
          <p:cNvSpPr txBox="1">
            <a:spLocks noGrp="1"/>
          </p:cNvSpPr>
          <p:nvPr>
            <p:ph type="subTitle" idx="1"/>
          </p:nvPr>
        </p:nvSpPr>
        <p:spPr>
          <a:xfrm>
            <a:off x="1701575" y="3213200"/>
            <a:ext cx="5740800" cy="375000"/>
          </a:xfrm>
          <a:prstGeom prst="rect">
            <a:avLst/>
          </a:prstGeom>
        </p:spPr>
        <p:txBody>
          <a:bodyPr spcFirstLastPara="1" wrap="square" lIns="91425" tIns="91425" rIns="91425" bIns="91425" anchor="t" anchorCtr="0">
            <a:noAutofit/>
          </a:bodyPr>
          <a:lstStyle/>
          <a:p>
            <a:pPr marL="0" lvl="0" indent="0"/>
            <a:r>
              <a:rPr lang="de-DE" dirty="0"/>
              <a:t>Wie fragt man Graph Daten ab?</a:t>
            </a:r>
            <a:endParaRPr lang="de-DE" dirty="0">
              <a:solidFill>
                <a:srgbClr val="666666"/>
              </a:solidFill>
            </a:endParaRPr>
          </a:p>
        </p:txBody>
      </p:sp>
      <p:grpSp>
        <p:nvGrpSpPr>
          <p:cNvPr id="820" name="Google Shape;820;p39">
            <a:extLst>
              <a:ext uri="{FF2B5EF4-FFF2-40B4-BE49-F238E27FC236}">
                <a16:creationId xmlns:a16="http://schemas.microsoft.com/office/drawing/2014/main" id="{DA2F51D5-B167-AE44-A7AD-F44818B771BE}"/>
              </a:ext>
            </a:extLst>
          </p:cNvPr>
          <p:cNvGrpSpPr/>
          <p:nvPr/>
        </p:nvGrpSpPr>
        <p:grpSpPr>
          <a:xfrm>
            <a:off x="7826421" y="4156055"/>
            <a:ext cx="1104243" cy="852948"/>
            <a:chOff x="6614871" y="4003785"/>
            <a:chExt cx="690195" cy="533126"/>
          </a:xfrm>
        </p:grpSpPr>
        <p:sp>
          <p:nvSpPr>
            <p:cNvPr id="821" name="Google Shape;821;p39">
              <a:extLst>
                <a:ext uri="{FF2B5EF4-FFF2-40B4-BE49-F238E27FC236}">
                  <a16:creationId xmlns:a16="http://schemas.microsoft.com/office/drawing/2014/main" id="{540145E3-8CB7-BE31-583D-2D7B629A086B}"/>
                </a:ext>
              </a:extLst>
            </p:cNvPr>
            <p:cNvSpPr/>
            <p:nvPr/>
          </p:nvSpPr>
          <p:spPr>
            <a:xfrm>
              <a:off x="6740706" y="4285710"/>
              <a:ext cx="252140" cy="251201"/>
            </a:xfrm>
            <a:custGeom>
              <a:avLst/>
              <a:gdLst/>
              <a:ahLst/>
              <a:cxnLst/>
              <a:rect l="l" t="t" r="r" b="b"/>
              <a:pathLst>
                <a:path w="6442" h="6418" fill="none" extrusionOk="0">
                  <a:moveTo>
                    <a:pt x="5203" y="6418"/>
                  </a:moveTo>
                  <a:lnTo>
                    <a:pt x="1227" y="6418"/>
                  </a:lnTo>
                  <a:cubicBezTo>
                    <a:pt x="548" y="6418"/>
                    <a:pt x="0" y="5870"/>
                    <a:pt x="0" y="5191"/>
                  </a:cubicBezTo>
                  <a:lnTo>
                    <a:pt x="0" y="1227"/>
                  </a:lnTo>
                  <a:cubicBezTo>
                    <a:pt x="0" y="536"/>
                    <a:pt x="560" y="0"/>
                    <a:pt x="1227" y="0"/>
                  </a:cubicBezTo>
                  <a:lnTo>
                    <a:pt x="5203" y="0"/>
                  </a:lnTo>
                  <a:cubicBezTo>
                    <a:pt x="5882" y="0"/>
                    <a:pt x="6418" y="548"/>
                    <a:pt x="6418" y="1227"/>
                  </a:cubicBezTo>
                  <a:lnTo>
                    <a:pt x="6418" y="5191"/>
                  </a:lnTo>
                  <a:cubicBezTo>
                    <a:pt x="6442" y="5870"/>
                    <a:pt x="5882" y="6418"/>
                    <a:pt x="5203"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9">
              <a:extLst>
                <a:ext uri="{FF2B5EF4-FFF2-40B4-BE49-F238E27FC236}">
                  <a16:creationId xmlns:a16="http://schemas.microsoft.com/office/drawing/2014/main" id="{28B1024D-4EC7-0B13-9F0F-F5ABF7E4C3ED}"/>
                </a:ext>
              </a:extLst>
            </p:cNvPr>
            <p:cNvSpPr/>
            <p:nvPr/>
          </p:nvSpPr>
          <p:spPr>
            <a:xfrm>
              <a:off x="6843684" y="4365399"/>
              <a:ext cx="66225" cy="74131"/>
            </a:xfrm>
            <a:custGeom>
              <a:avLst/>
              <a:gdLst/>
              <a:ahLst/>
              <a:cxnLst/>
              <a:rect l="l" t="t" r="r" b="b"/>
              <a:pathLst>
                <a:path w="1692" h="1894" extrusionOk="0">
                  <a:moveTo>
                    <a:pt x="846" y="203"/>
                  </a:moveTo>
                  <a:cubicBezTo>
                    <a:pt x="1025" y="203"/>
                    <a:pt x="1168" y="274"/>
                    <a:pt x="1275" y="405"/>
                  </a:cubicBezTo>
                  <a:cubicBezTo>
                    <a:pt x="1382" y="536"/>
                    <a:pt x="1429" y="715"/>
                    <a:pt x="1429" y="953"/>
                  </a:cubicBezTo>
                  <a:cubicBezTo>
                    <a:pt x="1429" y="1179"/>
                    <a:pt x="1382" y="1358"/>
                    <a:pt x="1275" y="1489"/>
                  </a:cubicBezTo>
                  <a:cubicBezTo>
                    <a:pt x="1168" y="1620"/>
                    <a:pt x="1025" y="1691"/>
                    <a:pt x="846" y="1691"/>
                  </a:cubicBezTo>
                  <a:cubicBezTo>
                    <a:pt x="667" y="1691"/>
                    <a:pt x="525" y="1620"/>
                    <a:pt x="417" y="1489"/>
                  </a:cubicBezTo>
                  <a:cubicBezTo>
                    <a:pt x="322" y="1358"/>
                    <a:pt x="263" y="1179"/>
                    <a:pt x="263" y="953"/>
                  </a:cubicBezTo>
                  <a:cubicBezTo>
                    <a:pt x="263" y="715"/>
                    <a:pt x="322" y="536"/>
                    <a:pt x="417" y="405"/>
                  </a:cubicBezTo>
                  <a:cubicBezTo>
                    <a:pt x="525" y="274"/>
                    <a:pt x="667" y="203"/>
                    <a:pt x="846" y="203"/>
                  </a:cubicBezTo>
                  <a:close/>
                  <a:moveTo>
                    <a:pt x="846" y="0"/>
                  </a:moveTo>
                  <a:cubicBezTo>
                    <a:pt x="596" y="0"/>
                    <a:pt x="394" y="96"/>
                    <a:pt x="239" y="262"/>
                  </a:cubicBezTo>
                  <a:cubicBezTo>
                    <a:pt x="84" y="429"/>
                    <a:pt x="1" y="655"/>
                    <a:pt x="1" y="953"/>
                  </a:cubicBezTo>
                  <a:cubicBezTo>
                    <a:pt x="1" y="1239"/>
                    <a:pt x="84" y="1465"/>
                    <a:pt x="239" y="1631"/>
                  </a:cubicBezTo>
                  <a:cubicBezTo>
                    <a:pt x="394" y="1810"/>
                    <a:pt x="596" y="1893"/>
                    <a:pt x="846" y="1893"/>
                  </a:cubicBezTo>
                  <a:cubicBezTo>
                    <a:pt x="1108" y="1893"/>
                    <a:pt x="1310" y="1810"/>
                    <a:pt x="1453" y="1631"/>
                  </a:cubicBezTo>
                  <a:cubicBezTo>
                    <a:pt x="1608" y="1465"/>
                    <a:pt x="1691" y="1239"/>
                    <a:pt x="1691" y="953"/>
                  </a:cubicBezTo>
                  <a:cubicBezTo>
                    <a:pt x="1691" y="655"/>
                    <a:pt x="1608" y="429"/>
                    <a:pt x="1453" y="262"/>
                  </a:cubicBezTo>
                  <a:cubicBezTo>
                    <a:pt x="1310" y="96"/>
                    <a:pt x="1108" y="0"/>
                    <a:pt x="8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9">
              <a:extLst>
                <a:ext uri="{FF2B5EF4-FFF2-40B4-BE49-F238E27FC236}">
                  <a16:creationId xmlns:a16="http://schemas.microsoft.com/office/drawing/2014/main" id="{C28045A4-31A7-1E2C-397E-1371A23B7B30}"/>
                </a:ext>
              </a:extLst>
            </p:cNvPr>
            <p:cNvSpPr/>
            <p:nvPr/>
          </p:nvSpPr>
          <p:spPr>
            <a:xfrm>
              <a:off x="7053396" y="4285710"/>
              <a:ext cx="251670" cy="251201"/>
            </a:xfrm>
            <a:custGeom>
              <a:avLst/>
              <a:gdLst/>
              <a:ahLst/>
              <a:cxnLst/>
              <a:rect l="l" t="t" r="r" b="b"/>
              <a:pathLst>
                <a:path w="6430" h="6418" fill="none" extrusionOk="0">
                  <a:moveTo>
                    <a:pt x="5204" y="6418"/>
                  </a:moveTo>
                  <a:lnTo>
                    <a:pt x="1215" y="6418"/>
                  </a:lnTo>
                  <a:cubicBezTo>
                    <a:pt x="536" y="6418"/>
                    <a:pt x="1" y="5870"/>
                    <a:pt x="1" y="5191"/>
                  </a:cubicBezTo>
                  <a:lnTo>
                    <a:pt x="1" y="1227"/>
                  </a:lnTo>
                  <a:cubicBezTo>
                    <a:pt x="1" y="536"/>
                    <a:pt x="548" y="0"/>
                    <a:pt x="1215" y="0"/>
                  </a:cubicBezTo>
                  <a:lnTo>
                    <a:pt x="5192" y="0"/>
                  </a:lnTo>
                  <a:cubicBezTo>
                    <a:pt x="5870" y="0"/>
                    <a:pt x="6406" y="548"/>
                    <a:pt x="6406" y="1227"/>
                  </a:cubicBezTo>
                  <a:lnTo>
                    <a:pt x="6406" y="5191"/>
                  </a:lnTo>
                  <a:cubicBezTo>
                    <a:pt x="6430" y="5870"/>
                    <a:pt x="5870"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9">
              <a:extLst>
                <a:ext uri="{FF2B5EF4-FFF2-40B4-BE49-F238E27FC236}">
                  <a16:creationId xmlns:a16="http://schemas.microsoft.com/office/drawing/2014/main" id="{1C20CFC9-3B5C-6BB2-9A07-B9EADE49DC7D}"/>
                </a:ext>
              </a:extLst>
            </p:cNvPr>
            <p:cNvSpPr/>
            <p:nvPr/>
          </p:nvSpPr>
          <p:spPr>
            <a:xfrm>
              <a:off x="7163379" y="4366808"/>
              <a:ext cx="46185" cy="71313"/>
            </a:xfrm>
            <a:custGeom>
              <a:avLst/>
              <a:gdLst/>
              <a:ahLst/>
              <a:cxnLst/>
              <a:rect l="l" t="t" r="r" b="b"/>
              <a:pathLst>
                <a:path w="1180" h="1822" extrusionOk="0">
                  <a:moveTo>
                    <a:pt x="560" y="202"/>
                  </a:moveTo>
                  <a:cubicBezTo>
                    <a:pt x="667" y="202"/>
                    <a:pt x="762" y="238"/>
                    <a:pt x="822" y="298"/>
                  </a:cubicBezTo>
                  <a:cubicBezTo>
                    <a:pt x="881" y="357"/>
                    <a:pt x="917" y="441"/>
                    <a:pt x="917" y="548"/>
                  </a:cubicBezTo>
                  <a:cubicBezTo>
                    <a:pt x="917" y="655"/>
                    <a:pt x="881" y="738"/>
                    <a:pt x="822" y="798"/>
                  </a:cubicBezTo>
                  <a:cubicBezTo>
                    <a:pt x="762" y="857"/>
                    <a:pt x="667" y="881"/>
                    <a:pt x="560" y="881"/>
                  </a:cubicBezTo>
                  <a:lnTo>
                    <a:pt x="250" y="881"/>
                  </a:lnTo>
                  <a:lnTo>
                    <a:pt x="250" y="202"/>
                  </a:lnTo>
                  <a:close/>
                  <a:moveTo>
                    <a:pt x="0" y="0"/>
                  </a:moveTo>
                  <a:lnTo>
                    <a:pt x="0" y="1822"/>
                  </a:lnTo>
                  <a:lnTo>
                    <a:pt x="250" y="1822"/>
                  </a:lnTo>
                  <a:lnTo>
                    <a:pt x="250" y="1083"/>
                  </a:lnTo>
                  <a:lnTo>
                    <a:pt x="560" y="1083"/>
                  </a:lnTo>
                  <a:cubicBezTo>
                    <a:pt x="762" y="1083"/>
                    <a:pt x="917" y="1048"/>
                    <a:pt x="1012" y="953"/>
                  </a:cubicBezTo>
                  <a:cubicBezTo>
                    <a:pt x="1120" y="857"/>
                    <a:pt x="1179" y="726"/>
                    <a:pt x="1179" y="548"/>
                  </a:cubicBezTo>
                  <a:cubicBezTo>
                    <a:pt x="1179" y="369"/>
                    <a:pt x="1120" y="238"/>
                    <a:pt x="1012" y="143"/>
                  </a:cubicBezTo>
                  <a:cubicBezTo>
                    <a:pt x="917" y="48"/>
                    <a:pt x="762" y="0"/>
                    <a:pt x="5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9">
              <a:extLst>
                <a:ext uri="{FF2B5EF4-FFF2-40B4-BE49-F238E27FC236}">
                  <a16:creationId xmlns:a16="http://schemas.microsoft.com/office/drawing/2014/main" id="{B24B40FF-775E-809E-3CBA-A814DE26597E}"/>
                </a:ext>
              </a:extLst>
            </p:cNvPr>
            <p:cNvSpPr/>
            <p:nvPr/>
          </p:nvSpPr>
          <p:spPr>
            <a:xfrm>
              <a:off x="6614871" y="4003785"/>
              <a:ext cx="251240" cy="251201"/>
            </a:xfrm>
            <a:custGeom>
              <a:avLst/>
              <a:gdLst/>
              <a:ahLst/>
              <a:cxnLst/>
              <a:rect l="l" t="t" r="r" b="b"/>
              <a:pathLst>
                <a:path w="6419" h="6418" fill="none" extrusionOk="0">
                  <a:moveTo>
                    <a:pt x="5204" y="6418"/>
                  </a:moveTo>
                  <a:lnTo>
                    <a:pt x="1227" y="6418"/>
                  </a:lnTo>
                  <a:cubicBezTo>
                    <a:pt x="548" y="6418"/>
                    <a:pt x="1" y="5870"/>
                    <a:pt x="1" y="5191"/>
                  </a:cubicBezTo>
                  <a:lnTo>
                    <a:pt x="1" y="1226"/>
                  </a:lnTo>
                  <a:cubicBezTo>
                    <a:pt x="1" y="536"/>
                    <a:pt x="560" y="0"/>
                    <a:pt x="1227" y="0"/>
                  </a:cubicBezTo>
                  <a:lnTo>
                    <a:pt x="5204" y="0"/>
                  </a:lnTo>
                  <a:cubicBezTo>
                    <a:pt x="5882" y="0"/>
                    <a:pt x="6418" y="548"/>
                    <a:pt x="6418" y="1226"/>
                  </a:cubicBezTo>
                  <a:lnTo>
                    <a:pt x="6418" y="5191"/>
                  </a:lnTo>
                  <a:cubicBezTo>
                    <a:pt x="6418" y="5870"/>
                    <a:pt x="5871"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9">
              <a:extLst>
                <a:ext uri="{FF2B5EF4-FFF2-40B4-BE49-F238E27FC236}">
                  <a16:creationId xmlns:a16="http://schemas.microsoft.com/office/drawing/2014/main" id="{4E679A35-48E2-C3F1-6116-0C4BE5BD2CDA}"/>
                </a:ext>
              </a:extLst>
            </p:cNvPr>
            <p:cNvSpPr/>
            <p:nvPr/>
          </p:nvSpPr>
          <p:spPr>
            <a:xfrm>
              <a:off x="6927091" y="4003785"/>
              <a:ext cx="252179" cy="251201"/>
            </a:xfrm>
            <a:custGeom>
              <a:avLst/>
              <a:gdLst/>
              <a:ahLst/>
              <a:cxnLst/>
              <a:rect l="l" t="t" r="r" b="b"/>
              <a:pathLst>
                <a:path w="6443" h="6418" fill="none" extrusionOk="0">
                  <a:moveTo>
                    <a:pt x="5204" y="6418"/>
                  </a:moveTo>
                  <a:lnTo>
                    <a:pt x="1227" y="6418"/>
                  </a:lnTo>
                  <a:cubicBezTo>
                    <a:pt x="549" y="6418"/>
                    <a:pt x="1" y="5870"/>
                    <a:pt x="1" y="5191"/>
                  </a:cubicBezTo>
                  <a:lnTo>
                    <a:pt x="1" y="1226"/>
                  </a:lnTo>
                  <a:cubicBezTo>
                    <a:pt x="1" y="536"/>
                    <a:pt x="561" y="0"/>
                    <a:pt x="1227" y="0"/>
                  </a:cubicBezTo>
                  <a:lnTo>
                    <a:pt x="5204" y="0"/>
                  </a:lnTo>
                  <a:cubicBezTo>
                    <a:pt x="5883" y="0"/>
                    <a:pt x="6418" y="548"/>
                    <a:pt x="6418" y="1226"/>
                  </a:cubicBezTo>
                  <a:lnTo>
                    <a:pt x="6418" y="5191"/>
                  </a:lnTo>
                  <a:cubicBezTo>
                    <a:pt x="6442" y="5870"/>
                    <a:pt x="5883"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9">
              <a:extLst>
                <a:ext uri="{FF2B5EF4-FFF2-40B4-BE49-F238E27FC236}">
                  <a16:creationId xmlns:a16="http://schemas.microsoft.com/office/drawing/2014/main" id="{09A099D6-7803-7ECC-F7C0-8999B7C74604}"/>
                </a:ext>
              </a:extLst>
            </p:cNvPr>
            <p:cNvSpPr/>
            <p:nvPr/>
          </p:nvSpPr>
          <p:spPr>
            <a:xfrm>
              <a:off x="6718318" y="4141244"/>
              <a:ext cx="49003" cy="74131"/>
            </a:xfrm>
            <a:custGeom>
              <a:avLst/>
              <a:gdLst/>
              <a:ahLst/>
              <a:cxnLst/>
              <a:rect l="l" t="t" r="r" b="b"/>
              <a:pathLst>
                <a:path w="1252" h="1894" extrusionOk="0">
                  <a:moveTo>
                    <a:pt x="608" y="203"/>
                  </a:moveTo>
                  <a:cubicBezTo>
                    <a:pt x="715" y="203"/>
                    <a:pt x="799" y="239"/>
                    <a:pt x="858" y="310"/>
                  </a:cubicBezTo>
                  <a:cubicBezTo>
                    <a:pt x="930" y="393"/>
                    <a:pt x="965" y="489"/>
                    <a:pt x="965" y="620"/>
                  </a:cubicBezTo>
                  <a:cubicBezTo>
                    <a:pt x="965" y="750"/>
                    <a:pt x="930" y="858"/>
                    <a:pt x="858" y="929"/>
                  </a:cubicBezTo>
                  <a:cubicBezTo>
                    <a:pt x="799" y="1012"/>
                    <a:pt x="715" y="1048"/>
                    <a:pt x="608" y="1048"/>
                  </a:cubicBezTo>
                  <a:cubicBezTo>
                    <a:pt x="489" y="1048"/>
                    <a:pt x="406" y="1012"/>
                    <a:pt x="334" y="929"/>
                  </a:cubicBezTo>
                  <a:cubicBezTo>
                    <a:pt x="275" y="858"/>
                    <a:pt x="239" y="750"/>
                    <a:pt x="239" y="620"/>
                  </a:cubicBezTo>
                  <a:cubicBezTo>
                    <a:pt x="239" y="489"/>
                    <a:pt x="275" y="393"/>
                    <a:pt x="334" y="310"/>
                  </a:cubicBezTo>
                  <a:cubicBezTo>
                    <a:pt x="406" y="239"/>
                    <a:pt x="489" y="203"/>
                    <a:pt x="608" y="203"/>
                  </a:cubicBezTo>
                  <a:close/>
                  <a:moveTo>
                    <a:pt x="608" y="0"/>
                  </a:moveTo>
                  <a:cubicBezTo>
                    <a:pt x="418" y="0"/>
                    <a:pt x="275" y="60"/>
                    <a:pt x="168" y="179"/>
                  </a:cubicBezTo>
                  <a:cubicBezTo>
                    <a:pt x="49" y="286"/>
                    <a:pt x="1" y="441"/>
                    <a:pt x="1" y="620"/>
                  </a:cubicBezTo>
                  <a:cubicBezTo>
                    <a:pt x="1" y="810"/>
                    <a:pt x="49" y="965"/>
                    <a:pt x="156" y="1072"/>
                  </a:cubicBezTo>
                  <a:cubicBezTo>
                    <a:pt x="263" y="1179"/>
                    <a:pt x="406" y="1239"/>
                    <a:pt x="584" y="1239"/>
                  </a:cubicBezTo>
                  <a:cubicBezTo>
                    <a:pt x="680" y="1239"/>
                    <a:pt x="751" y="1215"/>
                    <a:pt x="822" y="1179"/>
                  </a:cubicBezTo>
                  <a:cubicBezTo>
                    <a:pt x="894" y="1143"/>
                    <a:pt x="953" y="1096"/>
                    <a:pt x="1001" y="1024"/>
                  </a:cubicBezTo>
                  <a:lnTo>
                    <a:pt x="1001" y="1024"/>
                  </a:lnTo>
                  <a:cubicBezTo>
                    <a:pt x="989" y="1251"/>
                    <a:pt x="942" y="1405"/>
                    <a:pt x="858" y="1524"/>
                  </a:cubicBezTo>
                  <a:cubicBezTo>
                    <a:pt x="775" y="1632"/>
                    <a:pt x="644" y="1679"/>
                    <a:pt x="489" y="1679"/>
                  </a:cubicBezTo>
                  <a:cubicBezTo>
                    <a:pt x="430" y="1679"/>
                    <a:pt x="358" y="1679"/>
                    <a:pt x="299" y="1655"/>
                  </a:cubicBezTo>
                  <a:cubicBezTo>
                    <a:pt x="239" y="1643"/>
                    <a:pt x="180" y="1620"/>
                    <a:pt x="108" y="1596"/>
                  </a:cubicBezTo>
                  <a:lnTo>
                    <a:pt x="108" y="1822"/>
                  </a:lnTo>
                  <a:cubicBezTo>
                    <a:pt x="180" y="1846"/>
                    <a:pt x="251" y="1858"/>
                    <a:pt x="310" y="1870"/>
                  </a:cubicBezTo>
                  <a:cubicBezTo>
                    <a:pt x="370" y="1882"/>
                    <a:pt x="441" y="1893"/>
                    <a:pt x="501" y="1893"/>
                  </a:cubicBezTo>
                  <a:cubicBezTo>
                    <a:pt x="727" y="1893"/>
                    <a:pt x="906" y="1810"/>
                    <a:pt x="1049" y="1632"/>
                  </a:cubicBezTo>
                  <a:cubicBezTo>
                    <a:pt x="1180" y="1465"/>
                    <a:pt x="1251" y="1239"/>
                    <a:pt x="1251" y="953"/>
                  </a:cubicBezTo>
                  <a:cubicBezTo>
                    <a:pt x="1251" y="643"/>
                    <a:pt x="1192" y="405"/>
                    <a:pt x="1084" y="250"/>
                  </a:cubicBezTo>
                  <a:cubicBezTo>
                    <a:pt x="977" y="84"/>
                    <a:pt x="811" y="0"/>
                    <a:pt x="6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9">
              <a:extLst>
                <a:ext uri="{FF2B5EF4-FFF2-40B4-BE49-F238E27FC236}">
                  <a16:creationId xmlns:a16="http://schemas.microsoft.com/office/drawing/2014/main" id="{A8C6D24E-C4CE-41DE-724C-18294FC3BFAA}"/>
                </a:ext>
              </a:extLst>
            </p:cNvPr>
            <p:cNvSpPr/>
            <p:nvPr/>
          </p:nvSpPr>
          <p:spPr>
            <a:xfrm>
              <a:off x="6733231" y="4041985"/>
              <a:ext cx="12173" cy="47085"/>
            </a:xfrm>
            <a:custGeom>
              <a:avLst/>
              <a:gdLst/>
              <a:ahLst/>
              <a:cxnLst/>
              <a:rect l="l" t="t" r="r" b="b"/>
              <a:pathLst>
                <a:path w="311" h="1203" extrusionOk="0">
                  <a:moveTo>
                    <a:pt x="1" y="0"/>
                  </a:moveTo>
                  <a:cubicBezTo>
                    <a:pt x="60" y="108"/>
                    <a:pt x="108" y="203"/>
                    <a:pt x="132" y="298"/>
                  </a:cubicBezTo>
                  <a:cubicBezTo>
                    <a:pt x="168" y="405"/>
                    <a:pt x="180" y="500"/>
                    <a:pt x="180" y="608"/>
                  </a:cubicBezTo>
                  <a:cubicBezTo>
                    <a:pt x="180" y="703"/>
                    <a:pt x="168" y="798"/>
                    <a:pt x="132" y="905"/>
                  </a:cubicBezTo>
                  <a:cubicBezTo>
                    <a:pt x="108" y="1000"/>
                    <a:pt x="60" y="1096"/>
                    <a:pt x="1" y="1203"/>
                  </a:cubicBezTo>
                  <a:lnTo>
                    <a:pt x="108" y="1203"/>
                  </a:lnTo>
                  <a:cubicBezTo>
                    <a:pt x="180" y="1096"/>
                    <a:pt x="227" y="1000"/>
                    <a:pt x="263" y="893"/>
                  </a:cubicBezTo>
                  <a:cubicBezTo>
                    <a:pt x="287" y="798"/>
                    <a:pt x="310" y="703"/>
                    <a:pt x="310" y="608"/>
                  </a:cubicBezTo>
                  <a:cubicBezTo>
                    <a:pt x="310" y="500"/>
                    <a:pt x="287" y="405"/>
                    <a:pt x="263" y="310"/>
                  </a:cubicBezTo>
                  <a:cubicBezTo>
                    <a:pt x="227" y="215"/>
                    <a:pt x="180" y="108"/>
                    <a:pt x="1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9">
              <a:extLst>
                <a:ext uri="{FF2B5EF4-FFF2-40B4-BE49-F238E27FC236}">
                  <a16:creationId xmlns:a16="http://schemas.microsoft.com/office/drawing/2014/main" id="{81305D5B-0930-0C2E-38F4-CBA270402FFF}"/>
                </a:ext>
              </a:extLst>
            </p:cNvPr>
            <p:cNvSpPr/>
            <p:nvPr/>
          </p:nvSpPr>
          <p:spPr>
            <a:xfrm>
              <a:off x="7029168" y="4141244"/>
              <a:ext cx="48964" cy="74131"/>
            </a:xfrm>
            <a:custGeom>
              <a:avLst/>
              <a:gdLst/>
              <a:ahLst/>
              <a:cxnLst/>
              <a:rect l="l" t="t" r="r" b="b"/>
              <a:pathLst>
                <a:path w="1251" h="1894" extrusionOk="0">
                  <a:moveTo>
                    <a:pt x="631" y="203"/>
                  </a:moveTo>
                  <a:cubicBezTo>
                    <a:pt x="750" y="203"/>
                    <a:pt x="846" y="262"/>
                    <a:pt x="917" y="381"/>
                  </a:cubicBezTo>
                  <a:cubicBezTo>
                    <a:pt x="977" y="512"/>
                    <a:pt x="1012" y="703"/>
                    <a:pt x="1012" y="953"/>
                  </a:cubicBezTo>
                  <a:cubicBezTo>
                    <a:pt x="1012" y="1203"/>
                    <a:pt x="977" y="1382"/>
                    <a:pt x="917" y="1512"/>
                  </a:cubicBezTo>
                  <a:cubicBezTo>
                    <a:pt x="846" y="1632"/>
                    <a:pt x="750" y="1691"/>
                    <a:pt x="631" y="1691"/>
                  </a:cubicBezTo>
                  <a:cubicBezTo>
                    <a:pt x="500" y="1691"/>
                    <a:pt x="405" y="1632"/>
                    <a:pt x="346" y="1512"/>
                  </a:cubicBezTo>
                  <a:cubicBezTo>
                    <a:pt x="274" y="1382"/>
                    <a:pt x="250" y="1203"/>
                    <a:pt x="250" y="953"/>
                  </a:cubicBezTo>
                  <a:cubicBezTo>
                    <a:pt x="250" y="703"/>
                    <a:pt x="274" y="512"/>
                    <a:pt x="346" y="381"/>
                  </a:cubicBezTo>
                  <a:cubicBezTo>
                    <a:pt x="405" y="262"/>
                    <a:pt x="500" y="203"/>
                    <a:pt x="631" y="203"/>
                  </a:cubicBezTo>
                  <a:close/>
                  <a:moveTo>
                    <a:pt x="631" y="0"/>
                  </a:moveTo>
                  <a:cubicBezTo>
                    <a:pt x="417" y="0"/>
                    <a:pt x="262" y="84"/>
                    <a:pt x="155" y="250"/>
                  </a:cubicBezTo>
                  <a:cubicBezTo>
                    <a:pt x="48" y="405"/>
                    <a:pt x="0" y="643"/>
                    <a:pt x="0" y="953"/>
                  </a:cubicBezTo>
                  <a:cubicBezTo>
                    <a:pt x="0" y="1251"/>
                    <a:pt x="48" y="1489"/>
                    <a:pt x="155" y="1643"/>
                  </a:cubicBezTo>
                  <a:cubicBezTo>
                    <a:pt x="262" y="1810"/>
                    <a:pt x="417" y="1893"/>
                    <a:pt x="631" y="1893"/>
                  </a:cubicBezTo>
                  <a:cubicBezTo>
                    <a:pt x="834" y="1893"/>
                    <a:pt x="989" y="1810"/>
                    <a:pt x="1096" y="1643"/>
                  </a:cubicBezTo>
                  <a:cubicBezTo>
                    <a:pt x="1203" y="1489"/>
                    <a:pt x="1251" y="1251"/>
                    <a:pt x="1251" y="953"/>
                  </a:cubicBezTo>
                  <a:cubicBezTo>
                    <a:pt x="1251" y="643"/>
                    <a:pt x="1203" y="405"/>
                    <a:pt x="1096" y="250"/>
                  </a:cubicBezTo>
                  <a:cubicBezTo>
                    <a:pt x="989" y="84"/>
                    <a:pt x="834" y="0"/>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9">
              <a:extLst>
                <a:ext uri="{FF2B5EF4-FFF2-40B4-BE49-F238E27FC236}">
                  <a16:creationId xmlns:a16="http://schemas.microsoft.com/office/drawing/2014/main" id="{6C64FAB1-5B6C-B036-7752-65A61D81437E}"/>
                </a:ext>
              </a:extLst>
            </p:cNvPr>
            <p:cNvSpPr/>
            <p:nvPr/>
          </p:nvSpPr>
          <p:spPr>
            <a:xfrm>
              <a:off x="7041263" y="4050831"/>
              <a:ext cx="42937" cy="19609"/>
            </a:xfrm>
            <a:custGeom>
              <a:avLst/>
              <a:gdLst/>
              <a:ahLst/>
              <a:cxnLst/>
              <a:rect l="l" t="t" r="r" b="b"/>
              <a:pathLst>
                <a:path w="1097" h="501" extrusionOk="0">
                  <a:moveTo>
                    <a:pt x="1" y="1"/>
                  </a:moveTo>
                  <a:lnTo>
                    <a:pt x="1" y="143"/>
                  </a:lnTo>
                  <a:lnTo>
                    <a:pt x="1096" y="143"/>
                  </a:lnTo>
                  <a:lnTo>
                    <a:pt x="1096" y="1"/>
                  </a:lnTo>
                  <a:close/>
                  <a:moveTo>
                    <a:pt x="1" y="358"/>
                  </a:moveTo>
                  <a:lnTo>
                    <a:pt x="1" y="501"/>
                  </a:lnTo>
                  <a:lnTo>
                    <a:pt x="1096" y="501"/>
                  </a:lnTo>
                  <a:lnTo>
                    <a:pt x="1096" y="35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 name="Google Shape;831;p39">
            <a:extLst>
              <a:ext uri="{FF2B5EF4-FFF2-40B4-BE49-F238E27FC236}">
                <a16:creationId xmlns:a16="http://schemas.microsoft.com/office/drawing/2014/main" id="{CDDDDDC7-CD6D-0169-D544-68A943DFD59C}"/>
              </a:ext>
            </a:extLst>
          </p:cNvPr>
          <p:cNvGrpSpPr/>
          <p:nvPr/>
        </p:nvGrpSpPr>
        <p:grpSpPr>
          <a:xfrm>
            <a:off x="3790627" y="4106605"/>
            <a:ext cx="1562747" cy="497391"/>
            <a:chOff x="2376988" y="575316"/>
            <a:chExt cx="976778" cy="310889"/>
          </a:xfrm>
        </p:grpSpPr>
        <p:sp>
          <p:nvSpPr>
            <p:cNvPr id="832" name="Google Shape;832;p39">
              <a:extLst>
                <a:ext uri="{FF2B5EF4-FFF2-40B4-BE49-F238E27FC236}">
                  <a16:creationId xmlns:a16="http://schemas.microsoft.com/office/drawing/2014/main" id="{2D7D2F43-5293-7A24-E6A9-74083EBD5C1C}"/>
                </a:ext>
              </a:extLst>
            </p:cNvPr>
            <p:cNvSpPr/>
            <p:nvPr/>
          </p:nvSpPr>
          <p:spPr>
            <a:xfrm>
              <a:off x="2401685" y="575316"/>
              <a:ext cx="444591" cy="136599"/>
            </a:xfrm>
            <a:custGeom>
              <a:avLst/>
              <a:gdLst/>
              <a:ahLst/>
              <a:cxnLst/>
              <a:rect l="l" t="t" r="r" b="b"/>
              <a:pathLst>
                <a:path w="11359" h="3490" extrusionOk="0">
                  <a:moveTo>
                    <a:pt x="5763" y="1"/>
                  </a:moveTo>
                  <a:lnTo>
                    <a:pt x="5763" y="144"/>
                  </a:lnTo>
                  <a:lnTo>
                    <a:pt x="5811" y="144"/>
                  </a:lnTo>
                  <a:cubicBezTo>
                    <a:pt x="5942" y="144"/>
                    <a:pt x="6073" y="144"/>
                    <a:pt x="6215" y="156"/>
                  </a:cubicBezTo>
                  <a:lnTo>
                    <a:pt x="6227" y="13"/>
                  </a:lnTo>
                  <a:cubicBezTo>
                    <a:pt x="6073" y="1"/>
                    <a:pt x="5942" y="1"/>
                    <a:pt x="5811" y="1"/>
                  </a:cubicBezTo>
                  <a:close/>
                  <a:moveTo>
                    <a:pt x="5322" y="13"/>
                  </a:moveTo>
                  <a:lnTo>
                    <a:pt x="4870" y="60"/>
                  </a:lnTo>
                  <a:lnTo>
                    <a:pt x="4882" y="203"/>
                  </a:lnTo>
                  <a:cubicBezTo>
                    <a:pt x="5037" y="191"/>
                    <a:pt x="5180" y="180"/>
                    <a:pt x="5322" y="156"/>
                  </a:cubicBezTo>
                  <a:lnTo>
                    <a:pt x="5322" y="13"/>
                  </a:lnTo>
                  <a:close/>
                  <a:moveTo>
                    <a:pt x="6668" y="60"/>
                  </a:moveTo>
                  <a:lnTo>
                    <a:pt x="6656" y="203"/>
                  </a:lnTo>
                  <a:cubicBezTo>
                    <a:pt x="6811" y="215"/>
                    <a:pt x="6954" y="251"/>
                    <a:pt x="7085" y="275"/>
                  </a:cubicBezTo>
                  <a:lnTo>
                    <a:pt x="7120" y="132"/>
                  </a:lnTo>
                  <a:cubicBezTo>
                    <a:pt x="6965" y="96"/>
                    <a:pt x="6823" y="72"/>
                    <a:pt x="6668" y="60"/>
                  </a:cubicBezTo>
                  <a:close/>
                  <a:moveTo>
                    <a:pt x="4429" y="144"/>
                  </a:moveTo>
                  <a:cubicBezTo>
                    <a:pt x="4275" y="180"/>
                    <a:pt x="4132" y="215"/>
                    <a:pt x="3977" y="251"/>
                  </a:cubicBezTo>
                  <a:lnTo>
                    <a:pt x="4025" y="394"/>
                  </a:lnTo>
                  <a:cubicBezTo>
                    <a:pt x="4156" y="346"/>
                    <a:pt x="4310" y="322"/>
                    <a:pt x="4453" y="299"/>
                  </a:cubicBezTo>
                  <a:lnTo>
                    <a:pt x="4429" y="144"/>
                  </a:lnTo>
                  <a:close/>
                  <a:moveTo>
                    <a:pt x="7549" y="239"/>
                  </a:moveTo>
                  <a:lnTo>
                    <a:pt x="7501" y="382"/>
                  </a:lnTo>
                  <a:cubicBezTo>
                    <a:pt x="7656" y="430"/>
                    <a:pt x="7787" y="477"/>
                    <a:pt x="7918" y="513"/>
                  </a:cubicBezTo>
                  <a:lnTo>
                    <a:pt x="7966" y="382"/>
                  </a:lnTo>
                  <a:cubicBezTo>
                    <a:pt x="7847" y="311"/>
                    <a:pt x="7704" y="263"/>
                    <a:pt x="7549" y="239"/>
                  </a:cubicBezTo>
                  <a:close/>
                  <a:moveTo>
                    <a:pt x="3560" y="394"/>
                  </a:moveTo>
                  <a:cubicBezTo>
                    <a:pt x="3417" y="441"/>
                    <a:pt x="3275" y="501"/>
                    <a:pt x="3144" y="561"/>
                  </a:cubicBezTo>
                  <a:lnTo>
                    <a:pt x="3203" y="692"/>
                  </a:lnTo>
                  <a:cubicBezTo>
                    <a:pt x="3334" y="632"/>
                    <a:pt x="3477" y="572"/>
                    <a:pt x="3620" y="537"/>
                  </a:cubicBezTo>
                  <a:lnTo>
                    <a:pt x="3560" y="394"/>
                  </a:lnTo>
                  <a:close/>
                  <a:moveTo>
                    <a:pt x="8394" y="537"/>
                  </a:moveTo>
                  <a:lnTo>
                    <a:pt x="8335" y="668"/>
                  </a:lnTo>
                  <a:cubicBezTo>
                    <a:pt x="8478" y="727"/>
                    <a:pt x="8609" y="787"/>
                    <a:pt x="8740" y="858"/>
                  </a:cubicBezTo>
                  <a:lnTo>
                    <a:pt x="8799" y="727"/>
                  </a:lnTo>
                  <a:cubicBezTo>
                    <a:pt x="8680" y="656"/>
                    <a:pt x="8549" y="596"/>
                    <a:pt x="8394" y="537"/>
                  </a:cubicBezTo>
                  <a:close/>
                  <a:moveTo>
                    <a:pt x="2727" y="751"/>
                  </a:moveTo>
                  <a:cubicBezTo>
                    <a:pt x="2596" y="834"/>
                    <a:pt x="2465" y="906"/>
                    <a:pt x="2346" y="977"/>
                  </a:cubicBezTo>
                  <a:lnTo>
                    <a:pt x="2417" y="1108"/>
                  </a:lnTo>
                  <a:cubicBezTo>
                    <a:pt x="2548" y="1037"/>
                    <a:pt x="2667" y="965"/>
                    <a:pt x="2798" y="894"/>
                  </a:cubicBezTo>
                  <a:lnTo>
                    <a:pt x="2727" y="751"/>
                  </a:lnTo>
                  <a:close/>
                  <a:moveTo>
                    <a:pt x="9204" y="930"/>
                  </a:moveTo>
                  <a:lnTo>
                    <a:pt x="9132" y="1073"/>
                  </a:lnTo>
                  <a:cubicBezTo>
                    <a:pt x="9251" y="1144"/>
                    <a:pt x="9382" y="1215"/>
                    <a:pt x="9502" y="1311"/>
                  </a:cubicBezTo>
                  <a:lnTo>
                    <a:pt x="9585" y="1192"/>
                  </a:lnTo>
                  <a:cubicBezTo>
                    <a:pt x="9466" y="1096"/>
                    <a:pt x="9335" y="1013"/>
                    <a:pt x="9204" y="930"/>
                  </a:cubicBezTo>
                  <a:close/>
                  <a:moveTo>
                    <a:pt x="1965" y="1227"/>
                  </a:moveTo>
                  <a:cubicBezTo>
                    <a:pt x="1846" y="1323"/>
                    <a:pt x="1727" y="1406"/>
                    <a:pt x="1608" y="1513"/>
                  </a:cubicBezTo>
                  <a:lnTo>
                    <a:pt x="1703" y="1632"/>
                  </a:lnTo>
                  <a:cubicBezTo>
                    <a:pt x="1822" y="1549"/>
                    <a:pt x="1929" y="1454"/>
                    <a:pt x="2060" y="1370"/>
                  </a:cubicBezTo>
                  <a:lnTo>
                    <a:pt x="1965" y="1227"/>
                  </a:lnTo>
                  <a:close/>
                  <a:moveTo>
                    <a:pt x="9942" y="1454"/>
                  </a:moveTo>
                  <a:lnTo>
                    <a:pt x="9859" y="1573"/>
                  </a:lnTo>
                  <a:cubicBezTo>
                    <a:pt x="9978" y="1668"/>
                    <a:pt x="10085" y="1763"/>
                    <a:pt x="10180" y="1858"/>
                  </a:cubicBezTo>
                  <a:lnTo>
                    <a:pt x="10287" y="1751"/>
                  </a:lnTo>
                  <a:cubicBezTo>
                    <a:pt x="10180" y="1644"/>
                    <a:pt x="10061" y="1549"/>
                    <a:pt x="9942" y="1454"/>
                  </a:cubicBezTo>
                  <a:close/>
                  <a:moveTo>
                    <a:pt x="1274" y="1811"/>
                  </a:moveTo>
                  <a:cubicBezTo>
                    <a:pt x="1167" y="1918"/>
                    <a:pt x="1048" y="2025"/>
                    <a:pt x="953" y="2132"/>
                  </a:cubicBezTo>
                  <a:lnTo>
                    <a:pt x="1060" y="2239"/>
                  </a:lnTo>
                  <a:lnTo>
                    <a:pt x="1370" y="1930"/>
                  </a:lnTo>
                  <a:lnTo>
                    <a:pt x="1274" y="1811"/>
                  </a:lnTo>
                  <a:close/>
                  <a:moveTo>
                    <a:pt x="10621" y="2061"/>
                  </a:moveTo>
                  <a:lnTo>
                    <a:pt x="10514" y="2168"/>
                  </a:lnTo>
                  <a:cubicBezTo>
                    <a:pt x="10621" y="2275"/>
                    <a:pt x="10704" y="2394"/>
                    <a:pt x="10811" y="2501"/>
                  </a:cubicBezTo>
                  <a:lnTo>
                    <a:pt x="10930" y="2406"/>
                  </a:lnTo>
                  <a:cubicBezTo>
                    <a:pt x="10811" y="2287"/>
                    <a:pt x="10716" y="2180"/>
                    <a:pt x="10621" y="2061"/>
                  </a:cubicBezTo>
                  <a:close/>
                  <a:moveTo>
                    <a:pt x="655" y="2466"/>
                  </a:moveTo>
                  <a:lnTo>
                    <a:pt x="393" y="2823"/>
                  </a:lnTo>
                  <a:lnTo>
                    <a:pt x="512" y="2918"/>
                  </a:lnTo>
                  <a:lnTo>
                    <a:pt x="774" y="2561"/>
                  </a:lnTo>
                  <a:lnTo>
                    <a:pt x="655" y="2466"/>
                  </a:lnTo>
                  <a:close/>
                  <a:moveTo>
                    <a:pt x="11192" y="2763"/>
                  </a:moveTo>
                  <a:lnTo>
                    <a:pt x="11073" y="2858"/>
                  </a:lnTo>
                  <a:cubicBezTo>
                    <a:pt x="11097" y="2882"/>
                    <a:pt x="11121" y="2918"/>
                    <a:pt x="11133" y="2942"/>
                  </a:cubicBezTo>
                  <a:cubicBezTo>
                    <a:pt x="11168" y="2989"/>
                    <a:pt x="11192" y="3025"/>
                    <a:pt x="11228" y="3061"/>
                  </a:cubicBezTo>
                  <a:cubicBezTo>
                    <a:pt x="11276" y="3037"/>
                    <a:pt x="11311" y="3001"/>
                    <a:pt x="11359" y="2989"/>
                  </a:cubicBezTo>
                  <a:cubicBezTo>
                    <a:pt x="11299" y="2942"/>
                    <a:pt x="11276" y="2894"/>
                    <a:pt x="11252" y="2858"/>
                  </a:cubicBezTo>
                  <a:cubicBezTo>
                    <a:pt x="11240" y="2823"/>
                    <a:pt x="11216" y="2799"/>
                    <a:pt x="11192" y="2763"/>
                  </a:cubicBezTo>
                  <a:close/>
                  <a:moveTo>
                    <a:pt x="143" y="3216"/>
                  </a:moveTo>
                  <a:cubicBezTo>
                    <a:pt x="119" y="3239"/>
                    <a:pt x="96" y="3287"/>
                    <a:pt x="84" y="3311"/>
                  </a:cubicBezTo>
                  <a:cubicBezTo>
                    <a:pt x="48" y="3359"/>
                    <a:pt x="24" y="3406"/>
                    <a:pt x="0" y="3454"/>
                  </a:cubicBezTo>
                  <a:cubicBezTo>
                    <a:pt x="60" y="3454"/>
                    <a:pt x="107" y="3466"/>
                    <a:pt x="155" y="3489"/>
                  </a:cubicBezTo>
                  <a:cubicBezTo>
                    <a:pt x="179" y="3454"/>
                    <a:pt x="203" y="3406"/>
                    <a:pt x="227" y="3359"/>
                  </a:cubicBezTo>
                  <a:cubicBezTo>
                    <a:pt x="238" y="3335"/>
                    <a:pt x="262" y="3299"/>
                    <a:pt x="274" y="3287"/>
                  </a:cubicBezTo>
                  <a:lnTo>
                    <a:pt x="143" y="321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9">
              <a:extLst>
                <a:ext uri="{FF2B5EF4-FFF2-40B4-BE49-F238E27FC236}">
                  <a16:creationId xmlns:a16="http://schemas.microsoft.com/office/drawing/2014/main" id="{B1F1BBC6-8AF6-786E-F6FB-2F86A56DEF79}"/>
                </a:ext>
              </a:extLst>
            </p:cNvPr>
            <p:cNvSpPr/>
            <p:nvPr/>
          </p:nvSpPr>
          <p:spPr>
            <a:xfrm>
              <a:off x="2877001" y="741700"/>
              <a:ext cx="451128" cy="144505"/>
            </a:xfrm>
            <a:custGeom>
              <a:avLst/>
              <a:gdLst/>
              <a:ahLst/>
              <a:cxnLst/>
              <a:rect l="l" t="t" r="r" b="b"/>
              <a:pathLst>
                <a:path w="11526" h="3692" extrusionOk="0">
                  <a:moveTo>
                    <a:pt x="11347" y="0"/>
                  </a:moveTo>
                  <a:cubicBezTo>
                    <a:pt x="11324" y="48"/>
                    <a:pt x="11312" y="84"/>
                    <a:pt x="11288" y="131"/>
                  </a:cubicBezTo>
                  <a:cubicBezTo>
                    <a:pt x="10169" y="2203"/>
                    <a:pt x="7978" y="3525"/>
                    <a:pt x="5597" y="3525"/>
                  </a:cubicBezTo>
                  <a:cubicBezTo>
                    <a:pt x="3406" y="3525"/>
                    <a:pt x="1382" y="2429"/>
                    <a:pt x="215" y="632"/>
                  </a:cubicBezTo>
                  <a:cubicBezTo>
                    <a:pt x="179" y="596"/>
                    <a:pt x="167" y="548"/>
                    <a:pt x="132" y="501"/>
                  </a:cubicBezTo>
                  <a:cubicBezTo>
                    <a:pt x="96" y="524"/>
                    <a:pt x="48" y="548"/>
                    <a:pt x="1" y="560"/>
                  </a:cubicBezTo>
                  <a:lnTo>
                    <a:pt x="96" y="703"/>
                  </a:lnTo>
                  <a:cubicBezTo>
                    <a:pt x="1298" y="2548"/>
                    <a:pt x="3370" y="3691"/>
                    <a:pt x="5609" y="3691"/>
                  </a:cubicBezTo>
                  <a:cubicBezTo>
                    <a:pt x="8073" y="3691"/>
                    <a:pt x="10300" y="2334"/>
                    <a:pt x="11443" y="191"/>
                  </a:cubicBezTo>
                  <a:cubicBezTo>
                    <a:pt x="11478" y="155"/>
                    <a:pt x="11502" y="108"/>
                    <a:pt x="11526" y="60"/>
                  </a:cubicBezTo>
                  <a:cubicBezTo>
                    <a:pt x="11466" y="48"/>
                    <a:pt x="11419" y="36"/>
                    <a:pt x="11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9">
              <a:extLst>
                <a:ext uri="{FF2B5EF4-FFF2-40B4-BE49-F238E27FC236}">
                  <a16:creationId xmlns:a16="http://schemas.microsoft.com/office/drawing/2014/main" id="{EDC41E27-75AB-D980-856C-C0F181CF1454}"/>
                </a:ext>
              </a:extLst>
            </p:cNvPr>
            <p:cNvSpPr/>
            <p:nvPr/>
          </p:nvSpPr>
          <p:spPr>
            <a:xfrm>
              <a:off x="2818291" y="681581"/>
              <a:ext cx="90922" cy="90922"/>
            </a:xfrm>
            <a:custGeom>
              <a:avLst/>
              <a:gdLst/>
              <a:ahLst/>
              <a:cxnLst/>
              <a:rect l="l" t="t" r="r" b="b"/>
              <a:pathLst>
                <a:path w="2323" h="2323" extrusionOk="0">
                  <a:moveTo>
                    <a:pt x="1132" y="167"/>
                  </a:moveTo>
                  <a:cubicBezTo>
                    <a:pt x="1679" y="167"/>
                    <a:pt x="2144" y="620"/>
                    <a:pt x="2144" y="1179"/>
                  </a:cubicBezTo>
                  <a:cubicBezTo>
                    <a:pt x="2144" y="1536"/>
                    <a:pt x="1953" y="1870"/>
                    <a:pt x="1644" y="2048"/>
                  </a:cubicBezTo>
                  <a:cubicBezTo>
                    <a:pt x="1596" y="2072"/>
                    <a:pt x="1548" y="2084"/>
                    <a:pt x="1501" y="2108"/>
                  </a:cubicBezTo>
                  <a:cubicBezTo>
                    <a:pt x="1382" y="2144"/>
                    <a:pt x="1263" y="2179"/>
                    <a:pt x="1132" y="2179"/>
                  </a:cubicBezTo>
                  <a:cubicBezTo>
                    <a:pt x="584" y="2179"/>
                    <a:pt x="120" y="1727"/>
                    <a:pt x="120" y="1167"/>
                  </a:cubicBezTo>
                  <a:cubicBezTo>
                    <a:pt x="120" y="822"/>
                    <a:pt x="286" y="524"/>
                    <a:pt x="548" y="346"/>
                  </a:cubicBezTo>
                  <a:cubicBezTo>
                    <a:pt x="596" y="322"/>
                    <a:pt x="643" y="286"/>
                    <a:pt x="691" y="274"/>
                  </a:cubicBezTo>
                  <a:cubicBezTo>
                    <a:pt x="822" y="203"/>
                    <a:pt x="989" y="167"/>
                    <a:pt x="1132" y="167"/>
                  </a:cubicBezTo>
                  <a:close/>
                  <a:moveTo>
                    <a:pt x="1144" y="1"/>
                  </a:moveTo>
                  <a:cubicBezTo>
                    <a:pt x="953" y="1"/>
                    <a:pt x="774" y="48"/>
                    <a:pt x="608" y="143"/>
                  </a:cubicBezTo>
                  <a:cubicBezTo>
                    <a:pt x="572" y="167"/>
                    <a:pt x="524" y="179"/>
                    <a:pt x="489" y="215"/>
                  </a:cubicBezTo>
                  <a:cubicBezTo>
                    <a:pt x="191" y="417"/>
                    <a:pt x="1" y="763"/>
                    <a:pt x="1" y="1167"/>
                  </a:cubicBezTo>
                  <a:cubicBezTo>
                    <a:pt x="1" y="1810"/>
                    <a:pt x="524" y="2322"/>
                    <a:pt x="1167" y="2322"/>
                  </a:cubicBezTo>
                  <a:cubicBezTo>
                    <a:pt x="1322" y="2322"/>
                    <a:pt x="1477" y="2298"/>
                    <a:pt x="1608" y="2239"/>
                  </a:cubicBezTo>
                  <a:cubicBezTo>
                    <a:pt x="1655" y="2227"/>
                    <a:pt x="1703" y="2191"/>
                    <a:pt x="1739" y="2168"/>
                  </a:cubicBezTo>
                  <a:cubicBezTo>
                    <a:pt x="2084" y="1953"/>
                    <a:pt x="2322" y="1584"/>
                    <a:pt x="2322" y="1167"/>
                  </a:cubicBezTo>
                  <a:cubicBezTo>
                    <a:pt x="2298" y="524"/>
                    <a:pt x="1786" y="1"/>
                    <a:pt x="1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9">
              <a:extLst>
                <a:ext uri="{FF2B5EF4-FFF2-40B4-BE49-F238E27FC236}">
                  <a16:creationId xmlns:a16="http://schemas.microsoft.com/office/drawing/2014/main" id="{969277FE-5BF0-CDDA-9922-850A46899847}"/>
                </a:ext>
              </a:extLst>
            </p:cNvPr>
            <p:cNvSpPr/>
            <p:nvPr/>
          </p:nvSpPr>
          <p:spPr>
            <a:xfrm>
              <a:off x="2376988" y="704400"/>
              <a:ext cx="45716" cy="45716"/>
            </a:xfrm>
            <a:custGeom>
              <a:avLst/>
              <a:gdLst/>
              <a:ahLst/>
              <a:cxnLst/>
              <a:rect l="l" t="t" r="r" b="b"/>
              <a:pathLst>
                <a:path w="1168" h="1168" extrusionOk="0">
                  <a:moveTo>
                    <a:pt x="619" y="156"/>
                  </a:moveTo>
                  <a:cubicBezTo>
                    <a:pt x="667" y="156"/>
                    <a:pt x="727" y="168"/>
                    <a:pt x="774" y="191"/>
                  </a:cubicBezTo>
                  <a:cubicBezTo>
                    <a:pt x="917" y="275"/>
                    <a:pt x="1012" y="418"/>
                    <a:pt x="1012" y="584"/>
                  </a:cubicBezTo>
                  <a:cubicBezTo>
                    <a:pt x="1024" y="823"/>
                    <a:pt x="834" y="1013"/>
                    <a:pt x="572" y="1013"/>
                  </a:cubicBezTo>
                  <a:cubicBezTo>
                    <a:pt x="334" y="1013"/>
                    <a:pt x="143" y="823"/>
                    <a:pt x="143" y="584"/>
                  </a:cubicBezTo>
                  <a:cubicBezTo>
                    <a:pt x="143" y="346"/>
                    <a:pt x="334" y="156"/>
                    <a:pt x="572" y="156"/>
                  </a:cubicBezTo>
                  <a:close/>
                  <a:moveTo>
                    <a:pt x="572" y="1"/>
                  </a:moveTo>
                  <a:cubicBezTo>
                    <a:pt x="250" y="1"/>
                    <a:pt x="0" y="275"/>
                    <a:pt x="0" y="584"/>
                  </a:cubicBezTo>
                  <a:cubicBezTo>
                    <a:pt x="0" y="906"/>
                    <a:pt x="262" y="1168"/>
                    <a:pt x="572" y="1168"/>
                  </a:cubicBezTo>
                  <a:cubicBezTo>
                    <a:pt x="905" y="1168"/>
                    <a:pt x="1155" y="894"/>
                    <a:pt x="1155" y="584"/>
                  </a:cubicBezTo>
                  <a:cubicBezTo>
                    <a:pt x="1167" y="358"/>
                    <a:pt x="1036" y="168"/>
                    <a:pt x="858" y="61"/>
                  </a:cubicBezTo>
                  <a:cubicBezTo>
                    <a:pt x="810" y="37"/>
                    <a:pt x="774" y="13"/>
                    <a:pt x="715" y="13"/>
                  </a:cubicBezTo>
                  <a:cubicBezTo>
                    <a:pt x="667" y="1"/>
                    <a:pt x="619" y="1"/>
                    <a:pt x="5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9">
              <a:extLst>
                <a:ext uri="{FF2B5EF4-FFF2-40B4-BE49-F238E27FC236}">
                  <a16:creationId xmlns:a16="http://schemas.microsoft.com/office/drawing/2014/main" id="{5C3133C2-D561-B710-867D-2F57E47661D7}"/>
                </a:ext>
              </a:extLst>
            </p:cNvPr>
            <p:cNvSpPr/>
            <p:nvPr/>
          </p:nvSpPr>
          <p:spPr>
            <a:xfrm>
              <a:off x="3308050" y="704400"/>
              <a:ext cx="45716" cy="45716"/>
            </a:xfrm>
            <a:custGeom>
              <a:avLst/>
              <a:gdLst/>
              <a:ahLst/>
              <a:cxnLst/>
              <a:rect l="l" t="t" r="r" b="b"/>
              <a:pathLst>
                <a:path w="1168" h="1168" extrusionOk="0">
                  <a:moveTo>
                    <a:pt x="584" y="132"/>
                  </a:moveTo>
                  <a:cubicBezTo>
                    <a:pt x="823" y="132"/>
                    <a:pt x="1013" y="334"/>
                    <a:pt x="1013" y="572"/>
                  </a:cubicBezTo>
                  <a:cubicBezTo>
                    <a:pt x="1013" y="823"/>
                    <a:pt x="823" y="1013"/>
                    <a:pt x="584" y="1013"/>
                  </a:cubicBezTo>
                  <a:cubicBezTo>
                    <a:pt x="549" y="1013"/>
                    <a:pt x="525" y="1013"/>
                    <a:pt x="513" y="1001"/>
                  </a:cubicBezTo>
                  <a:cubicBezTo>
                    <a:pt x="465" y="989"/>
                    <a:pt x="406" y="965"/>
                    <a:pt x="358" y="942"/>
                  </a:cubicBezTo>
                  <a:cubicBezTo>
                    <a:pt x="227" y="870"/>
                    <a:pt x="156" y="715"/>
                    <a:pt x="156" y="572"/>
                  </a:cubicBezTo>
                  <a:cubicBezTo>
                    <a:pt x="156" y="334"/>
                    <a:pt x="346" y="132"/>
                    <a:pt x="584" y="132"/>
                  </a:cubicBezTo>
                  <a:close/>
                  <a:moveTo>
                    <a:pt x="584" y="1"/>
                  </a:moveTo>
                  <a:cubicBezTo>
                    <a:pt x="251" y="1"/>
                    <a:pt x="1" y="275"/>
                    <a:pt x="1" y="584"/>
                  </a:cubicBezTo>
                  <a:cubicBezTo>
                    <a:pt x="1" y="811"/>
                    <a:pt x="120" y="989"/>
                    <a:pt x="299" y="1084"/>
                  </a:cubicBezTo>
                  <a:cubicBezTo>
                    <a:pt x="346" y="1120"/>
                    <a:pt x="394" y="1132"/>
                    <a:pt x="430" y="1144"/>
                  </a:cubicBezTo>
                  <a:cubicBezTo>
                    <a:pt x="477" y="1168"/>
                    <a:pt x="537" y="1168"/>
                    <a:pt x="584" y="1168"/>
                  </a:cubicBezTo>
                  <a:cubicBezTo>
                    <a:pt x="918" y="1168"/>
                    <a:pt x="1168" y="894"/>
                    <a:pt x="1168" y="584"/>
                  </a:cubicBezTo>
                  <a:cubicBezTo>
                    <a:pt x="1168" y="251"/>
                    <a:pt x="918"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9">
              <a:extLst>
                <a:ext uri="{FF2B5EF4-FFF2-40B4-BE49-F238E27FC236}">
                  <a16:creationId xmlns:a16="http://schemas.microsoft.com/office/drawing/2014/main" id="{B534AC0A-85EA-F180-1AE0-174C6CDCDCAD}"/>
                </a:ext>
              </a:extLst>
            </p:cNvPr>
            <p:cNvSpPr/>
            <p:nvPr/>
          </p:nvSpPr>
          <p:spPr>
            <a:xfrm>
              <a:off x="2843458" y="707218"/>
              <a:ext cx="39649" cy="39649"/>
            </a:xfrm>
            <a:custGeom>
              <a:avLst/>
              <a:gdLst/>
              <a:ahLst/>
              <a:cxnLst/>
              <a:rect l="l" t="t" r="r" b="b"/>
              <a:pathLst>
                <a:path w="1013" h="1013" extrusionOk="0">
                  <a:moveTo>
                    <a:pt x="501" y="0"/>
                  </a:moveTo>
                  <a:cubicBezTo>
                    <a:pt x="227" y="0"/>
                    <a:pt x="0" y="227"/>
                    <a:pt x="0" y="512"/>
                  </a:cubicBezTo>
                  <a:cubicBezTo>
                    <a:pt x="0" y="798"/>
                    <a:pt x="227" y="1012"/>
                    <a:pt x="501" y="1012"/>
                  </a:cubicBezTo>
                  <a:cubicBezTo>
                    <a:pt x="786" y="1012"/>
                    <a:pt x="1012" y="798"/>
                    <a:pt x="1012" y="512"/>
                  </a:cubicBezTo>
                  <a:cubicBezTo>
                    <a:pt x="1012" y="227"/>
                    <a:pt x="786" y="0"/>
                    <a:pt x="5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838;p39">
            <a:extLst>
              <a:ext uri="{FF2B5EF4-FFF2-40B4-BE49-F238E27FC236}">
                <a16:creationId xmlns:a16="http://schemas.microsoft.com/office/drawing/2014/main" id="{7724CEB1-13AF-7098-30AB-229EF37ADA58}"/>
              </a:ext>
            </a:extLst>
          </p:cNvPr>
          <p:cNvGrpSpPr/>
          <p:nvPr/>
        </p:nvGrpSpPr>
        <p:grpSpPr>
          <a:xfrm>
            <a:off x="158501" y="99885"/>
            <a:ext cx="1109440" cy="2219632"/>
            <a:chOff x="1990206" y="3718102"/>
            <a:chExt cx="693443" cy="1387356"/>
          </a:xfrm>
        </p:grpSpPr>
        <p:sp>
          <p:nvSpPr>
            <p:cNvPr id="839" name="Google Shape;839;p39">
              <a:extLst>
                <a:ext uri="{FF2B5EF4-FFF2-40B4-BE49-F238E27FC236}">
                  <a16:creationId xmlns:a16="http://schemas.microsoft.com/office/drawing/2014/main" id="{E92056BD-9C4D-27C7-2792-2772C2ED88D6}"/>
                </a:ext>
              </a:extLst>
            </p:cNvPr>
            <p:cNvSpPr/>
            <p:nvPr/>
          </p:nvSpPr>
          <p:spPr>
            <a:xfrm>
              <a:off x="2431980" y="4000027"/>
              <a:ext cx="251670" cy="251240"/>
            </a:xfrm>
            <a:custGeom>
              <a:avLst/>
              <a:gdLst/>
              <a:ahLst/>
              <a:cxnLst/>
              <a:rect l="l" t="t" r="r" b="b"/>
              <a:pathLst>
                <a:path w="6430" h="6419" fill="none" extrusionOk="0">
                  <a:moveTo>
                    <a:pt x="5203" y="6418"/>
                  </a:moveTo>
                  <a:lnTo>
                    <a:pt x="1227" y="6418"/>
                  </a:lnTo>
                  <a:cubicBezTo>
                    <a:pt x="536" y="6418"/>
                    <a:pt x="0" y="5871"/>
                    <a:pt x="0" y="5204"/>
                  </a:cubicBezTo>
                  <a:lnTo>
                    <a:pt x="0" y="1227"/>
                  </a:lnTo>
                  <a:cubicBezTo>
                    <a:pt x="0" y="537"/>
                    <a:pt x="560" y="1"/>
                    <a:pt x="1227" y="1"/>
                  </a:cubicBezTo>
                  <a:lnTo>
                    <a:pt x="5203" y="1"/>
                  </a:lnTo>
                  <a:cubicBezTo>
                    <a:pt x="5882" y="1"/>
                    <a:pt x="6418" y="560"/>
                    <a:pt x="6418" y="1227"/>
                  </a:cubicBezTo>
                  <a:lnTo>
                    <a:pt x="6418" y="5204"/>
                  </a:lnTo>
                  <a:cubicBezTo>
                    <a:pt x="6430" y="5871"/>
                    <a:pt x="5882" y="6418"/>
                    <a:pt x="5203"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9">
              <a:extLst>
                <a:ext uri="{FF2B5EF4-FFF2-40B4-BE49-F238E27FC236}">
                  <a16:creationId xmlns:a16="http://schemas.microsoft.com/office/drawing/2014/main" id="{3E97C71D-6C40-EA26-0627-F4E307E9CDF2}"/>
                </a:ext>
              </a:extLst>
            </p:cNvPr>
            <p:cNvSpPr/>
            <p:nvPr/>
          </p:nvSpPr>
          <p:spPr>
            <a:xfrm>
              <a:off x="1993455" y="4000027"/>
              <a:ext cx="376566" cy="251240"/>
            </a:xfrm>
            <a:custGeom>
              <a:avLst/>
              <a:gdLst/>
              <a:ahLst/>
              <a:cxnLst/>
              <a:rect l="l" t="t" r="r" b="b"/>
              <a:pathLst>
                <a:path w="9621" h="6419" fill="none" extrusionOk="0">
                  <a:moveTo>
                    <a:pt x="8382" y="6418"/>
                  </a:moveTo>
                  <a:lnTo>
                    <a:pt x="1227" y="6418"/>
                  </a:lnTo>
                  <a:cubicBezTo>
                    <a:pt x="536" y="6418"/>
                    <a:pt x="0" y="5871"/>
                    <a:pt x="0" y="5204"/>
                  </a:cubicBezTo>
                  <a:lnTo>
                    <a:pt x="0" y="1227"/>
                  </a:lnTo>
                  <a:cubicBezTo>
                    <a:pt x="0" y="537"/>
                    <a:pt x="548" y="1"/>
                    <a:pt x="1227" y="1"/>
                  </a:cubicBezTo>
                  <a:lnTo>
                    <a:pt x="8382" y="1"/>
                  </a:lnTo>
                  <a:cubicBezTo>
                    <a:pt x="9061" y="1"/>
                    <a:pt x="9597" y="560"/>
                    <a:pt x="9597" y="1227"/>
                  </a:cubicBezTo>
                  <a:lnTo>
                    <a:pt x="9597" y="5204"/>
                  </a:lnTo>
                  <a:cubicBezTo>
                    <a:pt x="9621" y="5871"/>
                    <a:pt x="9061" y="6418"/>
                    <a:pt x="838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9">
              <a:extLst>
                <a:ext uri="{FF2B5EF4-FFF2-40B4-BE49-F238E27FC236}">
                  <a16:creationId xmlns:a16="http://schemas.microsoft.com/office/drawing/2014/main" id="{A8A34703-B154-6355-65E1-1A5DE995B01D}"/>
                </a:ext>
              </a:extLst>
            </p:cNvPr>
            <p:cNvSpPr/>
            <p:nvPr/>
          </p:nvSpPr>
          <p:spPr>
            <a:xfrm>
              <a:off x="2534957" y="4080186"/>
              <a:ext cx="65755" cy="84856"/>
            </a:xfrm>
            <a:custGeom>
              <a:avLst/>
              <a:gdLst/>
              <a:ahLst/>
              <a:cxnLst/>
              <a:rect l="l" t="t" r="r" b="b"/>
              <a:pathLst>
                <a:path w="1680" h="2168" extrusionOk="0">
                  <a:moveTo>
                    <a:pt x="846" y="203"/>
                  </a:moveTo>
                  <a:cubicBezTo>
                    <a:pt x="1024" y="203"/>
                    <a:pt x="1167" y="263"/>
                    <a:pt x="1263" y="394"/>
                  </a:cubicBezTo>
                  <a:cubicBezTo>
                    <a:pt x="1370" y="536"/>
                    <a:pt x="1429" y="715"/>
                    <a:pt x="1429" y="941"/>
                  </a:cubicBezTo>
                  <a:cubicBezTo>
                    <a:pt x="1429" y="1167"/>
                    <a:pt x="1370" y="1358"/>
                    <a:pt x="1263" y="1489"/>
                  </a:cubicBezTo>
                  <a:cubicBezTo>
                    <a:pt x="1167" y="1620"/>
                    <a:pt x="1024" y="1679"/>
                    <a:pt x="846" y="1679"/>
                  </a:cubicBezTo>
                  <a:cubicBezTo>
                    <a:pt x="667" y="1679"/>
                    <a:pt x="524" y="1620"/>
                    <a:pt x="417" y="1489"/>
                  </a:cubicBezTo>
                  <a:cubicBezTo>
                    <a:pt x="310" y="1358"/>
                    <a:pt x="262" y="1167"/>
                    <a:pt x="262" y="941"/>
                  </a:cubicBezTo>
                  <a:cubicBezTo>
                    <a:pt x="262" y="715"/>
                    <a:pt x="310" y="536"/>
                    <a:pt x="417" y="394"/>
                  </a:cubicBezTo>
                  <a:cubicBezTo>
                    <a:pt x="524" y="263"/>
                    <a:pt x="667" y="203"/>
                    <a:pt x="846" y="203"/>
                  </a:cubicBezTo>
                  <a:close/>
                  <a:moveTo>
                    <a:pt x="846" y="1"/>
                  </a:moveTo>
                  <a:cubicBezTo>
                    <a:pt x="584" y="1"/>
                    <a:pt x="382" y="84"/>
                    <a:pt x="227" y="251"/>
                  </a:cubicBezTo>
                  <a:cubicBezTo>
                    <a:pt x="72" y="429"/>
                    <a:pt x="1" y="656"/>
                    <a:pt x="1" y="941"/>
                  </a:cubicBezTo>
                  <a:cubicBezTo>
                    <a:pt x="1" y="1227"/>
                    <a:pt x="72" y="1453"/>
                    <a:pt x="227" y="1632"/>
                  </a:cubicBezTo>
                  <a:cubicBezTo>
                    <a:pt x="382" y="1799"/>
                    <a:pt x="584" y="1882"/>
                    <a:pt x="846" y="1882"/>
                  </a:cubicBezTo>
                  <a:lnTo>
                    <a:pt x="941" y="1882"/>
                  </a:lnTo>
                  <a:lnTo>
                    <a:pt x="1215" y="2168"/>
                  </a:lnTo>
                  <a:lnTo>
                    <a:pt x="1513" y="2168"/>
                  </a:lnTo>
                  <a:lnTo>
                    <a:pt x="1191" y="1822"/>
                  </a:lnTo>
                  <a:cubicBezTo>
                    <a:pt x="1346" y="1751"/>
                    <a:pt x="1477" y="1632"/>
                    <a:pt x="1560" y="1489"/>
                  </a:cubicBezTo>
                  <a:cubicBezTo>
                    <a:pt x="1644" y="1334"/>
                    <a:pt x="1679" y="1156"/>
                    <a:pt x="1679" y="941"/>
                  </a:cubicBezTo>
                  <a:cubicBezTo>
                    <a:pt x="1679" y="656"/>
                    <a:pt x="1608" y="429"/>
                    <a:pt x="1453" y="251"/>
                  </a:cubicBezTo>
                  <a:cubicBezTo>
                    <a:pt x="1298" y="84"/>
                    <a:pt x="1096" y="1"/>
                    <a:pt x="8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9">
              <a:extLst>
                <a:ext uri="{FF2B5EF4-FFF2-40B4-BE49-F238E27FC236}">
                  <a16:creationId xmlns:a16="http://schemas.microsoft.com/office/drawing/2014/main" id="{8402F263-7389-F0E2-9EF7-97377522D63A}"/>
                </a:ext>
              </a:extLst>
            </p:cNvPr>
            <p:cNvSpPr/>
            <p:nvPr/>
          </p:nvSpPr>
          <p:spPr>
            <a:xfrm>
              <a:off x="2092714" y="3887734"/>
              <a:ext cx="36870" cy="49904"/>
            </a:xfrm>
            <a:custGeom>
              <a:avLst/>
              <a:gdLst/>
              <a:ahLst/>
              <a:cxnLst/>
              <a:rect l="l" t="t" r="r" b="b"/>
              <a:pathLst>
                <a:path w="942" h="1275" extrusionOk="0">
                  <a:moveTo>
                    <a:pt x="465" y="131"/>
                  </a:moveTo>
                  <a:cubicBezTo>
                    <a:pt x="560" y="131"/>
                    <a:pt x="620" y="167"/>
                    <a:pt x="679" y="239"/>
                  </a:cubicBezTo>
                  <a:cubicBezTo>
                    <a:pt x="727" y="298"/>
                    <a:pt x="751" y="381"/>
                    <a:pt x="751" y="500"/>
                  </a:cubicBezTo>
                  <a:cubicBezTo>
                    <a:pt x="751" y="608"/>
                    <a:pt x="727" y="691"/>
                    <a:pt x="679" y="762"/>
                  </a:cubicBezTo>
                  <a:cubicBezTo>
                    <a:pt x="620" y="822"/>
                    <a:pt x="560" y="858"/>
                    <a:pt x="465" y="858"/>
                  </a:cubicBezTo>
                  <a:cubicBezTo>
                    <a:pt x="381" y="858"/>
                    <a:pt x="322" y="822"/>
                    <a:pt x="262" y="762"/>
                  </a:cubicBezTo>
                  <a:cubicBezTo>
                    <a:pt x="215" y="691"/>
                    <a:pt x="191" y="608"/>
                    <a:pt x="191" y="500"/>
                  </a:cubicBezTo>
                  <a:cubicBezTo>
                    <a:pt x="191" y="393"/>
                    <a:pt x="215" y="298"/>
                    <a:pt x="262" y="239"/>
                  </a:cubicBezTo>
                  <a:cubicBezTo>
                    <a:pt x="322" y="167"/>
                    <a:pt x="381" y="131"/>
                    <a:pt x="465" y="131"/>
                  </a:cubicBezTo>
                  <a:close/>
                  <a:moveTo>
                    <a:pt x="465" y="0"/>
                  </a:moveTo>
                  <a:cubicBezTo>
                    <a:pt x="322" y="0"/>
                    <a:pt x="215" y="36"/>
                    <a:pt x="131" y="131"/>
                  </a:cubicBezTo>
                  <a:cubicBezTo>
                    <a:pt x="36" y="227"/>
                    <a:pt x="0" y="346"/>
                    <a:pt x="0" y="500"/>
                  </a:cubicBezTo>
                  <a:cubicBezTo>
                    <a:pt x="0" y="655"/>
                    <a:pt x="36" y="774"/>
                    <a:pt x="131" y="858"/>
                  </a:cubicBezTo>
                  <a:cubicBezTo>
                    <a:pt x="215" y="953"/>
                    <a:pt x="322" y="1001"/>
                    <a:pt x="465" y="1001"/>
                  </a:cubicBezTo>
                  <a:cubicBezTo>
                    <a:pt x="620" y="1001"/>
                    <a:pt x="727" y="953"/>
                    <a:pt x="810" y="870"/>
                  </a:cubicBezTo>
                  <a:cubicBezTo>
                    <a:pt x="893" y="774"/>
                    <a:pt x="941" y="655"/>
                    <a:pt x="941" y="500"/>
                  </a:cubicBezTo>
                  <a:cubicBezTo>
                    <a:pt x="941" y="346"/>
                    <a:pt x="893" y="227"/>
                    <a:pt x="810" y="131"/>
                  </a:cubicBezTo>
                  <a:cubicBezTo>
                    <a:pt x="727" y="36"/>
                    <a:pt x="620" y="0"/>
                    <a:pt x="465" y="0"/>
                  </a:cubicBezTo>
                  <a:close/>
                  <a:moveTo>
                    <a:pt x="48" y="1132"/>
                  </a:moveTo>
                  <a:lnTo>
                    <a:pt x="48" y="1274"/>
                  </a:lnTo>
                  <a:lnTo>
                    <a:pt x="893" y="1274"/>
                  </a:lnTo>
                  <a:lnTo>
                    <a:pt x="893" y="11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9">
              <a:extLst>
                <a:ext uri="{FF2B5EF4-FFF2-40B4-BE49-F238E27FC236}">
                  <a16:creationId xmlns:a16="http://schemas.microsoft.com/office/drawing/2014/main" id="{BF96B580-77C9-0FED-00CA-0A7B20EE6F52}"/>
                </a:ext>
              </a:extLst>
            </p:cNvPr>
            <p:cNvSpPr/>
            <p:nvPr/>
          </p:nvSpPr>
          <p:spPr>
            <a:xfrm>
              <a:off x="2093653" y="3766087"/>
              <a:ext cx="34052" cy="50373"/>
            </a:xfrm>
            <a:custGeom>
              <a:avLst/>
              <a:gdLst/>
              <a:ahLst/>
              <a:cxnLst/>
              <a:rect l="l" t="t" r="r" b="b"/>
              <a:pathLst>
                <a:path w="870" h="1287" extrusionOk="0">
                  <a:moveTo>
                    <a:pt x="679" y="513"/>
                  </a:moveTo>
                  <a:lnTo>
                    <a:pt x="679" y="549"/>
                  </a:lnTo>
                  <a:cubicBezTo>
                    <a:pt x="679" y="644"/>
                    <a:pt x="655" y="715"/>
                    <a:pt x="608" y="775"/>
                  </a:cubicBezTo>
                  <a:cubicBezTo>
                    <a:pt x="548" y="834"/>
                    <a:pt x="477" y="858"/>
                    <a:pt x="393" y="858"/>
                  </a:cubicBezTo>
                  <a:cubicBezTo>
                    <a:pt x="334" y="858"/>
                    <a:pt x="274" y="846"/>
                    <a:pt x="238" y="811"/>
                  </a:cubicBezTo>
                  <a:cubicBezTo>
                    <a:pt x="203" y="787"/>
                    <a:pt x="179" y="739"/>
                    <a:pt x="179" y="691"/>
                  </a:cubicBezTo>
                  <a:cubicBezTo>
                    <a:pt x="179" y="632"/>
                    <a:pt x="203" y="584"/>
                    <a:pt x="250" y="549"/>
                  </a:cubicBezTo>
                  <a:cubicBezTo>
                    <a:pt x="310" y="525"/>
                    <a:pt x="393" y="513"/>
                    <a:pt x="524" y="513"/>
                  </a:cubicBezTo>
                  <a:close/>
                  <a:moveTo>
                    <a:pt x="417" y="1"/>
                  </a:moveTo>
                  <a:cubicBezTo>
                    <a:pt x="369" y="1"/>
                    <a:pt x="310" y="13"/>
                    <a:pt x="250" y="25"/>
                  </a:cubicBezTo>
                  <a:cubicBezTo>
                    <a:pt x="191" y="37"/>
                    <a:pt x="131" y="49"/>
                    <a:pt x="72" y="72"/>
                  </a:cubicBezTo>
                  <a:lnTo>
                    <a:pt x="72" y="227"/>
                  </a:lnTo>
                  <a:cubicBezTo>
                    <a:pt x="131" y="203"/>
                    <a:pt x="179" y="179"/>
                    <a:pt x="238" y="168"/>
                  </a:cubicBezTo>
                  <a:cubicBezTo>
                    <a:pt x="298" y="156"/>
                    <a:pt x="346" y="144"/>
                    <a:pt x="393" y="144"/>
                  </a:cubicBezTo>
                  <a:cubicBezTo>
                    <a:pt x="488" y="144"/>
                    <a:pt x="560" y="168"/>
                    <a:pt x="608" y="203"/>
                  </a:cubicBezTo>
                  <a:cubicBezTo>
                    <a:pt x="655" y="239"/>
                    <a:pt x="679" y="299"/>
                    <a:pt x="679" y="370"/>
                  </a:cubicBezTo>
                  <a:lnTo>
                    <a:pt x="465" y="370"/>
                  </a:lnTo>
                  <a:cubicBezTo>
                    <a:pt x="310" y="370"/>
                    <a:pt x="191" y="406"/>
                    <a:pt x="119" y="453"/>
                  </a:cubicBezTo>
                  <a:cubicBezTo>
                    <a:pt x="36" y="513"/>
                    <a:pt x="0" y="596"/>
                    <a:pt x="0" y="703"/>
                  </a:cubicBezTo>
                  <a:cubicBezTo>
                    <a:pt x="0" y="799"/>
                    <a:pt x="24" y="870"/>
                    <a:pt x="96" y="930"/>
                  </a:cubicBezTo>
                  <a:cubicBezTo>
                    <a:pt x="155" y="977"/>
                    <a:pt x="238" y="1001"/>
                    <a:pt x="334" y="1001"/>
                  </a:cubicBezTo>
                  <a:cubicBezTo>
                    <a:pt x="417" y="1001"/>
                    <a:pt x="477" y="989"/>
                    <a:pt x="536" y="965"/>
                  </a:cubicBezTo>
                  <a:cubicBezTo>
                    <a:pt x="596" y="941"/>
                    <a:pt x="643" y="894"/>
                    <a:pt x="679" y="846"/>
                  </a:cubicBezTo>
                  <a:lnTo>
                    <a:pt x="679" y="989"/>
                  </a:lnTo>
                  <a:lnTo>
                    <a:pt x="858" y="989"/>
                  </a:lnTo>
                  <a:lnTo>
                    <a:pt x="858" y="441"/>
                  </a:lnTo>
                  <a:cubicBezTo>
                    <a:pt x="858" y="299"/>
                    <a:pt x="822" y="179"/>
                    <a:pt x="750" y="108"/>
                  </a:cubicBezTo>
                  <a:cubicBezTo>
                    <a:pt x="679" y="37"/>
                    <a:pt x="572" y="1"/>
                    <a:pt x="417" y="1"/>
                  </a:cubicBezTo>
                  <a:close/>
                  <a:moveTo>
                    <a:pt x="24" y="1132"/>
                  </a:moveTo>
                  <a:lnTo>
                    <a:pt x="24" y="1287"/>
                  </a:lnTo>
                  <a:lnTo>
                    <a:pt x="869" y="1287"/>
                  </a:lnTo>
                  <a:lnTo>
                    <a:pt x="869" y="11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9">
              <a:extLst>
                <a:ext uri="{FF2B5EF4-FFF2-40B4-BE49-F238E27FC236}">
                  <a16:creationId xmlns:a16="http://schemas.microsoft.com/office/drawing/2014/main" id="{78CE5D61-4A24-B08B-51E0-7AB38D64E920}"/>
                </a:ext>
              </a:extLst>
            </p:cNvPr>
            <p:cNvSpPr/>
            <p:nvPr/>
          </p:nvSpPr>
          <p:spPr>
            <a:xfrm>
              <a:off x="1993455" y="3718102"/>
              <a:ext cx="251670" cy="251201"/>
            </a:xfrm>
            <a:custGeom>
              <a:avLst/>
              <a:gdLst/>
              <a:ahLst/>
              <a:cxnLst/>
              <a:rect l="l" t="t" r="r" b="b"/>
              <a:pathLst>
                <a:path w="6430" h="6418" fill="none" extrusionOk="0">
                  <a:moveTo>
                    <a:pt x="5192" y="6418"/>
                  </a:moveTo>
                  <a:lnTo>
                    <a:pt x="1227" y="6418"/>
                  </a:lnTo>
                  <a:cubicBezTo>
                    <a:pt x="536" y="6418"/>
                    <a:pt x="0" y="5870"/>
                    <a:pt x="0" y="5204"/>
                  </a:cubicBezTo>
                  <a:lnTo>
                    <a:pt x="0" y="1227"/>
                  </a:lnTo>
                  <a:cubicBezTo>
                    <a:pt x="0" y="548"/>
                    <a:pt x="548" y="1"/>
                    <a:pt x="1227" y="1"/>
                  </a:cubicBezTo>
                  <a:lnTo>
                    <a:pt x="5192" y="1"/>
                  </a:lnTo>
                  <a:cubicBezTo>
                    <a:pt x="5882" y="1"/>
                    <a:pt x="6418" y="560"/>
                    <a:pt x="6418" y="1227"/>
                  </a:cubicBezTo>
                  <a:lnTo>
                    <a:pt x="6418" y="5204"/>
                  </a:lnTo>
                  <a:cubicBezTo>
                    <a:pt x="6430" y="5870"/>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9">
              <a:extLst>
                <a:ext uri="{FF2B5EF4-FFF2-40B4-BE49-F238E27FC236}">
                  <a16:creationId xmlns:a16="http://schemas.microsoft.com/office/drawing/2014/main" id="{4D056B7B-556E-1EF0-1F3E-E1C0AE989C72}"/>
                </a:ext>
              </a:extLst>
            </p:cNvPr>
            <p:cNvSpPr/>
            <p:nvPr/>
          </p:nvSpPr>
          <p:spPr>
            <a:xfrm>
              <a:off x="2305675" y="3718102"/>
              <a:ext cx="251670" cy="251201"/>
            </a:xfrm>
            <a:custGeom>
              <a:avLst/>
              <a:gdLst/>
              <a:ahLst/>
              <a:cxnLst/>
              <a:rect l="l" t="t" r="r" b="b"/>
              <a:pathLst>
                <a:path w="6430" h="6418" fill="none" extrusionOk="0">
                  <a:moveTo>
                    <a:pt x="5216" y="6418"/>
                  </a:moveTo>
                  <a:lnTo>
                    <a:pt x="1227" y="6418"/>
                  </a:lnTo>
                  <a:cubicBezTo>
                    <a:pt x="536" y="6418"/>
                    <a:pt x="1" y="5870"/>
                    <a:pt x="1" y="5204"/>
                  </a:cubicBezTo>
                  <a:lnTo>
                    <a:pt x="1" y="1227"/>
                  </a:lnTo>
                  <a:cubicBezTo>
                    <a:pt x="1" y="548"/>
                    <a:pt x="548" y="1"/>
                    <a:pt x="1227" y="1"/>
                  </a:cubicBezTo>
                  <a:lnTo>
                    <a:pt x="5192" y="1"/>
                  </a:lnTo>
                  <a:cubicBezTo>
                    <a:pt x="5882" y="1"/>
                    <a:pt x="6418" y="560"/>
                    <a:pt x="6418" y="1227"/>
                  </a:cubicBezTo>
                  <a:lnTo>
                    <a:pt x="6418" y="5204"/>
                  </a:lnTo>
                  <a:cubicBezTo>
                    <a:pt x="6430" y="5870"/>
                    <a:pt x="5882" y="6418"/>
                    <a:pt x="521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9">
              <a:extLst>
                <a:ext uri="{FF2B5EF4-FFF2-40B4-BE49-F238E27FC236}">
                  <a16:creationId xmlns:a16="http://schemas.microsoft.com/office/drawing/2014/main" id="{27F31B4F-6E70-DC42-1F08-1A21BCA7A072}"/>
                </a:ext>
              </a:extLst>
            </p:cNvPr>
            <p:cNvSpPr/>
            <p:nvPr/>
          </p:nvSpPr>
          <p:spPr>
            <a:xfrm>
              <a:off x="1993455" y="4854218"/>
              <a:ext cx="251670" cy="251240"/>
            </a:xfrm>
            <a:custGeom>
              <a:avLst/>
              <a:gdLst/>
              <a:ahLst/>
              <a:cxnLst/>
              <a:rect l="l" t="t" r="r" b="b"/>
              <a:pathLst>
                <a:path w="6430" h="6419" fill="none" extrusionOk="0">
                  <a:moveTo>
                    <a:pt x="5192" y="6418"/>
                  </a:moveTo>
                  <a:lnTo>
                    <a:pt x="1227" y="6418"/>
                  </a:lnTo>
                  <a:cubicBezTo>
                    <a:pt x="536" y="6418"/>
                    <a:pt x="0" y="5871"/>
                    <a:pt x="0" y="5192"/>
                  </a:cubicBezTo>
                  <a:lnTo>
                    <a:pt x="0" y="1227"/>
                  </a:lnTo>
                  <a:cubicBezTo>
                    <a:pt x="0" y="537"/>
                    <a:pt x="548" y="1"/>
                    <a:pt x="1227" y="1"/>
                  </a:cubicBezTo>
                  <a:lnTo>
                    <a:pt x="5192" y="1"/>
                  </a:lnTo>
                  <a:cubicBezTo>
                    <a:pt x="5882" y="1"/>
                    <a:pt x="6418" y="549"/>
                    <a:pt x="6418" y="1227"/>
                  </a:cubicBezTo>
                  <a:lnTo>
                    <a:pt x="6418" y="5192"/>
                  </a:lnTo>
                  <a:cubicBezTo>
                    <a:pt x="6430" y="5871"/>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9">
              <a:extLst>
                <a:ext uri="{FF2B5EF4-FFF2-40B4-BE49-F238E27FC236}">
                  <a16:creationId xmlns:a16="http://schemas.microsoft.com/office/drawing/2014/main" id="{B5F9F6F7-07C7-0168-F37B-645EAD990E64}"/>
                </a:ext>
              </a:extLst>
            </p:cNvPr>
            <p:cNvSpPr/>
            <p:nvPr/>
          </p:nvSpPr>
          <p:spPr>
            <a:xfrm>
              <a:off x="2305675" y="4854218"/>
              <a:ext cx="251670" cy="251240"/>
            </a:xfrm>
            <a:custGeom>
              <a:avLst/>
              <a:gdLst/>
              <a:ahLst/>
              <a:cxnLst/>
              <a:rect l="l" t="t" r="r" b="b"/>
              <a:pathLst>
                <a:path w="6430" h="6419" fill="none" extrusionOk="0">
                  <a:moveTo>
                    <a:pt x="5216" y="6418"/>
                  </a:moveTo>
                  <a:lnTo>
                    <a:pt x="1227" y="6418"/>
                  </a:lnTo>
                  <a:cubicBezTo>
                    <a:pt x="536" y="6418"/>
                    <a:pt x="1" y="5871"/>
                    <a:pt x="1" y="5192"/>
                  </a:cubicBezTo>
                  <a:lnTo>
                    <a:pt x="1" y="1227"/>
                  </a:lnTo>
                  <a:cubicBezTo>
                    <a:pt x="1" y="537"/>
                    <a:pt x="548" y="1"/>
                    <a:pt x="1227" y="1"/>
                  </a:cubicBezTo>
                  <a:lnTo>
                    <a:pt x="5192" y="1"/>
                  </a:lnTo>
                  <a:cubicBezTo>
                    <a:pt x="5882" y="1"/>
                    <a:pt x="6418" y="549"/>
                    <a:pt x="6418" y="1227"/>
                  </a:cubicBezTo>
                  <a:lnTo>
                    <a:pt x="6418" y="5192"/>
                  </a:lnTo>
                  <a:cubicBezTo>
                    <a:pt x="6430" y="5871"/>
                    <a:pt x="5882" y="6418"/>
                    <a:pt x="521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9">
              <a:extLst>
                <a:ext uri="{FF2B5EF4-FFF2-40B4-BE49-F238E27FC236}">
                  <a16:creationId xmlns:a16="http://schemas.microsoft.com/office/drawing/2014/main" id="{91BFA55D-F19C-3F15-14D0-05F0FBC7F5D5}"/>
                </a:ext>
              </a:extLst>
            </p:cNvPr>
            <p:cNvSpPr/>
            <p:nvPr/>
          </p:nvSpPr>
          <p:spPr>
            <a:xfrm>
              <a:off x="1990206" y="4282892"/>
              <a:ext cx="492146" cy="251240"/>
            </a:xfrm>
            <a:custGeom>
              <a:avLst/>
              <a:gdLst/>
              <a:ahLst/>
              <a:cxnLst/>
              <a:rect l="l" t="t" r="r" b="b"/>
              <a:pathLst>
                <a:path w="12574" h="6419" fill="none" extrusionOk="0">
                  <a:moveTo>
                    <a:pt x="11347" y="6418"/>
                  </a:moveTo>
                  <a:lnTo>
                    <a:pt x="1215" y="6418"/>
                  </a:lnTo>
                  <a:cubicBezTo>
                    <a:pt x="524" y="6418"/>
                    <a:pt x="0" y="5859"/>
                    <a:pt x="0" y="5192"/>
                  </a:cubicBezTo>
                  <a:lnTo>
                    <a:pt x="0" y="1215"/>
                  </a:lnTo>
                  <a:cubicBezTo>
                    <a:pt x="0" y="537"/>
                    <a:pt x="548" y="1"/>
                    <a:pt x="1215" y="1"/>
                  </a:cubicBezTo>
                  <a:lnTo>
                    <a:pt x="11347" y="1"/>
                  </a:lnTo>
                  <a:cubicBezTo>
                    <a:pt x="12037" y="1"/>
                    <a:pt x="12573" y="549"/>
                    <a:pt x="12573" y="1215"/>
                  </a:cubicBezTo>
                  <a:lnTo>
                    <a:pt x="12573" y="5192"/>
                  </a:lnTo>
                  <a:cubicBezTo>
                    <a:pt x="12573" y="5859"/>
                    <a:pt x="12025" y="6418"/>
                    <a:pt x="11347"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9">
              <a:extLst>
                <a:ext uri="{FF2B5EF4-FFF2-40B4-BE49-F238E27FC236}">
                  <a16:creationId xmlns:a16="http://schemas.microsoft.com/office/drawing/2014/main" id="{4E99F80C-AEC9-2A4D-DDEB-690F5F2B0303}"/>
                </a:ext>
              </a:extLst>
            </p:cNvPr>
            <p:cNvSpPr/>
            <p:nvPr/>
          </p:nvSpPr>
          <p:spPr>
            <a:xfrm>
              <a:off x="2032125" y="4714449"/>
              <a:ext cx="80668" cy="69474"/>
            </a:xfrm>
            <a:custGeom>
              <a:avLst/>
              <a:gdLst/>
              <a:ahLst/>
              <a:cxnLst/>
              <a:rect l="l" t="t" r="r" b="b"/>
              <a:pathLst>
                <a:path w="2061" h="1775" fill="none" extrusionOk="0">
                  <a:moveTo>
                    <a:pt x="2060" y="1107"/>
                  </a:moveTo>
                  <a:lnTo>
                    <a:pt x="1037" y="0"/>
                  </a:lnTo>
                  <a:lnTo>
                    <a:pt x="1" y="1107"/>
                  </a:lnTo>
                  <a:lnTo>
                    <a:pt x="477" y="1107"/>
                  </a:lnTo>
                  <a:lnTo>
                    <a:pt x="477" y="1774"/>
                  </a:lnTo>
                  <a:lnTo>
                    <a:pt x="1584" y="1774"/>
                  </a:lnTo>
                  <a:lnTo>
                    <a:pt x="1584" y="110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9">
              <a:extLst>
                <a:ext uri="{FF2B5EF4-FFF2-40B4-BE49-F238E27FC236}">
                  <a16:creationId xmlns:a16="http://schemas.microsoft.com/office/drawing/2014/main" id="{6994285E-751F-AC21-E1A2-BF235B081BC5}"/>
                </a:ext>
              </a:extLst>
            </p:cNvPr>
            <p:cNvSpPr/>
            <p:nvPr/>
          </p:nvSpPr>
          <p:spPr>
            <a:xfrm>
              <a:off x="2094123" y="4162223"/>
              <a:ext cx="34991" cy="37300"/>
            </a:xfrm>
            <a:custGeom>
              <a:avLst/>
              <a:gdLst/>
              <a:ahLst/>
              <a:cxnLst/>
              <a:rect l="l" t="t" r="r" b="b"/>
              <a:pathLst>
                <a:path w="894" h="953" fill="none" extrusionOk="0">
                  <a:moveTo>
                    <a:pt x="0" y="953"/>
                  </a:moveTo>
                  <a:lnTo>
                    <a:pt x="893" y="476"/>
                  </a:ln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9">
              <a:extLst>
                <a:ext uri="{FF2B5EF4-FFF2-40B4-BE49-F238E27FC236}">
                  <a16:creationId xmlns:a16="http://schemas.microsoft.com/office/drawing/2014/main" id="{F2DDB221-15B3-8E62-45AC-37BAB3283617}"/>
                </a:ext>
              </a:extLst>
            </p:cNvPr>
            <p:cNvSpPr/>
            <p:nvPr/>
          </p:nvSpPr>
          <p:spPr>
            <a:xfrm>
              <a:off x="2022810" y="4180854"/>
              <a:ext cx="104895" cy="39"/>
            </a:xfrm>
            <a:custGeom>
              <a:avLst/>
              <a:gdLst/>
              <a:ahLst/>
              <a:cxnLst/>
              <a:rect l="l" t="t" r="r" b="b"/>
              <a:pathLst>
                <a:path w="2680" h="1" fill="none" extrusionOk="0">
                  <a:moveTo>
                    <a:pt x="2679" y="0"/>
                  </a:moveTo>
                  <a:lnTo>
                    <a:pt x="1"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9">
              <a:extLst>
                <a:ext uri="{FF2B5EF4-FFF2-40B4-BE49-F238E27FC236}">
                  <a16:creationId xmlns:a16="http://schemas.microsoft.com/office/drawing/2014/main" id="{55D7150B-D6DA-A1B6-69F4-623200927FAF}"/>
                </a:ext>
              </a:extLst>
            </p:cNvPr>
            <p:cNvSpPr/>
            <p:nvPr/>
          </p:nvSpPr>
          <p:spPr>
            <a:xfrm>
              <a:off x="2141639" y="4156157"/>
              <a:ext cx="39" cy="49904"/>
            </a:xfrm>
            <a:custGeom>
              <a:avLst/>
              <a:gdLst/>
              <a:ahLst/>
              <a:cxnLst/>
              <a:rect l="l" t="t" r="r" b="b"/>
              <a:pathLst>
                <a:path w="1" h="1275" fill="none" extrusionOk="0">
                  <a:moveTo>
                    <a:pt x="1" y="1274"/>
                  </a:moveTo>
                  <a:lnTo>
                    <a:pt x="1"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9">
              <a:extLst>
                <a:ext uri="{FF2B5EF4-FFF2-40B4-BE49-F238E27FC236}">
                  <a16:creationId xmlns:a16="http://schemas.microsoft.com/office/drawing/2014/main" id="{0F07ADBC-527E-5220-354F-94BE974418F0}"/>
                </a:ext>
              </a:extLst>
            </p:cNvPr>
            <p:cNvSpPr/>
            <p:nvPr/>
          </p:nvSpPr>
          <p:spPr>
            <a:xfrm>
              <a:off x="2374639" y="4566226"/>
              <a:ext cx="250770" cy="251240"/>
            </a:xfrm>
            <a:custGeom>
              <a:avLst/>
              <a:gdLst/>
              <a:ahLst/>
              <a:cxnLst/>
              <a:rect l="l" t="t" r="r" b="b"/>
              <a:pathLst>
                <a:path w="6407" h="6419" fill="none" extrusionOk="0">
                  <a:moveTo>
                    <a:pt x="5192" y="6418"/>
                  </a:moveTo>
                  <a:lnTo>
                    <a:pt x="1215" y="6418"/>
                  </a:lnTo>
                  <a:cubicBezTo>
                    <a:pt x="537" y="6418"/>
                    <a:pt x="1" y="5871"/>
                    <a:pt x="1" y="5204"/>
                  </a:cubicBezTo>
                  <a:lnTo>
                    <a:pt x="1" y="1227"/>
                  </a:lnTo>
                  <a:cubicBezTo>
                    <a:pt x="1" y="537"/>
                    <a:pt x="548" y="1"/>
                    <a:pt x="1215" y="1"/>
                  </a:cubicBezTo>
                  <a:lnTo>
                    <a:pt x="5192" y="1"/>
                  </a:lnTo>
                  <a:cubicBezTo>
                    <a:pt x="5871" y="1"/>
                    <a:pt x="6406" y="560"/>
                    <a:pt x="6406" y="1227"/>
                  </a:cubicBezTo>
                  <a:lnTo>
                    <a:pt x="6406" y="5204"/>
                  </a:lnTo>
                  <a:cubicBezTo>
                    <a:pt x="6406" y="5871"/>
                    <a:pt x="5859"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9">
              <a:extLst>
                <a:ext uri="{FF2B5EF4-FFF2-40B4-BE49-F238E27FC236}">
                  <a16:creationId xmlns:a16="http://schemas.microsoft.com/office/drawing/2014/main" id="{5AEABBE8-0FDA-6DCB-74C1-3A99EFE5045F}"/>
                </a:ext>
              </a:extLst>
            </p:cNvPr>
            <p:cNvSpPr/>
            <p:nvPr/>
          </p:nvSpPr>
          <p:spPr>
            <a:xfrm>
              <a:off x="1993455" y="4566226"/>
              <a:ext cx="318326" cy="251240"/>
            </a:xfrm>
            <a:custGeom>
              <a:avLst/>
              <a:gdLst/>
              <a:ahLst/>
              <a:cxnLst/>
              <a:rect l="l" t="t" r="r" b="b"/>
              <a:pathLst>
                <a:path w="8133" h="6419" fill="none" extrusionOk="0">
                  <a:moveTo>
                    <a:pt x="6906" y="6418"/>
                  </a:moveTo>
                  <a:lnTo>
                    <a:pt x="1227" y="6418"/>
                  </a:lnTo>
                  <a:cubicBezTo>
                    <a:pt x="536" y="6418"/>
                    <a:pt x="0" y="5871"/>
                    <a:pt x="0" y="5204"/>
                  </a:cubicBezTo>
                  <a:lnTo>
                    <a:pt x="0" y="1227"/>
                  </a:lnTo>
                  <a:cubicBezTo>
                    <a:pt x="0" y="537"/>
                    <a:pt x="548" y="1"/>
                    <a:pt x="1227" y="1"/>
                  </a:cubicBezTo>
                  <a:lnTo>
                    <a:pt x="6906" y="1"/>
                  </a:lnTo>
                  <a:cubicBezTo>
                    <a:pt x="7597" y="1"/>
                    <a:pt x="8132" y="560"/>
                    <a:pt x="8132" y="1227"/>
                  </a:cubicBezTo>
                  <a:lnTo>
                    <a:pt x="8132" y="5204"/>
                  </a:lnTo>
                  <a:cubicBezTo>
                    <a:pt x="8132" y="5871"/>
                    <a:pt x="7597" y="6418"/>
                    <a:pt x="690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9">
              <a:extLst>
                <a:ext uri="{FF2B5EF4-FFF2-40B4-BE49-F238E27FC236}">
                  <a16:creationId xmlns:a16="http://schemas.microsoft.com/office/drawing/2014/main" id="{D682BBB9-C2E1-2915-94D2-38A360BCE673}"/>
                </a:ext>
              </a:extLst>
            </p:cNvPr>
            <p:cNvSpPr/>
            <p:nvPr/>
          </p:nvSpPr>
          <p:spPr>
            <a:xfrm>
              <a:off x="2183597" y="3889613"/>
              <a:ext cx="20079" cy="49864"/>
            </a:xfrm>
            <a:custGeom>
              <a:avLst/>
              <a:gdLst/>
              <a:ahLst/>
              <a:cxnLst/>
              <a:rect l="l" t="t" r="r" b="b"/>
              <a:pathLst>
                <a:path w="513" h="1274" extrusionOk="0">
                  <a:moveTo>
                    <a:pt x="0" y="0"/>
                  </a:moveTo>
                  <a:lnTo>
                    <a:pt x="393" y="1274"/>
                  </a:lnTo>
                  <a:lnTo>
                    <a:pt x="512" y="1274"/>
                  </a:lnTo>
                  <a:lnTo>
                    <a:pt x="1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9">
              <a:extLst>
                <a:ext uri="{FF2B5EF4-FFF2-40B4-BE49-F238E27FC236}">
                  <a16:creationId xmlns:a16="http://schemas.microsoft.com/office/drawing/2014/main" id="{8E404E44-AB57-EEDE-F900-91FF7D1AAF0D}"/>
                </a:ext>
              </a:extLst>
            </p:cNvPr>
            <p:cNvSpPr/>
            <p:nvPr/>
          </p:nvSpPr>
          <p:spPr>
            <a:xfrm>
              <a:off x="2414249" y="3857440"/>
              <a:ext cx="42467" cy="70883"/>
            </a:xfrm>
            <a:custGeom>
              <a:avLst/>
              <a:gdLst/>
              <a:ahLst/>
              <a:cxnLst/>
              <a:rect l="l" t="t" r="r" b="b"/>
              <a:pathLst>
                <a:path w="1085" h="1811" extrusionOk="0">
                  <a:moveTo>
                    <a:pt x="429" y="1"/>
                  </a:moveTo>
                  <a:lnTo>
                    <a:pt x="1" y="84"/>
                  </a:lnTo>
                  <a:lnTo>
                    <a:pt x="1" y="310"/>
                  </a:lnTo>
                  <a:lnTo>
                    <a:pt x="441" y="215"/>
                  </a:lnTo>
                  <a:lnTo>
                    <a:pt x="441" y="1608"/>
                  </a:lnTo>
                  <a:lnTo>
                    <a:pt x="37" y="1608"/>
                  </a:lnTo>
                  <a:lnTo>
                    <a:pt x="37" y="1810"/>
                  </a:lnTo>
                  <a:lnTo>
                    <a:pt x="1084" y="1810"/>
                  </a:lnTo>
                  <a:lnTo>
                    <a:pt x="1084" y="1608"/>
                  </a:lnTo>
                  <a:lnTo>
                    <a:pt x="679" y="1608"/>
                  </a:lnTo>
                  <a:lnTo>
                    <a:pt x="6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9">
              <a:extLst>
                <a:ext uri="{FF2B5EF4-FFF2-40B4-BE49-F238E27FC236}">
                  <a16:creationId xmlns:a16="http://schemas.microsoft.com/office/drawing/2014/main" id="{777A2EEE-1BEF-CD8C-5E0E-F21FD0718E68}"/>
                </a:ext>
              </a:extLst>
            </p:cNvPr>
            <p:cNvSpPr/>
            <p:nvPr/>
          </p:nvSpPr>
          <p:spPr>
            <a:xfrm>
              <a:off x="2424034" y="3746987"/>
              <a:ext cx="6576" cy="49904"/>
            </a:xfrm>
            <a:custGeom>
              <a:avLst/>
              <a:gdLst/>
              <a:ahLst/>
              <a:cxnLst/>
              <a:rect l="l" t="t" r="r" b="b"/>
              <a:pathLst>
                <a:path w="168" h="1275" extrusionOk="0">
                  <a:moveTo>
                    <a:pt x="1" y="1"/>
                  </a:moveTo>
                  <a:lnTo>
                    <a:pt x="1" y="560"/>
                  </a:lnTo>
                  <a:lnTo>
                    <a:pt x="13" y="858"/>
                  </a:lnTo>
                  <a:lnTo>
                    <a:pt x="156" y="858"/>
                  </a:lnTo>
                  <a:lnTo>
                    <a:pt x="168" y="560"/>
                  </a:lnTo>
                  <a:lnTo>
                    <a:pt x="168" y="1"/>
                  </a:lnTo>
                  <a:close/>
                  <a:moveTo>
                    <a:pt x="1" y="1048"/>
                  </a:moveTo>
                  <a:lnTo>
                    <a:pt x="1" y="1275"/>
                  </a:lnTo>
                  <a:lnTo>
                    <a:pt x="168" y="1275"/>
                  </a:lnTo>
                  <a:lnTo>
                    <a:pt x="168" y="104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9">
              <a:extLst>
                <a:ext uri="{FF2B5EF4-FFF2-40B4-BE49-F238E27FC236}">
                  <a16:creationId xmlns:a16="http://schemas.microsoft.com/office/drawing/2014/main" id="{1B6A7BEE-9BD9-AB70-E36D-ABFF71587011}"/>
                </a:ext>
              </a:extLst>
            </p:cNvPr>
            <p:cNvSpPr/>
            <p:nvPr/>
          </p:nvSpPr>
          <p:spPr>
            <a:xfrm>
              <a:off x="2482783" y="3890983"/>
              <a:ext cx="52213" cy="53191"/>
            </a:xfrm>
            <a:custGeom>
              <a:avLst/>
              <a:gdLst/>
              <a:ahLst/>
              <a:cxnLst/>
              <a:rect l="l" t="t" r="r" b="b"/>
              <a:pathLst>
                <a:path w="1334" h="1359" extrusionOk="0">
                  <a:moveTo>
                    <a:pt x="667" y="453"/>
                  </a:moveTo>
                  <a:cubicBezTo>
                    <a:pt x="738" y="453"/>
                    <a:pt x="786" y="477"/>
                    <a:pt x="822" y="513"/>
                  </a:cubicBezTo>
                  <a:cubicBezTo>
                    <a:pt x="857" y="560"/>
                    <a:pt x="869" y="620"/>
                    <a:pt x="869" y="679"/>
                  </a:cubicBezTo>
                  <a:cubicBezTo>
                    <a:pt x="869" y="751"/>
                    <a:pt x="857" y="810"/>
                    <a:pt x="822" y="858"/>
                  </a:cubicBezTo>
                  <a:cubicBezTo>
                    <a:pt x="786" y="894"/>
                    <a:pt x="738" y="918"/>
                    <a:pt x="679" y="918"/>
                  </a:cubicBezTo>
                  <a:cubicBezTo>
                    <a:pt x="607" y="918"/>
                    <a:pt x="560" y="894"/>
                    <a:pt x="524" y="858"/>
                  </a:cubicBezTo>
                  <a:cubicBezTo>
                    <a:pt x="488" y="810"/>
                    <a:pt x="476" y="751"/>
                    <a:pt x="476" y="679"/>
                  </a:cubicBezTo>
                  <a:cubicBezTo>
                    <a:pt x="476" y="620"/>
                    <a:pt x="488" y="560"/>
                    <a:pt x="524" y="513"/>
                  </a:cubicBezTo>
                  <a:cubicBezTo>
                    <a:pt x="560" y="477"/>
                    <a:pt x="607" y="453"/>
                    <a:pt x="667" y="453"/>
                  </a:cubicBezTo>
                  <a:close/>
                  <a:moveTo>
                    <a:pt x="691" y="1"/>
                  </a:moveTo>
                  <a:cubicBezTo>
                    <a:pt x="595" y="1"/>
                    <a:pt x="512" y="25"/>
                    <a:pt x="417" y="48"/>
                  </a:cubicBezTo>
                  <a:cubicBezTo>
                    <a:pt x="333" y="84"/>
                    <a:pt x="262" y="132"/>
                    <a:pt x="202" y="203"/>
                  </a:cubicBezTo>
                  <a:cubicBezTo>
                    <a:pt x="131" y="263"/>
                    <a:pt x="83" y="334"/>
                    <a:pt x="48" y="417"/>
                  </a:cubicBezTo>
                  <a:cubicBezTo>
                    <a:pt x="12" y="501"/>
                    <a:pt x="0" y="584"/>
                    <a:pt x="0" y="679"/>
                  </a:cubicBezTo>
                  <a:cubicBezTo>
                    <a:pt x="0" y="775"/>
                    <a:pt x="12" y="870"/>
                    <a:pt x="48" y="953"/>
                  </a:cubicBezTo>
                  <a:cubicBezTo>
                    <a:pt x="83" y="1025"/>
                    <a:pt x="131" y="1108"/>
                    <a:pt x="202" y="1168"/>
                  </a:cubicBezTo>
                  <a:cubicBezTo>
                    <a:pt x="262" y="1227"/>
                    <a:pt x="333" y="1275"/>
                    <a:pt x="417" y="1310"/>
                  </a:cubicBezTo>
                  <a:cubicBezTo>
                    <a:pt x="500" y="1346"/>
                    <a:pt x="583" y="1358"/>
                    <a:pt x="679" y="1358"/>
                  </a:cubicBezTo>
                  <a:cubicBezTo>
                    <a:pt x="762" y="1358"/>
                    <a:pt x="833" y="1346"/>
                    <a:pt x="905" y="1322"/>
                  </a:cubicBezTo>
                  <a:cubicBezTo>
                    <a:pt x="976" y="1299"/>
                    <a:pt x="1048" y="1251"/>
                    <a:pt x="1107" y="1203"/>
                  </a:cubicBezTo>
                  <a:lnTo>
                    <a:pt x="1048" y="1120"/>
                  </a:lnTo>
                  <a:cubicBezTo>
                    <a:pt x="988" y="1168"/>
                    <a:pt x="929" y="1191"/>
                    <a:pt x="869" y="1215"/>
                  </a:cubicBezTo>
                  <a:cubicBezTo>
                    <a:pt x="810" y="1239"/>
                    <a:pt x="750" y="1251"/>
                    <a:pt x="679" y="1251"/>
                  </a:cubicBezTo>
                  <a:cubicBezTo>
                    <a:pt x="607" y="1251"/>
                    <a:pt x="524" y="1239"/>
                    <a:pt x="452" y="1203"/>
                  </a:cubicBezTo>
                  <a:cubicBezTo>
                    <a:pt x="393" y="1179"/>
                    <a:pt x="321" y="1144"/>
                    <a:pt x="274" y="1084"/>
                  </a:cubicBezTo>
                  <a:cubicBezTo>
                    <a:pt x="214" y="1037"/>
                    <a:pt x="179" y="977"/>
                    <a:pt x="143" y="906"/>
                  </a:cubicBezTo>
                  <a:cubicBezTo>
                    <a:pt x="119" y="834"/>
                    <a:pt x="107" y="763"/>
                    <a:pt x="107" y="679"/>
                  </a:cubicBezTo>
                  <a:cubicBezTo>
                    <a:pt x="107" y="584"/>
                    <a:pt x="131" y="489"/>
                    <a:pt x="167" y="406"/>
                  </a:cubicBezTo>
                  <a:cubicBezTo>
                    <a:pt x="214" y="322"/>
                    <a:pt x="274" y="263"/>
                    <a:pt x="357" y="203"/>
                  </a:cubicBezTo>
                  <a:cubicBezTo>
                    <a:pt x="405" y="179"/>
                    <a:pt x="452" y="156"/>
                    <a:pt x="512" y="132"/>
                  </a:cubicBezTo>
                  <a:cubicBezTo>
                    <a:pt x="572" y="120"/>
                    <a:pt x="631" y="108"/>
                    <a:pt x="691" y="108"/>
                  </a:cubicBezTo>
                  <a:cubicBezTo>
                    <a:pt x="786" y="108"/>
                    <a:pt x="869" y="132"/>
                    <a:pt x="941" y="167"/>
                  </a:cubicBezTo>
                  <a:cubicBezTo>
                    <a:pt x="1012" y="203"/>
                    <a:pt x="1083" y="251"/>
                    <a:pt x="1131" y="310"/>
                  </a:cubicBezTo>
                  <a:cubicBezTo>
                    <a:pt x="1167" y="358"/>
                    <a:pt x="1191" y="394"/>
                    <a:pt x="1203" y="441"/>
                  </a:cubicBezTo>
                  <a:cubicBezTo>
                    <a:pt x="1214" y="489"/>
                    <a:pt x="1226" y="548"/>
                    <a:pt x="1226" y="596"/>
                  </a:cubicBezTo>
                  <a:cubicBezTo>
                    <a:pt x="1226" y="691"/>
                    <a:pt x="1203" y="763"/>
                    <a:pt x="1167" y="810"/>
                  </a:cubicBezTo>
                  <a:cubicBezTo>
                    <a:pt x="1119" y="870"/>
                    <a:pt x="1060" y="906"/>
                    <a:pt x="988" y="918"/>
                  </a:cubicBezTo>
                  <a:lnTo>
                    <a:pt x="988" y="358"/>
                  </a:lnTo>
                  <a:lnTo>
                    <a:pt x="881" y="358"/>
                  </a:lnTo>
                  <a:lnTo>
                    <a:pt x="881" y="465"/>
                  </a:lnTo>
                  <a:cubicBezTo>
                    <a:pt x="857" y="417"/>
                    <a:pt x="822" y="394"/>
                    <a:pt x="786" y="370"/>
                  </a:cubicBezTo>
                  <a:cubicBezTo>
                    <a:pt x="738" y="358"/>
                    <a:pt x="691" y="346"/>
                    <a:pt x="643" y="346"/>
                  </a:cubicBezTo>
                  <a:cubicBezTo>
                    <a:pt x="560" y="346"/>
                    <a:pt x="488" y="382"/>
                    <a:pt x="429" y="441"/>
                  </a:cubicBezTo>
                  <a:cubicBezTo>
                    <a:pt x="381" y="501"/>
                    <a:pt x="357" y="584"/>
                    <a:pt x="357" y="679"/>
                  </a:cubicBezTo>
                  <a:cubicBezTo>
                    <a:pt x="357" y="787"/>
                    <a:pt x="381" y="870"/>
                    <a:pt x="429" y="929"/>
                  </a:cubicBezTo>
                  <a:cubicBezTo>
                    <a:pt x="488" y="989"/>
                    <a:pt x="560" y="1025"/>
                    <a:pt x="643" y="1025"/>
                  </a:cubicBezTo>
                  <a:cubicBezTo>
                    <a:pt x="691" y="1025"/>
                    <a:pt x="738" y="1013"/>
                    <a:pt x="774" y="1001"/>
                  </a:cubicBezTo>
                  <a:cubicBezTo>
                    <a:pt x="822" y="977"/>
                    <a:pt x="857" y="953"/>
                    <a:pt x="881" y="906"/>
                  </a:cubicBezTo>
                  <a:lnTo>
                    <a:pt x="881" y="1025"/>
                  </a:lnTo>
                  <a:cubicBezTo>
                    <a:pt x="1024" y="1025"/>
                    <a:pt x="1131" y="989"/>
                    <a:pt x="1214" y="906"/>
                  </a:cubicBezTo>
                  <a:cubicBezTo>
                    <a:pt x="1298" y="834"/>
                    <a:pt x="1334" y="727"/>
                    <a:pt x="1334" y="596"/>
                  </a:cubicBezTo>
                  <a:cubicBezTo>
                    <a:pt x="1334" y="537"/>
                    <a:pt x="1322" y="477"/>
                    <a:pt x="1310" y="417"/>
                  </a:cubicBezTo>
                  <a:cubicBezTo>
                    <a:pt x="1286" y="358"/>
                    <a:pt x="1250" y="298"/>
                    <a:pt x="1214" y="251"/>
                  </a:cubicBezTo>
                  <a:cubicBezTo>
                    <a:pt x="1155" y="179"/>
                    <a:pt x="1083" y="108"/>
                    <a:pt x="988" y="72"/>
                  </a:cubicBezTo>
                  <a:cubicBezTo>
                    <a:pt x="893" y="25"/>
                    <a:pt x="798" y="1"/>
                    <a:pt x="6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9">
              <a:extLst>
                <a:ext uri="{FF2B5EF4-FFF2-40B4-BE49-F238E27FC236}">
                  <a16:creationId xmlns:a16="http://schemas.microsoft.com/office/drawing/2014/main" id="{F3B581E3-912A-E455-4BCE-B11FFA493D5C}"/>
                </a:ext>
              </a:extLst>
            </p:cNvPr>
            <p:cNvSpPr/>
            <p:nvPr/>
          </p:nvSpPr>
          <p:spPr>
            <a:xfrm>
              <a:off x="2033065" y="5030857"/>
              <a:ext cx="16361" cy="35461"/>
            </a:xfrm>
            <a:custGeom>
              <a:avLst/>
              <a:gdLst/>
              <a:ahLst/>
              <a:cxnLst/>
              <a:rect l="l" t="t" r="r" b="b"/>
              <a:pathLst>
                <a:path w="418" h="906" extrusionOk="0">
                  <a:moveTo>
                    <a:pt x="322" y="0"/>
                  </a:moveTo>
                  <a:cubicBezTo>
                    <a:pt x="239" y="0"/>
                    <a:pt x="191" y="12"/>
                    <a:pt x="155" y="48"/>
                  </a:cubicBezTo>
                  <a:cubicBezTo>
                    <a:pt x="120" y="84"/>
                    <a:pt x="108" y="131"/>
                    <a:pt x="108" y="203"/>
                  </a:cubicBezTo>
                  <a:lnTo>
                    <a:pt x="108" y="250"/>
                  </a:lnTo>
                  <a:lnTo>
                    <a:pt x="0" y="250"/>
                  </a:lnTo>
                  <a:lnTo>
                    <a:pt x="0" y="334"/>
                  </a:lnTo>
                  <a:lnTo>
                    <a:pt x="108" y="334"/>
                  </a:lnTo>
                  <a:lnTo>
                    <a:pt x="108" y="905"/>
                  </a:lnTo>
                  <a:lnTo>
                    <a:pt x="215" y="905"/>
                  </a:lnTo>
                  <a:lnTo>
                    <a:pt x="215" y="334"/>
                  </a:lnTo>
                  <a:lnTo>
                    <a:pt x="393" y="334"/>
                  </a:lnTo>
                  <a:lnTo>
                    <a:pt x="393" y="250"/>
                  </a:lnTo>
                  <a:lnTo>
                    <a:pt x="215" y="250"/>
                  </a:lnTo>
                  <a:lnTo>
                    <a:pt x="215" y="191"/>
                  </a:lnTo>
                  <a:cubicBezTo>
                    <a:pt x="215" y="155"/>
                    <a:pt x="227" y="119"/>
                    <a:pt x="239" y="108"/>
                  </a:cubicBezTo>
                  <a:cubicBezTo>
                    <a:pt x="251" y="96"/>
                    <a:pt x="274" y="84"/>
                    <a:pt x="322" y="84"/>
                  </a:cubicBezTo>
                  <a:lnTo>
                    <a:pt x="417" y="84"/>
                  </a:lnTo>
                  <a:lnTo>
                    <a:pt x="4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9">
              <a:extLst>
                <a:ext uri="{FF2B5EF4-FFF2-40B4-BE49-F238E27FC236}">
                  <a16:creationId xmlns:a16="http://schemas.microsoft.com/office/drawing/2014/main" id="{32D22451-94C7-766F-1003-A609A76EA98D}"/>
                </a:ext>
              </a:extLst>
            </p:cNvPr>
            <p:cNvSpPr/>
            <p:nvPr/>
          </p:nvSpPr>
          <p:spPr>
            <a:xfrm>
              <a:off x="2052635" y="5040173"/>
              <a:ext cx="21488" cy="26146"/>
            </a:xfrm>
            <a:custGeom>
              <a:avLst/>
              <a:gdLst/>
              <a:ahLst/>
              <a:cxnLst/>
              <a:rect l="l" t="t" r="r" b="b"/>
              <a:pathLst>
                <a:path w="549" h="668" extrusionOk="0">
                  <a:moveTo>
                    <a:pt x="322" y="1"/>
                  </a:moveTo>
                  <a:cubicBezTo>
                    <a:pt x="274" y="1"/>
                    <a:pt x="239" y="1"/>
                    <a:pt x="203" y="24"/>
                  </a:cubicBezTo>
                  <a:cubicBezTo>
                    <a:pt x="167" y="48"/>
                    <a:pt x="143" y="72"/>
                    <a:pt x="108" y="120"/>
                  </a:cubicBezTo>
                  <a:lnTo>
                    <a:pt x="108" y="12"/>
                  </a:lnTo>
                  <a:lnTo>
                    <a:pt x="1" y="12"/>
                  </a:lnTo>
                  <a:lnTo>
                    <a:pt x="1" y="667"/>
                  </a:lnTo>
                  <a:lnTo>
                    <a:pt x="108" y="667"/>
                  </a:lnTo>
                  <a:lnTo>
                    <a:pt x="108" y="298"/>
                  </a:lnTo>
                  <a:cubicBezTo>
                    <a:pt x="108" y="227"/>
                    <a:pt x="132" y="179"/>
                    <a:pt x="167" y="143"/>
                  </a:cubicBezTo>
                  <a:cubicBezTo>
                    <a:pt x="191" y="108"/>
                    <a:pt x="239" y="96"/>
                    <a:pt x="298" y="96"/>
                  </a:cubicBezTo>
                  <a:cubicBezTo>
                    <a:pt x="346" y="96"/>
                    <a:pt x="382" y="108"/>
                    <a:pt x="405" y="131"/>
                  </a:cubicBezTo>
                  <a:cubicBezTo>
                    <a:pt x="429" y="167"/>
                    <a:pt x="441" y="215"/>
                    <a:pt x="441" y="274"/>
                  </a:cubicBezTo>
                  <a:lnTo>
                    <a:pt x="441" y="667"/>
                  </a:lnTo>
                  <a:lnTo>
                    <a:pt x="548" y="667"/>
                  </a:lnTo>
                  <a:lnTo>
                    <a:pt x="548" y="274"/>
                  </a:lnTo>
                  <a:cubicBezTo>
                    <a:pt x="548" y="179"/>
                    <a:pt x="536" y="108"/>
                    <a:pt x="489" y="72"/>
                  </a:cubicBezTo>
                  <a:cubicBezTo>
                    <a:pt x="453" y="24"/>
                    <a:pt x="393"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9">
              <a:extLst>
                <a:ext uri="{FF2B5EF4-FFF2-40B4-BE49-F238E27FC236}">
                  <a16:creationId xmlns:a16="http://schemas.microsoft.com/office/drawing/2014/main" id="{87ED5A44-4480-C5D1-A6DA-E646C9373821}"/>
                </a:ext>
              </a:extLst>
            </p:cNvPr>
            <p:cNvSpPr/>
            <p:nvPr/>
          </p:nvSpPr>
          <p:spPr>
            <a:xfrm>
              <a:off x="2361606" y="5040173"/>
              <a:ext cx="20549" cy="26615"/>
            </a:xfrm>
            <a:custGeom>
              <a:avLst/>
              <a:gdLst/>
              <a:ahLst/>
              <a:cxnLst/>
              <a:rect l="l" t="t" r="r" b="b"/>
              <a:pathLst>
                <a:path w="525" h="680" extrusionOk="0">
                  <a:moveTo>
                    <a:pt x="334" y="1"/>
                  </a:moveTo>
                  <a:cubicBezTo>
                    <a:pt x="227" y="1"/>
                    <a:pt x="143" y="24"/>
                    <a:pt x="96" y="84"/>
                  </a:cubicBezTo>
                  <a:cubicBezTo>
                    <a:pt x="36" y="143"/>
                    <a:pt x="0" y="239"/>
                    <a:pt x="0" y="334"/>
                  </a:cubicBezTo>
                  <a:cubicBezTo>
                    <a:pt x="0" y="441"/>
                    <a:pt x="36" y="524"/>
                    <a:pt x="96" y="584"/>
                  </a:cubicBezTo>
                  <a:cubicBezTo>
                    <a:pt x="143" y="655"/>
                    <a:pt x="227" y="679"/>
                    <a:pt x="322" y="679"/>
                  </a:cubicBezTo>
                  <a:cubicBezTo>
                    <a:pt x="358" y="679"/>
                    <a:pt x="393" y="679"/>
                    <a:pt x="429" y="667"/>
                  </a:cubicBezTo>
                  <a:cubicBezTo>
                    <a:pt x="453" y="667"/>
                    <a:pt x="489" y="655"/>
                    <a:pt x="524" y="643"/>
                  </a:cubicBezTo>
                  <a:lnTo>
                    <a:pt x="524" y="536"/>
                  </a:lnTo>
                  <a:cubicBezTo>
                    <a:pt x="489" y="560"/>
                    <a:pt x="453" y="572"/>
                    <a:pt x="429" y="584"/>
                  </a:cubicBezTo>
                  <a:cubicBezTo>
                    <a:pt x="393" y="584"/>
                    <a:pt x="369" y="596"/>
                    <a:pt x="334" y="596"/>
                  </a:cubicBezTo>
                  <a:cubicBezTo>
                    <a:pt x="262" y="596"/>
                    <a:pt x="215" y="572"/>
                    <a:pt x="179" y="524"/>
                  </a:cubicBezTo>
                  <a:cubicBezTo>
                    <a:pt x="131" y="477"/>
                    <a:pt x="119" y="417"/>
                    <a:pt x="119" y="334"/>
                  </a:cubicBezTo>
                  <a:cubicBezTo>
                    <a:pt x="119" y="262"/>
                    <a:pt x="131" y="203"/>
                    <a:pt x="179" y="155"/>
                  </a:cubicBezTo>
                  <a:cubicBezTo>
                    <a:pt x="215" y="108"/>
                    <a:pt x="262" y="84"/>
                    <a:pt x="334" y="84"/>
                  </a:cubicBezTo>
                  <a:cubicBezTo>
                    <a:pt x="369" y="84"/>
                    <a:pt x="393" y="96"/>
                    <a:pt x="429" y="96"/>
                  </a:cubicBezTo>
                  <a:cubicBezTo>
                    <a:pt x="453" y="108"/>
                    <a:pt x="489" y="120"/>
                    <a:pt x="524" y="143"/>
                  </a:cubicBezTo>
                  <a:lnTo>
                    <a:pt x="524" y="36"/>
                  </a:lnTo>
                  <a:cubicBezTo>
                    <a:pt x="489" y="24"/>
                    <a:pt x="465" y="12"/>
                    <a:pt x="429" y="12"/>
                  </a:cubicBezTo>
                  <a:cubicBezTo>
                    <a:pt x="393" y="1"/>
                    <a:pt x="369" y="1"/>
                    <a:pt x="3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9">
              <a:extLst>
                <a:ext uri="{FF2B5EF4-FFF2-40B4-BE49-F238E27FC236}">
                  <a16:creationId xmlns:a16="http://schemas.microsoft.com/office/drawing/2014/main" id="{6C1DF82E-30DE-A750-AA6E-670F6C1FB31F}"/>
                </a:ext>
              </a:extLst>
            </p:cNvPr>
            <p:cNvSpPr/>
            <p:nvPr/>
          </p:nvSpPr>
          <p:spPr>
            <a:xfrm>
              <a:off x="2387243" y="5040173"/>
              <a:ext cx="23797" cy="26615"/>
            </a:xfrm>
            <a:custGeom>
              <a:avLst/>
              <a:gdLst/>
              <a:ahLst/>
              <a:cxnLst/>
              <a:rect l="l" t="t" r="r" b="b"/>
              <a:pathLst>
                <a:path w="608" h="680" extrusionOk="0">
                  <a:moveTo>
                    <a:pt x="310" y="84"/>
                  </a:moveTo>
                  <a:cubicBezTo>
                    <a:pt x="357" y="84"/>
                    <a:pt x="405" y="108"/>
                    <a:pt x="441" y="155"/>
                  </a:cubicBezTo>
                  <a:cubicBezTo>
                    <a:pt x="476" y="203"/>
                    <a:pt x="488" y="262"/>
                    <a:pt x="488" y="334"/>
                  </a:cubicBezTo>
                  <a:cubicBezTo>
                    <a:pt x="488" y="417"/>
                    <a:pt x="476" y="477"/>
                    <a:pt x="441" y="524"/>
                  </a:cubicBezTo>
                  <a:cubicBezTo>
                    <a:pt x="405" y="572"/>
                    <a:pt x="357" y="596"/>
                    <a:pt x="310" y="596"/>
                  </a:cubicBezTo>
                  <a:cubicBezTo>
                    <a:pt x="250" y="596"/>
                    <a:pt x="203" y="572"/>
                    <a:pt x="167" y="524"/>
                  </a:cubicBezTo>
                  <a:cubicBezTo>
                    <a:pt x="131" y="477"/>
                    <a:pt x="119" y="417"/>
                    <a:pt x="119" y="334"/>
                  </a:cubicBezTo>
                  <a:cubicBezTo>
                    <a:pt x="119" y="262"/>
                    <a:pt x="131" y="203"/>
                    <a:pt x="167" y="155"/>
                  </a:cubicBezTo>
                  <a:cubicBezTo>
                    <a:pt x="203" y="108"/>
                    <a:pt x="250" y="84"/>
                    <a:pt x="310" y="84"/>
                  </a:cubicBezTo>
                  <a:close/>
                  <a:moveTo>
                    <a:pt x="310" y="1"/>
                  </a:moveTo>
                  <a:cubicBezTo>
                    <a:pt x="215" y="1"/>
                    <a:pt x="131" y="24"/>
                    <a:pt x="84" y="84"/>
                  </a:cubicBezTo>
                  <a:cubicBezTo>
                    <a:pt x="36" y="143"/>
                    <a:pt x="0" y="227"/>
                    <a:pt x="0" y="334"/>
                  </a:cubicBezTo>
                  <a:cubicBezTo>
                    <a:pt x="0" y="441"/>
                    <a:pt x="36" y="524"/>
                    <a:pt x="84" y="596"/>
                  </a:cubicBezTo>
                  <a:cubicBezTo>
                    <a:pt x="131" y="655"/>
                    <a:pt x="215" y="679"/>
                    <a:pt x="310" y="679"/>
                  </a:cubicBezTo>
                  <a:cubicBezTo>
                    <a:pt x="393" y="679"/>
                    <a:pt x="465" y="655"/>
                    <a:pt x="524" y="596"/>
                  </a:cubicBezTo>
                  <a:cubicBezTo>
                    <a:pt x="572" y="524"/>
                    <a:pt x="607" y="441"/>
                    <a:pt x="607" y="334"/>
                  </a:cubicBezTo>
                  <a:cubicBezTo>
                    <a:pt x="607" y="227"/>
                    <a:pt x="572" y="143"/>
                    <a:pt x="524" y="84"/>
                  </a:cubicBezTo>
                  <a:cubicBezTo>
                    <a:pt x="465" y="24"/>
                    <a:pt x="393" y="1"/>
                    <a:pt x="3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9">
              <a:extLst>
                <a:ext uri="{FF2B5EF4-FFF2-40B4-BE49-F238E27FC236}">
                  <a16:creationId xmlns:a16="http://schemas.microsoft.com/office/drawing/2014/main" id="{3E443206-8369-1B42-910E-08A7BF1D0C0F}"/>
                </a:ext>
              </a:extLst>
            </p:cNvPr>
            <p:cNvSpPr/>
            <p:nvPr/>
          </p:nvSpPr>
          <p:spPr>
            <a:xfrm>
              <a:off x="2417537" y="5040173"/>
              <a:ext cx="21449" cy="26146"/>
            </a:xfrm>
            <a:custGeom>
              <a:avLst/>
              <a:gdLst/>
              <a:ahLst/>
              <a:cxnLst/>
              <a:rect l="l" t="t" r="r" b="b"/>
              <a:pathLst>
                <a:path w="548" h="668" extrusionOk="0">
                  <a:moveTo>
                    <a:pt x="322" y="1"/>
                  </a:moveTo>
                  <a:cubicBezTo>
                    <a:pt x="274" y="1"/>
                    <a:pt x="238" y="1"/>
                    <a:pt x="203" y="24"/>
                  </a:cubicBezTo>
                  <a:cubicBezTo>
                    <a:pt x="167" y="48"/>
                    <a:pt x="131" y="72"/>
                    <a:pt x="107" y="120"/>
                  </a:cubicBezTo>
                  <a:lnTo>
                    <a:pt x="107" y="12"/>
                  </a:lnTo>
                  <a:lnTo>
                    <a:pt x="0" y="12"/>
                  </a:lnTo>
                  <a:lnTo>
                    <a:pt x="0" y="667"/>
                  </a:lnTo>
                  <a:lnTo>
                    <a:pt x="107" y="667"/>
                  </a:lnTo>
                  <a:lnTo>
                    <a:pt x="107" y="298"/>
                  </a:lnTo>
                  <a:cubicBezTo>
                    <a:pt x="107" y="227"/>
                    <a:pt x="131" y="179"/>
                    <a:pt x="167" y="143"/>
                  </a:cubicBezTo>
                  <a:cubicBezTo>
                    <a:pt x="191" y="108"/>
                    <a:pt x="238" y="96"/>
                    <a:pt x="298" y="96"/>
                  </a:cubicBezTo>
                  <a:cubicBezTo>
                    <a:pt x="345" y="96"/>
                    <a:pt x="381" y="108"/>
                    <a:pt x="405" y="131"/>
                  </a:cubicBezTo>
                  <a:cubicBezTo>
                    <a:pt x="429" y="167"/>
                    <a:pt x="441" y="215"/>
                    <a:pt x="441" y="274"/>
                  </a:cubicBezTo>
                  <a:lnTo>
                    <a:pt x="441" y="667"/>
                  </a:lnTo>
                  <a:lnTo>
                    <a:pt x="548" y="667"/>
                  </a:lnTo>
                  <a:lnTo>
                    <a:pt x="548" y="274"/>
                  </a:lnTo>
                  <a:cubicBezTo>
                    <a:pt x="548" y="179"/>
                    <a:pt x="536" y="108"/>
                    <a:pt x="488" y="72"/>
                  </a:cubicBezTo>
                  <a:cubicBezTo>
                    <a:pt x="453" y="24"/>
                    <a:pt x="393"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9">
              <a:extLst>
                <a:ext uri="{FF2B5EF4-FFF2-40B4-BE49-F238E27FC236}">
                  <a16:creationId xmlns:a16="http://schemas.microsoft.com/office/drawing/2014/main" id="{7CF4D1B4-2531-25D8-04C9-B4820250AB15}"/>
                </a:ext>
              </a:extLst>
            </p:cNvPr>
            <p:cNvSpPr/>
            <p:nvPr/>
          </p:nvSpPr>
          <p:spPr>
            <a:xfrm>
              <a:off x="2444074" y="5033167"/>
              <a:ext cx="16361" cy="33152"/>
            </a:xfrm>
            <a:custGeom>
              <a:avLst/>
              <a:gdLst/>
              <a:ahLst/>
              <a:cxnLst/>
              <a:rect l="l" t="t" r="r" b="b"/>
              <a:pathLst>
                <a:path w="418" h="847" extrusionOk="0">
                  <a:moveTo>
                    <a:pt x="84" y="1"/>
                  </a:moveTo>
                  <a:lnTo>
                    <a:pt x="84" y="191"/>
                  </a:lnTo>
                  <a:lnTo>
                    <a:pt x="1" y="191"/>
                  </a:lnTo>
                  <a:lnTo>
                    <a:pt x="1" y="275"/>
                  </a:lnTo>
                  <a:lnTo>
                    <a:pt x="84" y="275"/>
                  </a:lnTo>
                  <a:lnTo>
                    <a:pt x="84" y="632"/>
                  </a:lnTo>
                  <a:cubicBezTo>
                    <a:pt x="84" y="715"/>
                    <a:pt x="96" y="763"/>
                    <a:pt x="132" y="799"/>
                  </a:cubicBezTo>
                  <a:cubicBezTo>
                    <a:pt x="167" y="834"/>
                    <a:pt x="215" y="846"/>
                    <a:pt x="298" y="846"/>
                  </a:cubicBezTo>
                  <a:lnTo>
                    <a:pt x="418" y="846"/>
                  </a:lnTo>
                  <a:lnTo>
                    <a:pt x="418" y="751"/>
                  </a:lnTo>
                  <a:lnTo>
                    <a:pt x="298" y="751"/>
                  </a:lnTo>
                  <a:cubicBezTo>
                    <a:pt x="263" y="751"/>
                    <a:pt x="227" y="751"/>
                    <a:pt x="215" y="727"/>
                  </a:cubicBezTo>
                  <a:cubicBezTo>
                    <a:pt x="203" y="715"/>
                    <a:pt x="191" y="680"/>
                    <a:pt x="191" y="632"/>
                  </a:cubicBezTo>
                  <a:lnTo>
                    <a:pt x="191" y="275"/>
                  </a:lnTo>
                  <a:lnTo>
                    <a:pt x="418" y="275"/>
                  </a:lnTo>
                  <a:lnTo>
                    <a:pt x="418" y="191"/>
                  </a:lnTo>
                  <a:lnTo>
                    <a:pt x="191" y="191"/>
                  </a:lnTo>
                  <a:lnTo>
                    <a:pt x="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9">
              <a:extLst>
                <a:ext uri="{FF2B5EF4-FFF2-40B4-BE49-F238E27FC236}">
                  <a16:creationId xmlns:a16="http://schemas.microsoft.com/office/drawing/2014/main" id="{A3BCBD8F-CAF3-271B-9A1C-BD0613A43F78}"/>
                </a:ext>
              </a:extLst>
            </p:cNvPr>
            <p:cNvSpPr/>
            <p:nvPr/>
          </p:nvSpPr>
          <p:spPr>
            <a:xfrm>
              <a:off x="2465523" y="5040173"/>
              <a:ext cx="14951" cy="26146"/>
            </a:xfrm>
            <a:custGeom>
              <a:avLst/>
              <a:gdLst/>
              <a:ahLst/>
              <a:cxnLst/>
              <a:rect l="l" t="t" r="r" b="b"/>
              <a:pathLst>
                <a:path w="382" h="668" extrusionOk="0">
                  <a:moveTo>
                    <a:pt x="334" y="1"/>
                  </a:moveTo>
                  <a:cubicBezTo>
                    <a:pt x="274" y="1"/>
                    <a:pt x="239" y="1"/>
                    <a:pt x="203" y="24"/>
                  </a:cubicBezTo>
                  <a:cubicBezTo>
                    <a:pt x="167" y="48"/>
                    <a:pt x="131" y="72"/>
                    <a:pt x="108" y="120"/>
                  </a:cubicBezTo>
                  <a:lnTo>
                    <a:pt x="108" y="12"/>
                  </a:lnTo>
                  <a:lnTo>
                    <a:pt x="0" y="12"/>
                  </a:lnTo>
                  <a:lnTo>
                    <a:pt x="0" y="667"/>
                  </a:lnTo>
                  <a:lnTo>
                    <a:pt x="108" y="667"/>
                  </a:lnTo>
                  <a:lnTo>
                    <a:pt x="108" y="322"/>
                  </a:lnTo>
                  <a:cubicBezTo>
                    <a:pt x="108" y="251"/>
                    <a:pt x="131" y="191"/>
                    <a:pt x="155" y="155"/>
                  </a:cubicBezTo>
                  <a:cubicBezTo>
                    <a:pt x="191" y="108"/>
                    <a:pt x="239" y="96"/>
                    <a:pt x="298" y="96"/>
                  </a:cubicBezTo>
                  <a:lnTo>
                    <a:pt x="346" y="96"/>
                  </a:lnTo>
                  <a:cubicBezTo>
                    <a:pt x="358" y="96"/>
                    <a:pt x="370" y="108"/>
                    <a:pt x="381" y="108"/>
                  </a:cubicBezTo>
                  <a:lnTo>
                    <a:pt x="3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9">
              <a:extLst>
                <a:ext uri="{FF2B5EF4-FFF2-40B4-BE49-F238E27FC236}">
                  <a16:creationId xmlns:a16="http://schemas.microsoft.com/office/drawing/2014/main" id="{DEFD10E3-474E-97B9-1A08-3ED578073329}"/>
                </a:ext>
              </a:extLst>
            </p:cNvPr>
            <p:cNvSpPr/>
            <p:nvPr/>
          </p:nvSpPr>
          <p:spPr>
            <a:xfrm>
              <a:off x="2482314" y="5040173"/>
              <a:ext cx="23327" cy="26615"/>
            </a:xfrm>
            <a:custGeom>
              <a:avLst/>
              <a:gdLst/>
              <a:ahLst/>
              <a:cxnLst/>
              <a:rect l="l" t="t" r="r" b="b"/>
              <a:pathLst>
                <a:path w="596" h="680" extrusionOk="0">
                  <a:moveTo>
                    <a:pt x="298" y="84"/>
                  </a:moveTo>
                  <a:cubicBezTo>
                    <a:pt x="357" y="84"/>
                    <a:pt x="393" y="108"/>
                    <a:pt x="429" y="155"/>
                  </a:cubicBezTo>
                  <a:cubicBezTo>
                    <a:pt x="464" y="203"/>
                    <a:pt x="476" y="262"/>
                    <a:pt x="476" y="334"/>
                  </a:cubicBezTo>
                  <a:cubicBezTo>
                    <a:pt x="476" y="417"/>
                    <a:pt x="464" y="477"/>
                    <a:pt x="429" y="524"/>
                  </a:cubicBezTo>
                  <a:cubicBezTo>
                    <a:pt x="393" y="572"/>
                    <a:pt x="357" y="596"/>
                    <a:pt x="298" y="596"/>
                  </a:cubicBezTo>
                  <a:cubicBezTo>
                    <a:pt x="238" y="596"/>
                    <a:pt x="191" y="572"/>
                    <a:pt x="155" y="524"/>
                  </a:cubicBezTo>
                  <a:cubicBezTo>
                    <a:pt x="119" y="477"/>
                    <a:pt x="107" y="417"/>
                    <a:pt x="107" y="334"/>
                  </a:cubicBezTo>
                  <a:cubicBezTo>
                    <a:pt x="107" y="262"/>
                    <a:pt x="119" y="203"/>
                    <a:pt x="155" y="155"/>
                  </a:cubicBezTo>
                  <a:cubicBezTo>
                    <a:pt x="191" y="108"/>
                    <a:pt x="238" y="84"/>
                    <a:pt x="298" y="84"/>
                  </a:cubicBezTo>
                  <a:close/>
                  <a:moveTo>
                    <a:pt x="298" y="1"/>
                  </a:moveTo>
                  <a:cubicBezTo>
                    <a:pt x="203" y="1"/>
                    <a:pt x="131" y="24"/>
                    <a:pt x="72" y="84"/>
                  </a:cubicBezTo>
                  <a:cubicBezTo>
                    <a:pt x="24" y="143"/>
                    <a:pt x="0" y="227"/>
                    <a:pt x="0" y="334"/>
                  </a:cubicBezTo>
                  <a:cubicBezTo>
                    <a:pt x="0" y="441"/>
                    <a:pt x="24" y="524"/>
                    <a:pt x="72" y="596"/>
                  </a:cubicBezTo>
                  <a:cubicBezTo>
                    <a:pt x="131" y="655"/>
                    <a:pt x="203" y="679"/>
                    <a:pt x="298" y="679"/>
                  </a:cubicBezTo>
                  <a:cubicBezTo>
                    <a:pt x="393" y="679"/>
                    <a:pt x="464" y="655"/>
                    <a:pt x="512" y="596"/>
                  </a:cubicBezTo>
                  <a:cubicBezTo>
                    <a:pt x="572" y="524"/>
                    <a:pt x="595" y="441"/>
                    <a:pt x="595" y="334"/>
                  </a:cubicBezTo>
                  <a:cubicBezTo>
                    <a:pt x="595" y="227"/>
                    <a:pt x="572" y="143"/>
                    <a:pt x="512" y="84"/>
                  </a:cubicBezTo>
                  <a:cubicBezTo>
                    <a:pt x="464" y="24"/>
                    <a:pt x="393" y="1"/>
                    <a:pt x="2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9">
              <a:extLst>
                <a:ext uri="{FF2B5EF4-FFF2-40B4-BE49-F238E27FC236}">
                  <a16:creationId xmlns:a16="http://schemas.microsoft.com/office/drawing/2014/main" id="{08F1F828-E777-DE1D-D4E3-01520A8D45AF}"/>
                </a:ext>
              </a:extLst>
            </p:cNvPr>
            <p:cNvSpPr/>
            <p:nvPr/>
          </p:nvSpPr>
          <p:spPr>
            <a:xfrm>
              <a:off x="2512608" y="5030857"/>
              <a:ext cx="4227" cy="35461"/>
            </a:xfrm>
            <a:custGeom>
              <a:avLst/>
              <a:gdLst/>
              <a:ahLst/>
              <a:cxnLst/>
              <a:rect l="l" t="t" r="r" b="b"/>
              <a:pathLst>
                <a:path w="108" h="906" extrusionOk="0">
                  <a:moveTo>
                    <a:pt x="0" y="0"/>
                  </a:moveTo>
                  <a:lnTo>
                    <a:pt x="0" y="905"/>
                  </a:lnTo>
                  <a:lnTo>
                    <a:pt x="107" y="905"/>
                  </a:lnTo>
                  <a:lnTo>
                    <a:pt x="1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9">
              <a:extLst>
                <a:ext uri="{FF2B5EF4-FFF2-40B4-BE49-F238E27FC236}">
                  <a16:creationId xmlns:a16="http://schemas.microsoft.com/office/drawing/2014/main" id="{C8923DDA-034B-8582-9B78-D54A92BE256A}"/>
                </a:ext>
              </a:extLst>
            </p:cNvPr>
            <p:cNvSpPr/>
            <p:nvPr/>
          </p:nvSpPr>
          <p:spPr>
            <a:xfrm>
              <a:off x="2454328" y="4893398"/>
              <a:ext cx="63876" cy="33582"/>
            </a:xfrm>
            <a:custGeom>
              <a:avLst/>
              <a:gdLst/>
              <a:ahLst/>
              <a:cxnLst/>
              <a:rect l="l" t="t" r="r" b="b"/>
              <a:pathLst>
                <a:path w="1632" h="858" fill="none" extrusionOk="0">
                  <a:moveTo>
                    <a:pt x="1632" y="857"/>
                  </a:moveTo>
                  <a:lnTo>
                    <a:pt x="822" y="0"/>
                  </a:lnTo>
                  <a:lnTo>
                    <a:pt x="1" y="857"/>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9">
              <a:extLst>
                <a:ext uri="{FF2B5EF4-FFF2-40B4-BE49-F238E27FC236}">
                  <a16:creationId xmlns:a16="http://schemas.microsoft.com/office/drawing/2014/main" id="{435BDDCD-A561-6E75-4D0E-A381F33B2540}"/>
                </a:ext>
              </a:extLst>
            </p:cNvPr>
            <p:cNvSpPr/>
            <p:nvPr/>
          </p:nvSpPr>
          <p:spPr>
            <a:xfrm>
              <a:off x="2480905" y="4614251"/>
              <a:ext cx="34052" cy="63407"/>
            </a:xfrm>
            <a:custGeom>
              <a:avLst/>
              <a:gdLst/>
              <a:ahLst/>
              <a:cxnLst/>
              <a:rect l="l" t="t" r="r" b="b"/>
              <a:pathLst>
                <a:path w="870" h="1620" fill="none" extrusionOk="0">
                  <a:moveTo>
                    <a:pt x="0" y="1619"/>
                  </a:moveTo>
                  <a:lnTo>
                    <a:pt x="870" y="822"/>
                  </a:ln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9">
              <a:extLst>
                <a:ext uri="{FF2B5EF4-FFF2-40B4-BE49-F238E27FC236}">
                  <a16:creationId xmlns:a16="http://schemas.microsoft.com/office/drawing/2014/main" id="{DA93DF76-5933-A618-D64F-896E1562B0D5}"/>
                </a:ext>
              </a:extLst>
            </p:cNvPr>
            <p:cNvSpPr/>
            <p:nvPr/>
          </p:nvSpPr>
          <p:spPr>
            <a:xfrm>
              <a:off x="2480905" y="4706974"/>
              <a:ext cx="34052" cy="63876"/>
            </a:xfrm>
            <a:custGeom>
              <a:avLst/>
              <a:gdLst/>
              <a:ahLst/>
              <a:cxnLst/>
              <a:rect l="l" t="t" r="r" b="b"/>
              <a:pathLst>
                <a:path w="870" h="1632" fill="none" extrusionOk="0">
                  <a:moveTo>
                    <a:pt x="870" y="1"/>
                  </a:moveTo>
                  <a:lnTo>
                    <a:pt x="0" y="822"/>
                  </a:lnTo>
                  <a:lnTo>
                    <a:pt x="870" y="1632"/>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9">
              <a:extLst>
                <a:ext uri="{FF2B5EF4-FFF2-40B4-BE49-F238E27FC236}">
                  <a16:creationId xmlns:a16="http://schemas.microsoft.com/office/drawing/2014/main" id="{6FED6D1F-F30D-1427-C03F-CE8B49CE363E}"/>
                </a:ext>
              </a:extLst>
            </p:cNvPr>
            <p:cNvSpPr/>
            <p:nvPr/>
          </p:nvSpPr>
          <p:spPr>
            <a:xfrm>
              <a:off x="2032125" y="4397533"/>
              <a:ext cx="80668" cy="69943"/>
            </a:xfrm>
            <a:custGeom>
              <a:avLst/>
              <a:gdLst/>
              <a:ahLst/>
              <a:cxnLst/>
              <a:rect l="l" t="t" r="r" b="b"/>
              <a:pathLst>
                <a:path w="2061" h="1787" fill="none" extrusionOk="0">
                  <a:moveTo>
                    <a:pt x="2060" y="1108"/>
                  </a:moveTo>
                  <a:lnTo>
                    <a:pt x="1037" y="1"/>
                  </a:lnTo>
                  <a:lnTo>
                    <a:pt x="1" y="1108"/>
                  </a:lnTo>
                  <a:lnTo>
                    <a:pt x="477" y="1108"/>
                  </a:lnTo>
                  <a:lnTo>
                    <a:pt x="477" y="1787"/>
                  </a:lnTo>
                  <a:lnTo>
                    <a:pt x="1584" y="1787"/>
                  </a:lnTo>
                  <a:lnTo>
                    <a:pt x="1584" y="1108"/>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9">
              <a:extLst>
                <a:ext uri="{FF2B5EF4-FFF2-40B4-BE49-F238E27FC236}">
                  <a16:creationId xmlns:a16="http://schemas.microsoft.com/office/drawing/2014/main" id="{5BB2327D-B88C-DEB6-271A-C24A154617C8}"/>
                </a:ext>
              </a:extLst>
            </p:cNvPr>
            <p:cNvSpPr/>
            <p:nvPr/>
          </p:nvSpPr>
          <p:spPr>
            <a:xfrm>
              <a:off x="2050756" y="4479570"/>
              <a:ext cx="43406" cy="14012"/>
            </a:xfrm>
            <a:custGeom>
              <a:avLst/>
              <a:gdLst/>
              <a:ahLst/>
              <a:cxnLst/>
              <a:rect l="l" t="t" r="r" b="b"/>
              <a:pathLst>
                <a:path w="1109" h="358" fill="none" extrusionOk="0">
                  <a:moveTo>
                    <a:pt x="1" y="0"/>
                  </a:moveTo>
                  <a:lnTo>
                    <a:pt x="1108" y="0"/>
                  </a:lnTo>
                  <a:lnTo>
                    <a:pt x="1108" y="358"/>
                  </a:lnTo>
                  <a:lnTo>
                    <a:pt x="1" y="358"/>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3" name="Google Shape;873;p39">
            <a:extLst>
              <a:ext uri="{FF2B5EF4-FFF2-40B4-BE49-F238E27FC236}">
                <a16:creationId xmlns:a16="http://schemas.microsoft.com/office/drawing/2014/main" id="{F5635F4A-3986-0210-934F-8DAC1443F016}"/>
              </a:ext>
            </a:extLst>
          </p:cNvPr>
          <p:cNvGrpSpPr/>
          <p:nvPr/>
        </p:nvGrpSpPr>
        <p:grpSpPr>
          <a:xfrm>
            <a:off x="7041509" y="962160"/>
            <a:ext cx="915918" cy="915918"/>
            <a:chOff x="6998874" y="164307"/>
            <a:chExt cx="409678" cy="409678"/>
          </a:xfrm>
        </p:grpSpPr>
        <p:sp>
          <p:nvSpPr>
            <p:cNvPr id="874" name="Google Shape;874;p39">
              <a:extLst>
                <a:ext uri="{FF2B5EF4-FFF2-40B4-BE49-F238E27FC236}">
                  <a16:creationId xmlns:a16="http://schemas.microsoft.com/office/drawing/2014/main" id="{B6B51399-8C88-10D5-F821-8475A9772B0C}"/>
                </a:ext>
              </a:extLst>
            </p:cNvPr>
            <p:cNvSpPr/>
            <p:nvPr/>
          </p:nvSpPr>
          <p:spPr>
            <a:xfrm>
              <a:off x="7048269" y="214171"/>
              <a:ext cx="360284" cy="359814"/>
            </a:xfrm>
            <a:custGeom>
              <a:avLst/>
              <a:gdLst/>
              <a:ahLst/>
              <a:cxnLst/>
              <a:rect l="l" t="t" r="r" b="b"/>
              <a:pathLst>
                <a:path w="9205" h="9193" fill="none" extrusionOk="0">
                  <a:moveTo>
                    <a:pt x="9204" y="4596"/>
                  </a:moveTo>
                  <a:cubicBezTo>
                    <a:pt x="9204" y="2049"/>
                    <a:pt x="7156" y="1"/>
                    <a:pt x="4608" y="1"/>
                  </a:cubicBezTo>
                  <a:cubicBezTo>
                    <a:pt x="2060" y="1"/>
                    <a:pt x="1" y="2049"/>
                    <a:pt x="1" y="4596"/>
                  </a:cubicBezTo>
                  <a:cubicBezTo>
                    <a:pt x="1" y="7144"/>
                    <a:pt x="2060" y="9192"/>
                    <a:pt x="4608" y="9192"/>
                  </a:cubicBezTo>
                  <a:cubicBezTo>
                    <a:pt x="7156" y="9192"/>
                    <a:pt x="9204" y="7144"/>
                    <a:pt x="9204" y="4596"/>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9">
              <a:extLst>
                <a:ext uri="{FF2B5EF4-FFF2-40B4-BE49-F238E27FC236}">
                  <a16:creationId xmlns:a16="http://schemas.microsoft.com/office/drawing/2014/main" id="{7567B8E1-F996-0830-B064-39CB02D15939}"/>
                </a:ext>
              </a:extLst>
            </p:cNvPr>
            <p:cNvSpPr/>
            <p:nvPr/>
          </p:nvSpPr>
          <p:spPr>
            <a:xfrm>
              <a:off x="6998874" y="164307"/>
              <a:ext cx="229791" cy="229791"/>
            </a:xfrm>
            <a:custGeom>
              <a:avLst/>
              <a:gdLst/>
              <a:ahLst/>
              <a:cxnLst/>
              <a:rect l="l" t="t" r="r" b="b"/>
              <a:pathLst>
                <a:path w="5871" h="5871" fill="none" extrusionOk="0">
                  <a:moveTo>
                    <a:pt x="5870" y="1"/>
                  </a:moveTo>
                  <a:cubicBezTo>
                    <a:pt x="2644" y="1"/>
                    <a:pt x="0" y="2620"/>
                    <a:pt x="0" y="5870"/>
                  </a:cubicBezTo>
                  <a:lnTo>
                    <a:pt x="5870" y="5870"/>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9">
              <a:extLst>
                <a:ext uri="{FF2B5EF4-FFF2-40B4-BE49-F238E27FC236}">
                  <a16:creationId xmlns:a16="http://schemas.microsoft.com/office/drawing/2014/main" id="{2CD79E8E-A47E-9D59-804C-635C37B766E2}"/>
                </a:ext>
              </a:extLst>
            </p:cNvPr>
            <p:cNvSpPr/>
            <p:nvPr/>
          </p:nvSpPr>
          <p:spPr>
            <a:xfrm>
              <a:off x="7124239" y="289672"/>
              <a:ext cx="208812" cy="208812"/>
            </a:xfrm>
            <a:custGeom>
              <a:avLst/>
              <a:gdLst/>
              <a:ahLst/>
              <a:cxnLst/>
              <a:rect l="l" t="t" r="r" b="b"/>
              <a:pathLst>
                <a:path w="5335" h="5335" fill="none" extrusionOk="0">
                  <a:moveTo>
                    <a:pt x="5334" y="2667"/>
                  </a:moveTo>
                  <a:cubicBezTo>
                    <a:pt x="5334" y="4144"/>
                    <a:pt x="4144" y="5334"/>
                    <a:pt x="2667" y="5334"/>
                  </a:cubicBezTo>
                  <a:cubicBezTo>
                    <a:pt x="1191" y="5334"/>
                    <a:pt x="0" y="4144"/>
                    <a:pt x="0" y="2667"/>
                  </a:cubicBezTo>
                  <a:cubicBezTo>
                    <a:pt x="0" y="1191"/>
                    <a:pt x="1191" y="0"/>
                    <a:pt x="2667" y="0"/>
                  </a:cubicBezTo>
                  <a:lnTo>
                    <a:pt x="2667" y="266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9">
              <a:extLst>
                <a:ext uri="{FF2B5EF4-FFF2-40B4-BE49-F238E27FC236}">
                  <a16:creationId xmlns:a16="http://schemas.microsoft.com/office/drawing/2014/main" id="{5D72E27D-9E7C-0B3B-C826-0F791BDB21E6}"/>
                </a:ext>
              </a:extLst>
            </p:cNvPr>
            <p:cNvSpPr/>
            <p:nvPr/>
          </p:nvSpPr>
          <p:spPr>
            <a:xfrm>
              <a:off x="7182010" y="347443"/>
              <a:ext cx="93231" cy="93271"/>
            </a:xfrm>
            <a:custGeom>
              <a:avLst/>
              <a:gdLst/>
              <a:ahLst/>
              <a:cxnLst/>
              <a:rect l="l" t="t" r="r" b="b"/>
              <a:pathLst>
                <a:path w="2382" h="2383" fill="none" extrusionOk="0">
                  <a:moveTo>
                    <a:pt x="2382" y="1191"/>
                  </a:moveTo>
                  <a:cubicBezTo>
                    <a:pt x="2382" y="537"/>
                    <a:pt x="1846" y="1"/>
                    <a:pt x="1191" y="1"/>
                  </a:cubicBezTo>
                  <a:cubicBezTo>
                    <a:pt x="536" y="1"/>
                    <a:pt x="1" y="537"/>
                    <a:pt x="1" y="1191"/>
                  </a:cubicBezTo>
                  <a:cubicBezTo>
                    <a:pt x="1" y="1846"/>
                    <a:pt x="536" y="2382"/>
                    <a:pt x="1191" y="2382"/>
                  </a:cubicBezTo>
                  <a:cubicBezTo>
                    <a:pt x="1846" y="2382"/>
                    <a:pt x="2382" y="1846"/>
                    <a:pt x="2382" y="1191"/>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8" name="Google Shape;878;p39">
            <a:extLst>
              <a:ext uri="{FF2B5EF4-FFF2-40B4-BE49-F238E27FC236}">
                <a16:creationId xmlns:a16="http://schemas.microsoft.com/office/drawing/2014/main" id="{20376222-1FBF-F86A-19CD-7C4E9E8B6546}"/>
              </a:ext>
            </a:extLst>
          </p:cNvPr>
          <p:cNvSpPr/>
          <p:nvPr/>
        </p:nvSpPr>
        <p:spPr>
          <a:xfrm>
            <a:off x="1267946" y="3310979"/>
            <a:ext cx="172921" cy="179457"/>
          </a:xfrm>
          <a:custGeom>
            <a:avLst/>
            <a:gdLst/>
            <a:ahLst/>
            <a:cxnLst/>
            <a:rect l="l" t="t" r="r" b="b"/>
            <a:pathLst>
              <a:path w="4418" h="4585" extrusionOk="0">
                <a:moveTo>
                  <a:pt x="1" y="0"/>
                </a:moveTo>
                <a:lnTo>
                  <a:pt x="1632" y="4584"/>
                </a:lnTo>
                <a:lnTo>
                  <a:pt x="2453" y="2727"/>
                </a:lnTo>
                <a:lnTo>
                  <a:pt x="4418" y="2167"/>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16162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F888AC4F-2F3E-A2A0-9666-69F7A4F71BCB}"/>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6B6D7E69-0847-7E22-93E1-4FFCBEC9C779}"/>
              </a:ext>
            </a:extLst>
          </p:cNvPr>
          <p:cNvSpPr txBox="1">
            <a:spLocks noGrp="1"/>
          </p:cNvSpPr>
          <p:nvPr>
            <p:ph type="title"/>
          </p:nvPr>
        </p:nvSpPr>
        <p:spPr>
          <a:xfrm>
            <a:off x="720000" y="445025"/>
            <a:ext cx="6114638" cy="121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Kernfragen des Kapitels</a:t>
            </a:r>
            <a:endParaRPr sz="2400" b="0" dirty="0">
              <a:latin typeface="Lexend Deca Light"/>
              <a:ea typeface="Lexend Deca Light"/>
              <a:cs typeface="Lexend Deca Light"/>
              <a:sym typeface="Lexend Deca Light"/>
            </a:endParaRPr>
          </a:p>
        </p:txBody>
      </p:sp>
      <p:sp>
        <p:nvSpPr>
          <p:cNvPr id="891" name="Google Shape;891;p41">
            <a:extLst>
              <a:ext uri="{FF2B5EF4-FFF2-40B4-BE49-F238E27FC236}">
                <a16:creationId xmlns:a16="http://schemas.microsoft.com/office/drawing/2014/main" id="{1B4DC33B-27AA-F5FD-4C4D-2DB529A5C3ED}"/>
              </a:ext>
            </a:extLst>
          </p:cNvPr>
          <p:cNvSpPr txBox="1">
            <a:spLocks noGrp="1"/>
          </p:cNvSpPr>
          <p:nvPr>
            <p:ph type="subTitle" idx="1"/>
          </p:nvPr>
        </p:nvSpPr>
        <p:spPr>
          <a:xfrm>
            <a:off x="720000" y="1700300"/>
            <a:ext cx="6724740" cy="2298300"/>
          </a:xfrm>
          <a:prstGeom prst="rect">
            <a:avLst/>
          </a:prstGeom>
        </p:spPr>
        <p:txBody>
          <a:bodyPr spcFirstLastPara="1" wrap="square" lIns="91425" tIns="91425" rIns="91425" bIns="91425" anchor="t" anchorCtr="0">
            <a:noAutofit/>
          </a:bodyPr>
          <a:lstStyle/>
          <a:p>
            <a:pPr marL="285750" indent="-285750">
              <a:buSzPts val="1100"/>
            </a:pPr>
            <a:r>
              <a:rPr lang="de-DE" dirty="0"/>
              <a:t>Warum stehen Pattern </a:t>
            </a:r>
            <a:r>
              <a:rPr lang="de-DE" dirty="0" err="1"/>
              <a:t>Matching</a:t>
            </a:r>
            <a:r>
              <a:rPr lang="de-DE" dirty="0"/>
              <a:t> und </a:t>
            </a:r>
            <a:r>
              <a:rPr lang="de-DE" dirty="0" err="1"/>
              <a:t>Traversals</a:t>
            </a:r>
            <a:r>
              <a:rPr lang="de-DE" dirty="0"/>
              <a:t> bei Graph Datenbanken im Mittelpunkt? </a:t>
            </a:r>
          </a:p>
          <a:p>
            <a:pPr marL="285750" indent="-285750">
              <a:buSzPts val="1100"/>
            </a:pPr>
            <a:r>
              <a:rPr lang="de-DE" dirty="0"/>
              <a:t>Warum ist </a:t>
            </a:r>
            <a:r>
              <a:rPr lang="de-DE" dirty="0" err="1"/>
              <a:t>Cypher</a:t>
            </a:r>
            <a:r>
              <a:rPr lang="de-DE" dirty="0"/>
              <a:t> hier die wichtigste Sprache?</a:t>
            </a:r>
          </a:p>
          <a:p>
            <a:pPr marL="285750" indent="-285750">
              <a:buSzPts val="1100"/>
            </a:pPr>
            <a:r>
              <a:rPr lang="de-DE" dirty="0"/>
              <a:t>Wie unterscheiden sich </a:t>
            </a:r>
            <a:r>
              <a:rPr lang="de-DE" dirty="0" err="1"/>
              <a:t>Cypher</a:t>
            </a:r>
            <a:r>
              <a:rPr lang="de-DE" dirty="0"/>
              <a:t>, SPARQL und SQL grob?</a:t>
            </a:r>
          </a:p>
        </p:txBody>
      </p:sp>
    </p:spTree>
    <p:extLst>
      <p:ext uri="{BB962C8B-B14F-4D97-AF65-F5344CB8AC3E}">
        <p14:creationId xmlns:p14="http://schemas.microsoft.com/office/powerpoint/2010/main" val="2686159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974B4-4526-6C9D-0638-7E1A0D2C984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54C63A8-AD06-2391-110B-30B00C82C219}"/>
              </a:ext>
            </a:extLst>
          </p:cNvPr>
          <p:cNvSpPr>
            <a:spLocks noGrp="1"/>
          </p:cNvSpPr>
          <p:nvPr>
            <p:ph type="title"/>
          </p:nvPr>
        </p:nvSpPr>
        <p:spPr>
          <a:xfrm>
            <a:off x="720000" y="445025"/>
            <a:ext cx="7928700" cy="1218300"/>
          </a:xfrm>
        </p:spPr>
        <p:txBody>
          <a:bodyPr/>
          <a:lstStyle/>
          <a:p>
            <a:pPr marL="0" lvl="0" indent="0"/>
            <a:r>
              <a:rPr lang="de-DE" sz="2400" dirty="0"/>
              <a:t>Vom </a:t>
            </a:r>
            <a:r>
              <a:rPr lang="de-DE" sz="2400" dirty="0" err="1"/>
              <a:t>Join</a:t>
            </a:r>
            <a:r>
              <a:rPr lang="de-DE" sz="2400" dirty="0"/>
              <a:t>-Denken zum Muster-Denken</a:t>
            </a:r>
          </a:p>
        </p:txBody>
      </p:sp>
      <p:pic>
        <p:nvPicPr>
          <p:cNvPr id="8" name="Grafik 7">
            <a:extLst>
              <a:ext uri="{FF2B5EF4-FFF2-40B4-BE49-F238E27FC236}">
                <a16:creationId xmlns:a16="http://schemas.microsoft.com/office/drawing/2014/main" id="{9D8D71A2-80B9-155A-CB9B-57A85D1207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2761" y="2865603"/>
            <a:ext cx="621506" cy="621506"/>
          </a:xfrm>
          <a:prstGeom prst="rect">
            <a:avLst/>
          </a:prstGeom>
        </p:spPr>
      </p:pic>
      <p:pic>
        <p:nvPicPr>
          <p:cNvPr id="9" name="Grafik 8">
            <a:extLst>
              <a:ext uri="{FF2B5EF4-FFF2-40B4-BE49-F238E27FC236}">
                <a16:creationId xmlns:a16="http://schemas.microsoft.com/office/drawing/2014/main" id="{1E8C17B3-CD08-B16A-7C79-742B9978454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90161" y="2865603"/>
            <a:ext cx="621506" cy="621506"/>
          </a:xfrm>
          <a:prstGeom prst="rect">
            <a:avLst/>
          </a:prstGeom>
        </p:spPr>
      </p:pic>
      <p:pic>
        <p:nvPicPr>
          <p:cNvPr id="10" name="Grafik 9">
            <a:extLst>
              <a:ext uri="{FF2B5EF4-FFF2-40B4-BE49-F238E27FC236}">
                <a16:creationId xmlns:a16="http://schemas.microsoft.com/office/drawing/2014/main" id="{68E1F78E-0835-6087-4EFB-7082A24A263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35267" y="3487903"/>
            <a:ext cx="621506" cy="621506"/>
          </a:xfrm>
          <a:prstGeom prst="rect">
            <a:avLst/>
          </a:prstGeom>
        </p:spPr>
      </p:pic>
      <p:cxnSp>
        <p:nvCxnSpPr>
          <p:cNvPr id="12" name="Verbinder: gewinkelt 11">
            <a:extLst>
              <a:ext uri="{FF2B5EF4-FFF2-40B4-BE49-F238E27FC236}">
                <a16:creationId xmlns:a16="http://schemas.microsoft.com/office/drawing/2014/main" id="{437D82E8-F146-F0EB-BE67-B9753B1C7A74}"/>
              </a:ext>
            </a:extLst>
          </p:cNvPr>
          <p:cNvCxnSpPr>
            <a:cxnSpLocks/>
            <a:stCxn id="8" idx="2"/>
            <a:endCxn id="10" idx="1"/>
          </p:cNvCxnSpPr>
          <p:nvPr/>
        </p:nvCxnSpPr>
        <p:spPr>
          <a:xfrm rot="16200000" flipH="1">
            <a:off x="1233617" y="3297005"/>
            <a:ext cx="311547" cy="69175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4" name="Verbinder: gewinkelt 13">
            <a:extLst>
              <a:ext uri="{FF2B5EF4-FFF2-40B4-BE49-F238E27FC236}">
                <a16:creationId xmlns:a16="http://schemas.microsoft.com/office/drawing/2014/main" id="{092150B1-1437-B024-313D-D759C80B3B2C}"/>
              </a:ext>
            </a:extLst>
          </p:cNvPr>
          <p:cNvCxnSpPr>
            <a:cxnSpLocks/>
            <a:stCxn id="10" idx="3"/>
            <a:endCxn id="9" idx="2"/>
          </p:cNvCxnSpPr>
          <p:nvPr/>
        </p:nvCxnSpPr>
        <p:spPr>
          <a:xfrm flipV="1">
            <a:off x="2356773" y="3487109"/>
            <a:ext cx="744141" cy="31154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5" name="Verbinder: gewinkelt 14">
            <a:extLst>
              <a:ext uri="{FF2B5EF4-FFF2-40B4-BE49-F238E27FC236}">
                <a16:creationId xmlns:a16="http://schemas.microsoft.com/office/drawing/2014/main" id="{3FB30C91-9921-B407-D544-716E064969E5}"/>
              </a:ext>
            </a:extLst>
          </p:cNvPr>
          <p:cNvCxnSpPr>
            <a:cxnSpLocks/>
            <a:stCxn id="9" idx="0"/>
            <a:endCxn id="10" idx="0"/>
          </p:cNvCxnSpPr>
          <p:nvPr/>
        </p:nvCxnSpPr>
        <p:spPr>
          <a:xfrm rot="16200000" flipH="1" flipV="1">
            <a:off x="2262317" y="2649306"/>
            <a:ext cx="622300" cy="1054894"/>
          </a:xfrm>
          <a:prstGeom prst="bentConnector3">
            <a:avLst>
              <a:gd name="adj1" fmla="val -36735"/>
            </a:avLst>
          </a:prstGeom>
          <a:ln>
            <a:tailEnd type="triangle"/>
          </a:ln>
        </p:spPr>
        <p:style>
          <a:lnRef idx="1">
            <a:schemeClr val="dk1"/>
          </a:lnRef>
          <a:fillRef idx="0">
            <a:schemeClr val="dk1"/>
          </a:fillRef>
          <a:effectRef idx="0">
            <a:schemeClr val="dk1"/>
          </a:effectRef>
          <a:fontRef idx="minor">
            <a:schemeClr val="tx1"/>
          </a:fontRef>
        </p:style>
      </p:cxnSp>
      <p:sp>
        <p:nvSpPr>
          <p:cNvPr id="16" name="Google Shape;710;p37">
            <a:extLst>
              <a:ext uri="{FF2B5EF4-FFF2-40B4-BE49-F238E27FC236}">
                <a16:creationId xmlns:a16="http://schemas.microsoft.com/office/drawing/2014/main" id="{7C34D43E-45CF-062A-6CB6-484ACFBD63F3}"/>
              </a:ext>
            </a:extLst>
          </p:cNvPr>
          <p:cNvSpPr txBox="1">
            <a:spLocks/>
          </p:cNvSpPr>
          <p:nvPr/>
        </p:nvSpPr>
        <p:spPr>
          <a:xfrm>
            <a:off x="578894" y="1244777"/>
            <a:ext cx="2361600" cy="5759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139700" indent="0">
              <a:buNone/>
            </a:pPr>
            <a:r>
              <a:rPr lang="de-DE" sz="1200" b="1" dirty="0"/>
              <a:t>SQL:</a:t>
            </a:r>
            <a:r>
              <a:rPr lang="de-DE" sz="1200" dirty="0"/>
              <a:t> </a:t>
            </a:r>
            <a:r>
              <a:rPr lang="de-DE" sz="1200" i="1" dirty="0"/>
              <a:t>Wie verbinde ich Tabellen?</a:t>
            </a:r>
          </a:p>
        </p:txBody>
      </p:sp>
      <p:sp>
        <p:nvSpPr>
          <p:cNvPr id="19" name="Ellipse 18">
            <a:extLst>
              <a:ext uri="{FF2B5EF4-FFF2-40B4-BE49-F238E27FC236}">
                <a16:creationId xmlns:a16="http://schemas.microsoft.com/office/drawing/2014/main" id="{1E927B1D-1325-8037-706B-5F4A99FB1F8B}"/>
              </a:ext>
            </a:extLst>
          </p:cNvPr>
          <p:cNvSpPr/>
          <p:nvPr/>
        </p:nvSpPr>
        <p:spPr>
          <a:xfrm>
            <a:off x="4932820" y="1976132"/>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A</a:t>
            </a:r>
          </a:p>
        </p:txBody>
      </p:sp>
      <p:sp>
        <p:nvSpPr>
          <p:cNvPr id="20" name="Ellipse 19">
            <a:extLst>
              <a:ext uri="{FF2B5EF4-FFF2-40B4-BE49-F238E27FC236}">
                <a16:creationId xmlns:a16="http://schemas.microsoft.com/office/drawing/2014/main" id="{58711713-61CC-5166-DF39-C5B0273F7665}"/>
              </a:ext>
            </a:extLst>
          </p:cNvPr>
          <p:cNvSpPr/>
          <p:nvPr/>
        </p:nvSpPr>
        <p:spPr>
          <a:xfrm>
            <a:off x="6657286" y="3217731"/>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B</a:t>
            </a:r>
          </a:p>
        </p:txBody>
      </p:sp>
      <p:sp>
        <p:nvSpPr>
          <p:cNvPr id="22" name="Ellipse 21">
            <a:extLst>
              <a:ext uri="{FF2B5EF4-FFF2-40B4-BE49-F238E27FC236}">
                <a16:creationId xmlns:a16="http://schemas.microsoft.com/office/drawing/2014/main" id="{194AAE88-0BE7-11DE-89BA-59338AF72600}"/>
              </a:ext>
            </a:extLst>
          </p:cNvPr>
          <p:cNvSpPr/>
          <p:nvPr/>
        </p:nvSpPr>
        <p:spPr>
          <a:xfrm>
            <a:off x="4932821" y="4252069"/>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C</a:t>
            </a:r>
          </a:p>
        </p:txBody>
      </p:sp>
      <p:cxnSp>
        <p:nvCxnSpPr>
          <p:cNvPr id="23" name="Verbinder: gewinkelt 22">
            <a:extLst>
              <a:ext uri="{FF2B5EF4-FFF2-40B4-BE49-F238E27FC236}">
                <a16:creationId xmlns:a16="http://schemas.microsoft.com/office/drawing/2014/main" id="{CF4EFA12-A616-344F-08CB-AB2D9A682112}"/>
              </a:ext>
            </a:extLst>
          </p:cNvPr>
          <p:cNvCxnSpPr>
            <a:stCxn id="19" idx="6"/>
            <a:endCxn id="20" idx="0"/>
          </p:cNvCxnSpPr>
          <p:nvPr/>
        </p:nvCxnSpPr>
        <p:spPr>
          <a:xfrm>
            <a:off x="6325685" y="2334646"/>
            <a:ext cx="1028034" cy="88308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4" name="Textfeld 23">
            <a:extLst>
              <a:ext uri="{FF2B5EF4-FFF2-40B4-BE49-F238E27FC236}">
                <a16:creationId xmlns:a16="http://schemas.microsoft.com/office/drawing/2014/main" id="{DE1B38E9-4AD4-9183-E6E3-CCF09396E8FE}"/>
              </a:ext>
            </a:extLst>
          </p:cNvPr>
          <p:cNvSpPr txBox="1"/>
          <p:nvPr/>
        </p:nvSpPr>
        <p:spPr>
          <a:xfrm>
            <a:off x="7004999" y="2557826"/>
            <a:ext cx="652743" cy="307777"/>
          </a:xfrm>
          <a:prstGeom prst="rect">
            <a:avLst/>
          </a:prstGeom>
          <a:noFill/>
        </p:spPr>
        <p:txBody>
          <a:bodyPr wrap="none" rtlCol="0">
            <a:spAutoFit/>
          </a:bodyPr>
          <a:lstStyle/>
          <a:p>
            <a:r>
              <a:rPr lang="de-DE" dirty="0"/>
              <a:t>Kennt</a:t>
            </a:r>
          </a:p>
        </p:txBody>
      </p:sp>
      <p:sp>
        <p:nvSpPr>
          <p:cNvPr id="25" name="Textfeld 24">
            <a:extLst>
              <a:ext uri="{FF2B5EF4-FFF2-40B4-BE49-F238E27FC236}">
                <a16:creationId xmlns:a16="http://schemas.microsoft.com/office/drawing/2014/main" id="{27B9CDDA-FCB3-3486-1B9E-ACC6A9A8140B}"/>
              </a:ext>
            </a:extLst>
          </p:cNvPr>
          <p:cNvSpPr txBox="1"/>
          <p:nvPr/>
        </p:nvSpPr>
        <p:spPr>
          <a:xfrm>
            <a:off x="6689914" y="3958813"/>
            <a:ext cx="1348446" cy="307777"/>
          </a:xfrm>
          <a:prstGeom prst="rect">
            <a:avLst/>
          </a:prstGeom>
          <a:noFill/>
        </p:spPr>
        <p:txBody>
          <a:bodyPr wrap="none" rtlCol="0">
            <a:spAutoFit/>
          </a:bodyPr>
          <a:lstStyle/>
          <a:p>
            <a:r>
              <a:rPr lang="de-DE" dirty="0"/>
              <a:t>Befreundet mit</a:t>
            </a:r>
          </a:p>
        </p:txBody>
      </p:sp>
      <p:cxnSp>
        <p:nvCxnSpPr>
          <p:cNvPr id="26" name="Verbinder: gewinkelt 25">
            <a:extLst>
              <a:ext uri="{FF2B5EF4-FFF2-40B4-BE49-F238E27FC236}">
                <a16:creationId xmlns:a16="http://schemas.microsoft.com/office/drawing/2014/main" id="{6D81120F-E1F4-05C3-8C4A-C9E3C78E72CC}"/>
              </a:ext>
            </a:extLst>
          </p:cNvPr>
          <p:cNvCxnSpPr>
            <a:cxnSpLocks/>
            <a:stCxn id="19" idx="3"/>
            <a:endCxn id="22" idx="1"/>
          </p:cNvCxnSpPr>
          <p:nvPr/>
        </p:nvCxnSpPr>
        <p:spPr>
          <a:xfrm rot="16200000" flipH="1">
            <a:off x="4252339" y="3472613"/>
            <a:ext cx="1768922" cy="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7" name="Verbinder: gewinkelt 26">
            <a:extLst>
              <a:ext uri="{FF2B5EF4-FFF2-40B4-BE49-F238E27FC236}">
                <a16:creationId xmlns:a16="http://schemas.microsoft.com/office/drawing/2014/main" id="{A03CF499-B421-E0DA-80BB-E3019ACD1E0D}"/>
              </a:ext>
            </a:extLst>
          </p:cNvPr>
          <p:cNvCxnSpPr>
            <a:stCxn id="22" idx="7"/>
            <a:endCxn id="19" idx="5"/>
          </p:cNvCxnSpPr>
          <p:nvPr/>
        </p:nvCxnSpPr>
        <p:spPr>
          <a:xfrm rot="16200000" flipV="1">
            <a:off x="5237245" y="3472613"/>
            <a:ext cx="1768922" cy="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8" name="Verbinder: gewinkelt 27">
            <a:extLst>
              <a:ext uri="{FF2B5EF4-FFF2-40B4-BE49-F238E27FC236}">
                <a16:creationId xmlns:a16="http://schemas.microsoft.com/office/drawing/2014/main" id="{3DEE76A9-DEA5-197B-D088-68DF289A3F68}"/>
              </a:ext>
            </a:extLst>
          </p:cNvPr>
          <p:cNvCxnSpPr>
            <a:stCxn id="20" idx="4"/>
            <a:endCxn id="22" idx="6"/>
          </p:cNvCxnSpPr>
          <p:nvPr/>
        </p:nvCxnSpPr>
        <p:spPr>
          <a:xfrm rot="5400000">
            <a:off x="6501791" y="3758654"/>
            <a:ext cx="675825" cy="102803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9" name="Textfeld 28">
            <a:extLst>
              <a:ext uri="{FF2B5EF4-FFF2-40B4-BE49-F238E27FC236}">
                <a16:creationId xmlns:a16="http://schemas.microsoft.com/office/drawing/2014/main" id="{D133A8D0-3958-0DC1-13C1-DA8E3470CC99}"/>
              </a:ext>
            </a:extLst>
          </p:cNvPr>
          <p:cNvSpPr txBox="1"/>
          <p:nvPr/>
        </p:nvSpPr>
        <p:spPr>
          <a:xfrm>
            <a:off x="5442391" y="2922726"/>
            <a:ext cx="1348446" cy="307777"/>
          </a:xfrm>
          <a:prstGeom prst="rect">
            <a:avLst/>
          </a:prstGeom>
          <a:noFill/>
        </p:spPr>
        <p:txBody>
          <a:bodyPr wrap="none" rtlCol="0">
            <a:spAutoFit/>
          </a:bodyPr>
          <a:lstStyle/>
          <a:p>
            <a:r>
              <a:rPr lang="de-DE" dirty="0"/>
              <a:t>Befreundet mit</a:t>
            </a:r>
          </a:p>
        </p:txBody>
      </p:sp>
      <p:sp>
        <p:nvSpPr>
          <p:cNvPr id="30" name="Google Shape;710;p37">
            <a:extLst>
              <a:ext uri="{FF2B5EF4-FFF2-40B4-BE49-F238E27FC236}">
                <a16:creationId xmlns:a16="http://schemas.microsoft.com/office/drawing/2014/main" id="{0CFE2BC2-08BA-F8EF-15D0-821BB22FCC4E}"/>
              </a:ext>
            </a:extLst>
          </p:cNvPr>
          <p:cNvSpPr txBox="1">
            <a:spLocks/>
          </p:cNvSpPr>
          <p:nvPr/>
        </p:nvSpPr>
        <p:spPr>
          <a:xfrm>
            <a:off x="4932820" y="1244777"/>
            <a:ext cx="2361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None/>
            </a:pPr>
            <a:r>
              <a:rPr lang="de-DE" sz="1200" b="1" dirty="0"/>
              <a:t>Graph: </a:t>
            </a:r>
            <a:r>
              <a:rPr lang="de-DE" sz="1200" i="1" dirty="0"/>
              <a:t>Welchem Pfad oder Muster folge ich?</a:t>
            </a:r>
            <a:endParaRPr lang="de-DE" sz="1200" b="1" dirty="0"/>
          </a:p>
        </p:txBody>
      </p:sp>
    </p:spTree>
    <p:extLst>
      <p:ext uri="{BB962C8B-B14F-4D97-AF65-F5344CB8AC3E}">
        <p14:creationId xmlns:p14="http://schemas.microsoft.com/office/powerpoint/2010/main" val="13388489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C25C2-688C-25DD-D972-ED41A7118EB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F6EFBC9-235A-F748-BA70-6A386FEE63AC}"/>
              </a:ext>
            </a:extLst>
          </p:cNvPr>
          <p:cNvSpPr>
            <a:spLocks noGrp="1"/>
          </p:cNvSpPr>
          <p:nvPr>
            <p:ph type="title"/>
          </p:nvPr>
        </p:nvSpPr>
        <p:spPr>
          <a:xfrm>
            <a:off x="720000" y="445025"/>
            <a:ext cx="7928700" cy="1218300"/>
          </a:xfrm>
        </p:spPr>
        <p:txBody>
          <a:bodyPr/>
          <a:lstStyle/>
          <a:p>
            <a:pPr marL="0" lvl="0" indent="0"/>
            <a:r>
              <a:rPr lang="de-DE" sz="2400" dirty="0" err="1"/>
              <a:t>Cypher</a:t>
            </a:r>
            <a:endParaRPr lang="de-DE" sz="2400" dirty="0"/>
          </a:p>
        </p:txBody>
      </p:sp>
      <p:sp>
        <p:nvSpPr>
          <p:cNvPr id="3" name="Untertitel 2">
            <a:extLst>
              <a:ext uri="{FF2B5EF4-FFF2-40B4-BE49-F238E27FC236}">
                <a16:creationId xmlns:a16="http://schemas.microsoft.com/office/drawing/2014/main" id="{4AC83AAB-47EA-BBAC-DF8C-C63115E95014}"/>
              </a:ext>
            </a:extLst>
          </p:cNvPr>
          <p:cNvSpPr>
            <a:spLocks noGrp="1"/>
          </p:cNvSpPr>
          <p:nvPr>
            <p:ph type="subTitle" idx="1"/>
          </p:nvPr>
        </p:nvSpPr>
        <p:spPr>
          <a:xfrm>
            <a:off x="721981" y="1399740"/>
            <a:ext cx="3852000" cy="2298300"/>
          </a:xfrm>
        </p:spPr>
        <p:txBody>
          <a:bodyPr/>
          <a:lstStyle/>
          <a:p>
            <a:r>
              <a:rPr lang="de-DE" dirty="0"/>
              <a:t>Muster beschreiben</a:t>
            </a:r>
          </a:p>
          <a:p>
            <a:r>
              <a:rPr lang="de-DE" dirty="0"/>
              <a:t>Treffer finden</a:t>
            </a:r>
          </a:p>
          <a:p>
            <a:r>
              <a:rPr lang="de-DE" dirty="0"/>
              <a:t>Ergebnisse zurückgeben</a:t>
            </a:r>
          </a:p>
        </p:txBody>
      </p:sp>
      <p:pic>
        <p:nvPicPr>
          <p:cNvPr id="11" name="Grafik 10">
            <a:extLst>
              <a:ext uri="{FF2B5EF4-FFF2-40B4-BE49-F238E27FC236}">
                <a16:creationId xmlns:a16="http://schemas.microsoft.com/office/drawing/2014/main" id="{1B961662-C7E0-1E63-3ABE-8D1058684B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99547" y="3158040"/>
            <a:ext cx="1080000" cy="1080000"/>
          </a:xfrm>
          <a:prstGeom prst="rect">
            <a:avLst/>
          </a:prstGeom>
        </p:spPr>
      </p:pic>
      <p:pic>
        <p:nvPicPr>
          <p:cNvPr id="13" name="Grafik 12">
            <a:extLst>
              <a:ext uri="{FF2B5EF4-FFF2-40B4-BE49-F238E27FC236}">
                <a16:creationId xmlns:a16="http://schemas.microsoft.com/office/drawing/2014/main" id="{577CFC30-CF9C-FF9D-E073-FED6617AB66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10375" y="3255645"/>
            <a:ext cx="1080000" cy="1080000"/>
          </a:xfrm>
          <a:prstGeom prst="rect">
            <a:avLst/>
          </a:prstGeom>
        </p:spPr>
      </p:pic>
      <p:sp>
        <p:nvSpPr>
          <p:cNvPr id="14" name="Pfeil: nach rechts 13">
            <a:extLst>
              <a:ext uri="{FF2B5EF4-FFF2-40B4-BE49-F238E27FC236}">
                <a16:creationId xmlns:a16="http://schemas.microsoft.com/office/drawing/2014/main" id="{7D22C225-C1FB-474B-B314-7E6443FDC01E}"/>
              </a:ext>
            </a:extLst>
          </p:cNvPr>
          <p:cNvSpPr/>
          <p:nvPr/>
        </p:nvSpPr>
        <p:spPr>
          <a:xfrm>
            <a:off x="2767710" y="3158040"/>
            <a:ext cx="732847" cy="1080000"/>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15" name="Pfeil: nach rechts 14">
            <a:extLst>
              <a:ext uri="{FF2B5EF4-FFF2-40B4-BE49-F238E27FC236}">
                <a16:creationId xmlns:a16="http://schemas.microsoft.com/office/drawing/2014/main" id="{E79DECA5-F629-46C1-D9BC-1CFBFD14E9C6}"/>
              </a:ext>
            </a:extLst>
          </p:cNvPr>
          <p:cNvSpPr/>
          <p:nvPr/>
        </p:nvSpPr>
        <p:spPr>
          <a:xfrm>
            <a:off x="5578537" y="3158040"/>
            <a:ext cx="732847" cy="1080000"/>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pic>
        <p:nvPicPr>
          <p:cNvPr id="17" name="Grafik 16">
            <a:extLst>
              <a:ext uri="{FF2B5EF4-FFF2-40B4-BE49-F238E27FC236}">
                <a16:creationId xmlns:a16="http://schemas.microsoft.com/office/drawing/2014/main" id="{3381C63A-2994-F5B4-79B7-C7DF09B5C77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88719" y="3158040"/>
            <a:ext cx="1080000" cy="1080000"/>
          </a:xfrm>
          <a:prstGeom prst="rect">
            <a:avLst/>
          </a:prstGeom>
        </p:spPr>
      </p:pic>
    </p:spTree>
    <p:extLst>
      <p:ext uri="{BB962C8B-B14F-4D97-AF65-F5344CB8AC3E}">
        <p14:creationId xmlns:p14="http://schemas.microsoft.com/office/powerpoint/2010/main" val="1173511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EEA9C-1F9B-A888-38F3-2C1B730066A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C1D4647-FAFA-6FCE-0BC0-B0F9DD3E3F7E}"/>
              </a:ext>
            </a:extLst>
          </p:cNvPr>
          <p:cNvSpPr>
            <a:spLocks noGrp="1"/>
          </p:cNvSpPr>
          <p:nvPr>
            <p:ph type="title"/>
          </p:nvPr>
        </p:nvSpPr>
        <p:spPr>
          <a:xfrm>
            <a:off x="720000" y="445025"/>
            <a:ext cx="7928700" cy="1218300"/>
          </a:xfrm>
        </p:spPr>
        <p:txBody>
          <a:bodyPr/>
          <a:lstStyle/>
          <a:p>
            <a:pPr marL="0" lvl="0" indent="0"/>
            <a:r>
              <a:rPr lang="de-DE" sz="2400" dirty="0"/>
              <a:t>Pattern </a:t>
            </a:r>
            <a:r>
              <a:rPr lang="de-DE" sz="2400" dirty="0" err="1"/>
              <a:t>Matching</a:t>
            </a:r>
            <a:endParaRPr lang="de-DE" sz="2400" dirty="0"/>
          </a:p>
        </p:txBody>
      </p:sp>
      <p:sp>
        <p:nvSpPr>
          <p:cNvPr id="4" name="Rechteck: abgerundete Ecken 3">
            <a:extLst>
              <a:ext uri="{FF2B5EF4-FFF2-40B4-BE49-F238E27FC236}">
                <a16:creationId xmlns:a16="http://schemas.microsoft.com/office/drawing/2014/main" id="{737423E6-9A11-21C9-5F19-1DBE3120C0ED}"/>
              </a:ext>
            </a:extLst>
          </p:cNvPr>
          <p:cNvSpPr/>
          <p:nvPr/>
        </p:nvSpPr>
        <p:spPr>
          <a:xfrm>
            <a:off x="800101" y="3016596"/>
            <a:ext cx="4061455" cy="1259631"/>
          </a:xfrm>
          <a:prstGeom prst="roundRect">
            <a:avLst/>
          </a:prstGeom>
          <a:solidFill>
            <a:srgbClr val="171717"/>
          </a:solidFill>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dirty="0"/>
              <a:t>MATCH (</a:t>
            </a:r>
            <a:r>
              <a:rPr lang="en-US" dirty="0" err="1"/>
              <a:t>a:Person</a:t>
            </a:r>
            <a:r>
              <a:rPr lang="en-US" dirty="0"/>
              <a:t>)-[:</a:t>
            </a:r>
            <a:r>
              <a:rPr lang="en-US" dirty="0" err="1"/>
              <a:t>Kauft</a:t>
            </a:r>
            <a:r>
              <a:rPr lang="en-US" dirty="0"/>
              <a:t>]-&gt;(</a:t>
            </a:r>
            <a:r>
              <a:rPr lang="en-US" dirty="0" err="1"/>
              <a:t>y:Produkt</a:t>
            </a:r>
            <a:r>
              <a:rPr lang="en-US" dirty="0"/>
              <a:t>)</a:t>
            </a:r>
            <a:br>
              <a:rPr lang="en-US" dirty="0"/>
            </a:br>
            <a:r>
              <a:rPr lang="en-US" dirty="0"/>
              <a:t>RETURN a, y</a:t>
            </a:r>
            <a:endParaRPr lang="de-DE" dirty="0"/>
          </a:p>
        </p:txBody>
      </p:sp>
      <p:sp>
        <p:nvSpPr>
          <p:cNvPr id="8" name="Rectangle 1">
            <a:extLst>
              <a:ext uri="{FF2B5EF4-FFF2-40B4-BE49-F238E27FC236}">
                <a16:creationId xmlns:a16="http://schemas.microsoft.com/office/drawing/2014/main" id="{E37E6215-DA37-1FB2-EDE6-FF2631B19D19}"/>
              </a:ext>
            </a:extLst>
          </p:cNvPr>
          <p:cNvSpPr>
            <a:spLocks noGrp="1" noChangeArrowheads="1"/>
          </p:cNvSpPr>
          <p:nvPr>
            <p:ph type="subTitle" idx="1"/>
          </p:nvPr>
        </p:nvSpPr>
        <p:spPr bwMode="auto">
          <a:xfrm>
            <a:off x="722313" y="1736487"/>
            <a:ext cx="4100803"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indent="-285750" eaLnBrk="0" fontAlgn="base" hangingPunct="0">
              <a:lnSpc>
                <a:spcPct val="100000"/>
              </a:lnSpc>
              <a:spcBef>
                <a:spcPct val="0"/>
              </a:spcBef>
              <a:spcAft>
                <a:spcPct val="0"/>
              </a:spcAft>
              <a:buClrTx/>
              <a:buSzTx/>
            </a:pPr>
            <a:r>
              <a:rPr lang="de-DE" altLang="de-DE" dirty="0"/>
              <a:t>(</a:t>
            </a:r>
            <a:r>
              <a:rPr lang="de-DE" altLang="de-DE" dirty="0" err="1"/>
              <a:t>a:Person</a:t>
            </a:r>
            <a:r>
              <a:rPr lang="de-DE" altLang="de-DE" dirty="0"/>
              <a:t>) = ein Knoten mit Label Person </a:t>
            </a:r>
          </a:p>
          <a:p>
            <a:pPr marL="285750" indent="-285750" eaLnBrk="0" fontAlgn="base" hangingPunct="0">
              <a:lnSpc>
                <a:spcPct val="100000"/>
              </a:lnSpc>
              <a:spcBef>
                <a:spcPct val="0"/>
              </a:spcBef>
              <a:spcAft>
                <a:spcPct val="0"/>
              </a:spcAft>
              <a:buClrTx/>
              <a:buSzTx/>
            </a:pPr>
            <a:r>
              <a:rPr lang="de-DE" altLang="de-DE" dirty="0"/>
              <a:t>-[:Kauft]-&gt; = gerichtete Beziehung </a:t>
            </a:r>
          </a:p>
          <a:p>
            <a:pPr marL="285750" indent="-285750" eaLnBrk="0" fontAlgn="base" hangingPunct="0">
              <a:lnSpc>
                <a:spcPct val="100000"/>
              </a:lnSpc>
              <a:spcBef>
                <a:spcPct val="0"/>
              </a:spcBef>
              <a:spcAft>
                <a:spcPct val="0"/>
              </a:spcAft>
              <a:buClrTx/>
              <a:buSzTx/>
            </a:pPr>
            <a:r>
              <a:rPr lang="de-DE" altLang="de-DE" dirty="0"/>
              <a:t>(</a:t>
            </a:r>
            <a:r>
              <a:rPr lang="de-DE" altLang="de-DE" dirty="0" err="1"/>
              <a:t>y:Produkt</a:t>
            </a:r>
            <a:r>
              <a:rPr lang="de-DE" altLang="de-DE" dirty="0"/>
              <a:t>) = Zielknoten mit Label Produkt </a:t>
            </a:r>
          </a:p>
        </p:txBody>
      </p:sp>
      <p:sp>
        <p:nvSpPr>
          <p:cNvPr id="9" name="Ellipse 8">
            <a:extLst>
              <a:ext uri="{FF2B5EF4-FFF2-40B4-BE49-F238E27FC236}">
                <a16:creationId xmlns:a16="http://schemas.microsoft.com/office/drawing/2014/main" id="{D569AF5E-C4BB-7AD3-3BDC-321AC20683E6}"/>
              </a:ext>
            </a:extLst>
          </p:cNvPr>
          <p:cNvSpPr/>
          <p:nvPr/>
        </p:nvSpPr>
        <p:spPr>
          <a:xfrm>
            <a:off x="5497583" y="1304811"/>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a:t>
            </a:r>
          </a:p>
          <a:p>
            <a:pPr algn="ctr"/>
            <a:r>
              <a:rPr lang="de-DE" dirty="0">
                <a:ln w="0"/>
                <a:solidFill>
                  <a:schemeClr val="tx1"/>
                </a:solidFill>
                <a:effectLst>
                  <a:outerShdw blurRad="38100" dist="19050" dir="2700000" algn="tl" rotWithShape="0">
                    <a:schemeClr val="dk1">
                      <a:alpha val="40000"/>
                    </a:schemeClr>
                  </a:outerShdw>
                </a:effectLst>
              </a:rPr>
              <a:t>Name = A</a:t>
            </a:r>
          </a:p>
        </p:txBody>
      </p:sp>
      <p:sp>
        <p:nvSpPr>
          <p:cNvPr id="10" name="Ellipse 9">
            <a:extLst>
              <a:ext uri="{FF2B5EF4-FFF2-40B4-BE49-F238E27FC236}">
                <a16:creationId xmlns:a16="http://schemas.microsoft.com/office/drawing/2014/main" id="{56915238-D767-5634-EF76-7E3EB1F6F201}"/>
              </a:ext>
            </a:extLst>
          </p:cNvPr>
          <p:cNvSpPr/>
          <p:nvPr/>
        </p:nvSpPr>
        <p:spPr>
          <a:xfrm>
            <a:off x="7103528" y="2571750"/>
            <a:ext cx="1619443"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a:t>
            </a:r>
          </a:p>
          <a:p>
            <a:pPr algn="ctr"/>
            <a:r>
              <a:rPr lang="de-DE" dirty="0">
                <a:ln w="0"/>
                <a:solidFill>
                  <a:schemeClr val="tx1"/>
                </a:solidFill>
                <a:effectLst>
                  <a:outerShdw blurRad="38100" dist="19050" dir="2700000" algn="tl" rotWithShape="0">
                    <a:schemeClr val="dk1">
                      <a:alpha val="40000"/>
                    </a:schemeClr>
                  </a:outerShdw>
                </a:effectLst>
              </a:rPr>
              <a:t>Name = B</a:t>
            </a:r>
          </a:p>
        </p:txBody>
      </p:sp>
      <p:sp>
        <p:nvSpPr>
          <p:cNvPr id="12" name="Ellipse 11">
            <a:extLst>
              <a:ext uri="{FF2B5EF4-FFF2-40B4-BE49-F238E27FC236}">
                <a16:creationId xmlns:a16="http://schemas.microsoft.com/office/drawing/2014/main" id="{3A5D8007-6868-F5DA-C3D4-32A2EC1C17E2}"/>
              </a:ext>
            </a:extLst>
          </p:cNvPr>
          <p:cNvSpPr/>
          <p:nvPr/>
        </p:nvSpPr>
        <p:spPr>
          <a:xfrm>
            <a:off x="7103528" y="3847448"/>
            <a:ext cx="1619444"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Produkt</a:t>
            </a:r>
          </a:p>
          <a:p>
            <a:pPr algn="ctr"/>
            <a:r>
              <a:rPr lang="de-DE" dirty="0">
                <a:ln w="0"/>
                <a:solidFill>
                  <a:schemeClr val="tx1"/>
                </a:solidFill>
                <a:effectLst>
                  <a:outerShdw blurRad="38100" dist="19050" dir="2700000" algn="tl" rotWithShape="0">
                    <a:schemeClr val="dk1">
                      <a:alpha val="40000"/>
                    </a:schemeClr>
                  </a:outerShdw>
                </a:effectLst>
              </a:rPr>
              <a:t>Art = Essen</a:t>
            </a:r>
          </a:p>
        </p:txBody>
      </p:sp>
      <p:cxnSp>
        <p:nvCxnSpPr>
          <p:cNvPr id="14" name="Gerade Verbindung mit Pfeil 13">
            <a:extLst>
              <a:ext uri="{FF2B5EF4-FFF2-40B4-BE49-F238E27FC236}">
                <a16:creationId xmlns:a16="http://schemas.microsoft.com/office/drawing/2014/main" id="{718D992C-293C-1500-2A20-16C587518CDB}"/>
              </a:ext>
            </a:extLst>
          </p:cNvPr>
          <p:cNvCxnSpPr>
            <a:cxnSpLocks/>
            <a:stCxn id="10" idx="4"/>
            <a:endCxn id="12" idx="0"/>
          </p:cNvCxnSpPr>
          <p:nvPr/>
        </p:nvCxnSpPr>
        <p:spPr>
          <a:xfrm>
            <a:off x="7913250" y="3288777"/>
            <a:ext cx="0" cy="5586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Ellipse 14">
            <a:extLst>
              <a:ext uri="{FF2B5EF4-FFF2-40B4-BE49-F238E27FC236}">
                <a16:creationId xmlns:a16="http://schemas.microsoft.com/office/drawing/2014/main" id="{CD54F925-FC3D-745B-64AD-DB852856EA57}"/>
              </a:ext>
            </a:extLst>
          </p:cNvPr>
          <p:cNvSpPr/>
          <p:nvPr/>
        </p:nvSpPr>
        <p:spPr>
          <a:xfrm>
            <a:off x="5384293" y="3847448"/>
            <a:ext cx="1619444"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Produkt</a:t>
            </a:r>
          </a:p>
          <a:p>
            <a:pPr algn="ctr"/>
            <a:r>
              <a:rPr lang="de-DE" dirty="0">
                <a:ln w="0"/>
                <a:solidFill>
                  <a:schemeClr val="tx1"/>
                </a:solidFill>
                <a:effectLst>
                  <a:outerShdw blurRad="38100" dist="19050" dir="2700000" algn="tl" rotWithShape="0">
                    <a:schemeClr val="dk1">
                      <a:alpha val="40000"/>
                    </a:schemeClr>
                  </a:outerShdw>
                </a:effectLst>
              </a:rPr>
              <a:t>Art = Film</a:t>
            </a:r>
          </a:p>
        </p:txBody>
      </p:sp>
      <p:cxnSp>
        <p:nvCxnSpPr>
          <p:cNvPr id="16" name="Gerade Verbindung mit Pfeil 15">
            <a:extLst>
              <a:ext uri="{FF2B5EF4-FFF2-40B4-BE49-F238E27FC236}">
                <a16:creationId xmlns:a16="http://schemas.microsoft.com/office/drawing/2014/main" id="{2BE98C5E-1D07-8857-DF71-D78F5859AD50}"/>
              </a:ext>
            </a:extLst>
          </p:cNvPr>
          <p:cNvCxnSpPr>
            <a:cxnSpLocks/>
            <a:stCxn id="9" idx="4"/>
            <a:endCxn id="15" idx="0"/>
          </p:cNvCxnSpPr>
          <p:nvPr/>
        </p:nvCxnSpPr>
        <p:spPr>
          <a:xfrm flipH="1">
            <a:off x="6194015" y="2021838"/>
            <a:ext cx="1" cy="18256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Verbinder: gewinkelt 16">
            <a:extLst>
              <a:ext uri="{FF2B5EF4-FFF2-40B4-BE49-F238E27FC236}">
                <a16:creationId xmlns:a16="http://schemas.microsoft.com/office/drawing/2014/main" id="{FED61ACE-446C-FC82-EE10-4E69114542E4}"/>
              </a:ext>
            </a:extLst>
          </p:cNvPr>
          <p:cNvCxnSpPr>
            <a:cxnSpLocks/>
            <a:stCxn id="9" idx="6"/>
            <a:endCxn id="10" idx="0"/>
          </p:cNvCxnSpPr>
          <p:nvPr/>
        </p:nvCxnSpPr>
        <p:spPr>
          <a:xfrm>
            <a:off x="6890448" y="1663325"/>
            <a:ext cx="1022802" cy="90842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18" name="Textfeld 17">
            <a:extLst>
              <a:ext uri="{FF2B5EF4-FFF2-40B4-BE49-F238E27FC236}">
                <a16:creationId xmlns:a16="http://schemas.microsoft.com/office/drawing/2014/main" id="{B0CEE015-F091-6C10-EACB-BD7E2F41E3EF}"/>
              </a:ext>
            </a:extLst>
          </p:cNvPr>
          <p:cNvSpPr txBox="1"/>
          <p:nvPr/>
        </p:nvSpPr>
        <p:spPr>
          <a:xfrm>
            <a:off x="7586879" y="1880119"/>
            <a:ext cx="652743" cy="307777"/>
          </a:xfrm>
          <a:prstGeom prst="rect">
            <a:avLst/>
          </a:prstGeom>
          <a:noFill/>
        </p:spPr>
        <p:txBody>
          <a:bodyPr wrap="none" rtlCol="0">
            <a:spAutoFit/>
          </a:bodyPr>
          <a:lstStyle/>
          <a:p>
            <a:r>
              <a:rPr lang="de-DE" dirty="0"/>
              <a:t>Kennt</a:t>
            </a:r>
          </a:p>
        </p:txBody>
      </p:sp>
      <p:sp>
        <p:nvSpPr>
          <p:cNvPr id="19" name="Textfeld 18">
            <a:extLst>
              <a:ext uri="{FF2B5EF4-FFF2-40B4-BE49-F238E27FC236}">
                <a16:creationId xmlns:a16="http://schemas.microsoft.com/office/drawing/2014/main" id="{B983251A-AB5C-B980-5AA5-E302549482D0}"/>
              </a:ext>
            </a:extLst>
          </p:cNvPr>
          <p:cNvSpPr txBox="1"/>
          <p:nvPr/>
        </p:nvSpPr>
        <p:spPr>
          <a:xfrm>
            <a:off x="5849144" y="2780754"/>
            <a:ext cx="603050" cy="307777"/>
          </a:xfrm>
          <a:prstGeom prst="rect">
            <a:avLst/>
          </a:prstGeom>
          <a:noFill/>
        </p:spPr>
        <p:txBody>
          <a:bodyPr wrap="none" rtlCol="0">
            <a:spAutoFit/>
          </a:bodyPr>
          <a:lstStyle/>
          <a:p>
            <a:r>
              <a:rPr lang="de-DE" dirty="0"/>
              <a:t>Kauft</a:t>
            </a:r>
          </a:p>
        </p:txBody>
      </p:sp>
      <p:sp>
        <p:nvSpPr>
          <p:cNvPr id="20" name="Textfeld 19">
            <a:extLst>
              <a:ext uri="{FF2B5EF4-FFF2-40B4-BE49-F238E27FC236}">
                <a16:creationId xmlns:a16="http://schemas.microsoft.com/office/drawing/2014/main" id="{64CD1C0E-8FFA-C982-A60A-6914A997938D}"/>
              </a:ext>
            </a:extLst>
          </p:cNvPr>
          <p:cNvSpPr txBox="1"/>
          <p:nvPr/>
        </p:nvSpPr>
        <p:spPr>
          <a:xfrm>
            <a:off x="7588794" y="3335046"/>
            <a:ext cx="1059906" cy="307777"/>
          </a:xfrm>
          <a:prstGeom prst="rect">
            <a:avLst/>
          </a:prstGeom>
          <a:noFill/>
        </p:spPr>
        <p:txBody>
          <a:bodyPr wrap="none" rtlCol="0">
            <a:spAutoFit/>
          </a:bodyPr>
          <a:lstStyle/>
          <a:p>
            <a:r>
              <a:rPr lang="de-DE" dirty="0"/>
              <a:t>Arbeitet für</a:t>
            </a:r>
          </a:p>
        </p:txBody>
      </p:sp>
    </p:spTree>
    <p:extLst>
      <p:ext uri="{BB962C8B-B14F-4D97-AF65-F5344CB8AC3E}">
        <p14:creationId xmlns:p14="http://schemas.microsoft.com/office/powerpoint/2010/main" val="4126565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AABB8-A4D8-45B3-EAAD-EBC32C91905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423E507-438D-C85A-3AAE-2C0FA2B6CA41}"/>
              </a:ext>
            </a:extLst>
          </p:cNvPr>
          <p:cNvSpPr>
            <a:spLocks noGrp="1"/>
          </p:cNvSpPr>
          <p:nvPr>
            <p:ph type="title"/>
          </p:nvPr>
        </p:nvSpPr>
        <p:spPr>
          <a:xfrm>
            <a:off x="720000" y="445025"/>
            <a:ext cx="7928700" cy="1218300"/>
          </a:xfrm>
        </p:spPr>
        <p:txBody>
          <a:bodyPr/>
          <a:lstStyle/>
          <a:p>
            <a:pPr marL="0" lvl="0" indent="0"/>
            <a:r>
              <a:rPr lang="de-DE" sz="2400" dirty="0"/>
              <a:t>Grundbausteine in </a:t>
            </a:r>
            <a:r>
              <a:rPr lang="de-DE" sz="2400" dirty="0" err="1"/>
              <a:t>Cypher</a:t>
            </a:r>
            <a:endParaRPr lang="de-DE" sz="2400" dirty="0"/>
          </a:p>
        </p:txBody>
      </p:sp>
      <p:sp>
        <p:nvSpPr>
          <p:cNvPr id="5" name="Ellipse 4">
            <a:extLst>
              <a:ext uri="{FF2B5EF4-FFF2-40B4-BE49-F238E27FC236}">
                <a16:creationId xmlns:a16="http://schemas.microsoft.com/office/drawing/2014/main" id="{53D58672-75A9-5E31-B992-D6EE068049C5}"/>
              </a:ext>
            </a:extLst>
          </p:cNvPr>
          <p:cNvSpPr/>
          <p:nvPr/>
        </p:nvSpPr>
        <p:spPr>
          <a:xfrm>
            <a:off x="5497583" y="1304811"/>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a:t>
            </a:r>
          </a:p>
          <a:p>
            <a:pPr algn="ctr"/>
            <a:r>
              <a:rPr lang="de-DE" dirty="0">
                <a:ln w="0"/>
                <a:solidFill>
                  <a:schemeClr val="tx1"/>
                </a:solidFill>
                <a:effectLst>
                  <a:outerShdw blurRad="38100" dist="19050" dir="2700000" algn="tl" rotWithShape="0">
                    <a:schemeClr val="dk1">
                      <a:alpha val="40000"/>
                    </a:schemeClr>
                  </a:outerShdw>
                </a:effectLst>
              </a:rPr>
              <a:t>Name = A</a:t>
            </a:r>
          </a:p>
        </p:txBody>
      </p:sp>
      <p:sp>
        <p:nvSpPr>
          <p:cNvPr id="6" name="Ellipse 5">
            <a:extLst>
              <a:ext uri="{FF2B5EF4-FFF2-40B4-BE49-F238E27FC236}">
                <a16:creationId xmlns:a16="http://schemas.microsoft.com/office/drawing/2014/main" id="{E80573A2-E4DA-3F9D-5590-8366DD2D49BA}"/>
              </a:ext>
            </a:extLst>
          </p:cNvPr>
          <p:cNvSpPr/>
          <p:nvPr/>
        </p:nvSpPr>
        <p:spPr>
          <a:xfrm>
            <a:off x="7103528" y="2571750"/>
            <a:ext cx="1619443"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a:t>
            </a:r>
          </a:p>
          <a:p>
            <a:pPr algn="ctr"/>
            <a:r>
              <a:rPr lang="de-DE" dirty="0">
                <a:ln w="0"/>
                <a:solidFill>
                  <a:schemeClr val="tx1"/>
                </a:solidFill>
                <a:effectLst>
                  <a:outerShdw blurRad="38100" dist="19050" dir="2700000" algn="tl" rotWithShape="0">
                    <a:schemeClr val="dk1">
                      <a:alpha val="40000"/>
                    </a:schemeClr>
                  </a:outerShdw>
                </a:effectLst>
              </a:rPr>
              <a:t>Name = B</a:t>
            </a:r>
          </a:p>
        </p:txBody>
      </p:sp>
      <p:sp>
        <p:nvSpPr>
          <p:cNvPr id="7" name="Ellipse 6">
            <a:extLst>
              <a:ext uri="{FF2B5EF4-FFF2-40B4-BE49-F238E27FC236}">
                <a16:creationId xmlns:a16="http://schemas.microsoft.com/office/drawing/2014/main" id="{64F49740-971C-20D1-EF26-29AF7BB51620}"/>
              </a:ext>
            </a:extLst>
          </p:cNvPr>
          <p:cNvSpPr/>
          <p:nvPr/>
        </p:nvSpPr>
        <p:spPr>
          <a:xfrm>
            <a:off x="7103528" y="3847448"/>
            <a:ext cx="1619444"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Produkt</a:t>
            </a:r>
          </a:p>
          <a:p>
            <a:pPr algn="ctr"/>
            <a:r>
              <a:rPr lang="de-DE" dirty="0">
                <a:ln w="0"/>
                <a:solidFill>
                  <a:schemeClr val="tx1"/>
                </a:solidFill>
                <a:effectLst>
                  <a:outerShdw blurRad="38100" dist="19050" dir="2700000" algn="tl" rotWithShape="0">
                    <a:schemeClr val="dk1">
                      <a:alpha val="40000"/>
                    </a:schemeClr>
                  </a:outerShdw>
                </a:effectLst>
              </a:rPr>
              <a:t>Art = Essen</a:t>
            </a:r>
          </a:p>
        </p:txBody>
      </p:sp>
      <p:cxnSp>
        <p:nvCxnSpPr>
          <p:cNvPr id="11" name="Gerade Verbindung mit Pfeil 10">
            <a:extLst>
              <a:ext uri="{FF2B5EF4-FFF2-40B4-BE49-F238E27FC236}">
                <a16:creationId xmlns:a16="http://schemas.microsoft.com/office/drawing/2014/main" id="{4F2C8BEB-0579-7A29-DCA5-1391434F4B5C}"/>
              </a:ext>
            </a:extLst>
          </p:cNvPr>
          <p:cNvCxnSpPr>
            <a:cxnSpLocks/>
            <a:stCxn id="6" idx="4"/>
            <a:endCxn id="7" idx="0"/>
          </p:cNvCxnSpPr>
          <p:nvPr/>
        </p:nvCxnSpPr>
        <p:spPr>
          <a:xfrm>
            <a:off x="7913250" y="3288777"/>
            <a:ext cx="0" cy="5586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Ellipse 12">
            <a:extLst>
              <a:ext uri="{FF2B5EF4-FFF2-40B4-BE49-F238E27FC236}">
                <a16:creationId xmlns:a16="http://schemas.microsoft.com/office/drawing/2014/main" id="{7E8B54A9-81FE-B1E7-4E34-2ECEC3FE60F8}"/>
              </a:ext>
            </a:extLst>
          </p:cNvPr>
          <p:cNvSpPr/>
          <p:nvPr/>
        </p:nvSpPr>
        <p:spPr>
          <a:xfrm>
            <a:off x="5384293" y="3847448"/>
            <a:ext cx="1619444"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Produkt</a:t>
            </a:r>
          </a:p>
          <a:p>
            <a:pPr algn="ctr"/>
            <a:r>
              <a:rPr lang="de-DE" dirty="0">
                <a:ln w="0"/>
                <a:solidFill>
                  <a:schemeClr val="tx1"/>
                </a:solidFill>
                <a:effectLst>
                  <a:outerShdw blurRad="38100" dist="19050" dir="2700000" algn="tl" rotWithShape="0">
                    <a:schemeClr val="dk1">
                      <a:alpha val="40000"/>
                    </a:schemeClr>
                  </a:outerShdw>
                </a:effectLst>
              </a:rPr>
              <a:t>Art = Film</a:t>
            </a:r>
          </a:p>
        </p:txBody>
      </p:sp>
      <p:cxnSp>
        <p:nvCxnSpPr>
          <p:cNvPr id="21" name="Gerade Verbindung mit Pfeil 20">
            <a:extLst>
              <a:ext uri="{FF2B5EF4-FFF2-40B4-BE49-F238E27FC236}">
                <a16:creationId xmlns:a16="http://schemas.microsoft.com/office/drawing/2014/main" id="{BE70061A-864A-5CB0-02F6-561DC42774CC}"/>
              </a:ext>
            </a:extLst>
          </p:cNvPr>
          <p:cNvCxnSpPr>
            <a:cxnSpLocks/>
            <a:stCxn id="5" idx="4"/>
            <a:endCxn id="13" idx="0"/>
          </p:cNvCxnSpPr>
          <p:nvPr/>
        </p:nvCxnSpPr>
        <p:spPr>
          <a:xfrm flipH="1">
            <a:off x="6194015" y="2021838"/>
            <a:ext cx="1" cy="18256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Verbinder: gewinkelt 36">
            <a:extLst>
              <a:ext uri="{FF2B5EF4-FFF2-40B4-BE49-F238E27FC236}">
                <a16:creationId xmlns:a16="http://schemas.microsoft.com/office/drawing/2014/main" id="{806CE34C-C67C-C410-C86A-0C257713BA1C}"/>
              </a:ext>
            </a:extLst>
          </p:cNvPr>
          <p:cNvCxnSpPr>
            <a:cxnSpLocks/>
            <a:stCxn id="5" idx="6"/>
            <a:endCxn id="6" idx="0"/>
          </p:cNvCxnSpPr>
          <p:nvPr/>
        </p:nvCxnSpPr>
        <p:spPr>
          <a:xfrm>
            <a:off x="6890448" y="1663325"/>
            <a:ext cx="1022802" cy="90842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41" name="Textfeld 40">
            <a:extLst>
              <a:ext uri="{FF2B5EF4-FFF2-40B4-BE49-F238E27FC236}">
                <a16:creationId xmlns:a16="http://schemas.microsoft.com/office/drawing/2014/main" id="{366D7FF1-3972-588D-6576-8EF5D1E0ECF6}"/>
              </a:ext>
            </a:extLst>
          </p:cNvPr>
          <p:cNvSpPr txBox="1"/>
          <p:nvPr/>
        </p:nvSpPr>
        <p:spPr>
          <a:xfrm>
            <a:off x="7586879" y="1880119"/>
            <a:ext cx="652743" cy="307777"/>
          </a:xfrm>
          <a:prstGeom prst="rect">
            <a:avLst/>
          </a:prstGeom>
          <a:noFill/>
        </p:spPr>
        <p:txBody>
          <a:bodyPr wrap="none" rtlCol="0">
            <a:spAutoFit/>
          </a:bodyPr>
          <a:lstStyle/>
          <a:p>
            <a:r>
              <a:rPr lang="de-DE" dirty="0"/>
              <a:t>Kennt</a:t>
            </a:r>
          </a:p>
        </p:txBody>
      </p:sp>
      <p:sp>
        <p:nvSpPr>
          <p:cNvPr id="42" name="Textfeld 41">
            <a:extLst>
              <a:ext uri="{FF2B5EF4-FFF2-40B4-BE49-F238E27FC236}">
                <a16:creationId xmlns:a16="http://schemas.microsoft.com/office/drawing/2014/main" id="{123E95FA-5AE1-7BBD-5A7E-02FA04CBF3DC}"/>
              </a:ext>
            </a:extLst>
          </p:cNvPr>
          <p:cNvSpPr txBox="1"/>
          <p:nvPr/>
        </p:nvSpPr>
        <p:spPr>
          <a:xfrm>
            <a:off x="5849144" y="2780754"/>
            <a:ext cx="603050" cy="307777"/>
          </a:xfrm>
          <a:prstGeom prst="rect">
            <a:avLst/>
          </a:prstGeom>
          <a:noFill/>
        </p:spPr>
        <p:txBody>
          <a:bodyPr wrap="none" rtlCol="0">
            <a:spAutoFit/>
          </a:bodyPr>
          <a:lstStyle/>
          <a:p>
            <a:r>
              <a:rPr lang="de-DE" dirty="0"/>
              <a:t>Kauft</a:t>
            </a:r>
          </a:p>
        </p:txBody>
      </p:sp>
      <p:sp>
        <p:nvSpPr>
          <p:cNvPr id="43" name="Textfeld 42">
            <a:extLst>
              <a:ext uri="{FF2B5EF4-FFF2-40B4-BE49-F238E27FC236}">
                <a16:creationId xmlns:a16="http://schemas.microsoft.com/office/drawing/2014/main" id="{BA04A8C8-DA6B-F0DE-1D65-2AFCDC3F742D}"/>
              </a:ext>
            </a:extLst>
          </p:cNvPr>
          <p:cNvSpPr txBox="1"/>
          <p:nvPr/>
        </p:nvSpPr>
        <p:spPr>
          <a:xfrm>
            <a:off x="7588794" y="3335046"/>
            <a:ext cx="1059906" cy="307777"/>
          </a:xfrm>
          <a:prstGeom prst="rect">
            <a:avLst/>
          </a:prstGeom>
          <a:noFill/>
        </p:spPr>
        <p:txBody>
          <a:bodyPr wrap="none" rtlCol="0">
            <a:spAutoFit/>
          </a:bodyPr>
          <a:lstStyle/>
          <a:p>
            <a:r>
              <a:rPr lang="de-DE" dirty="0"/>
              <a:t>Arbeitet für</a:t>
            </a:r>
          </a:p>
        </p:txBody>
      </p:sp>
      <p:sp>
        <p:nvSpPr>
          <p:cNvPr id="4" name="Rechteck: abgerundete Ecken 3">
            <a:extLst>
              <a:ext uri="{FF2B5EF4-FFF2-40B4-BE49-F238E27FC236}">
                <a16:creationId xmlns:a16="http://schemas.microsoft.com/office/drawing/2014/main" id="{940C8EB1-E8F1-A0AC-BA85-BB02B13DE4ED}"/>
              </a:ext>
            </a:extLst>
          </p:cNvPr>
          <p:cNvSpPr/>
          <p:nvPr/>
        </p:nvSpPr>
        <p:spPr>
          <a:xfrm>
            <a:off x="800101" y="3016596"/>
            <a:ext cx="4061455" cy="1259631"/>
          </a:xfrm>
          <a:prstGeom prst="roundRect">
            <a:avLst/>
          </a:prstGeom>
          <a:solidFill>
            <a:srgbClr val="171717"/>
          </a:solidFill>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dirty="0"/>
              <a:t>MATCH (</a:t>
            </a:r>
            <a:r>
              <a:rPr lang="en-US" dirty="0" err="1"/>
              <a:t>a:Person</a:t>
            </a:r>
            <a:r>
              <a:rPr lang="en-US" dirty="0"/>
              <a:t>)-[:</a:t>
            </a:r>
            <a:r>
              <a:rPr lang="en-US" dirty="0" err="1"/>
              <a:t>Kauft</a:t>
            </a:r>
            <a:r>
              <a:rPr lang="en-US" dirty="0"/>
              <a:t>]-&gt;(</a:t>
            </a:r>
            <a:r>
              <a:rPr lang="en-US" dirty="0" err="1"/>
              <a:t>y:Produkt</a:t>
            </a:r>
            <a:r>
              <a:rPr lang="en-US" dirty="0"/>
              <a:t>)</a:t>
            </a:r>
            <a:br>
              <a:rPr lang="en-US" dirty="0"/>
            </a:br>
            <a:r>
              <a:rPr lang="en-US" dirty="0"/>
              <a:t>WHERE </a:t>
            </a:r>
            <a:r>
              <a:rPr lang="en-US" dirty="0" err="1"/>
              <a:t>y.Art</a:t>
            </a:r>
            <a:r>
              <a:rPr lang="en-US" dirty="0"/>
              <a:t> = “Film"</a:t>
            </a:r>
            <a:br>
              <a:rPr lang="en-US" dirty="0"/>
            </a:br>
            <a:r>
              <a:rPr lang="en-US" dirty="0"/>
              <a:t>RETURN a.name</a:t>
            </a:r>
            <a:endParaRPr lang="de-DE" dirty="0"/>
          </a:p>
        </p:txBody>
      </p:sp>
      <p:sp>
        <p:nvSpPr>
          <p:cNvPr id="8" name="Rectangle 1">
            <a:extLst>
              <a:ext uri="{FF2B5EF4-FFF2-40B4-BE49-F238E27FC236}">
                <a16:creationId xmlns:a16="http://schemas.microsoft.com/office/drawing/2014/main" id="{4AF28F5B-12EE-10CD-5F99-E4D9130A00A9}"/>
              </a:ext>
            </a:extLst>
          </p:cNvPr>
          <p:cNvSpPr>
            <a:spLocks noGrp="1" noChangeArrowheads="1"/>
          </p:cNvSpPr>
          <p:nvPr>
            <p:ph type="subTitle" idx="1"/>
          </p:nvPr>
        </p:nvSpPr>
        <p:spPr bwMode="auto">
          <a:xfrm>
            <a:off x="722313" y="1564133"/>
            <a:ext cx="4382931" cy="1083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39700" indent="0">
              <a:buNone/>
            </a:pPr>
            <a:r>
              <a:rPr lang="de-DE" dirty="0"/>
              <a:t>Für den Einstieg reichen wenige Grundbausteine</a:t>
            </a:r>
          </a:p>
          <a:p>
            <a:r>
              <a:rPr lang="de-DE" dirty="0"/>
              <a:t>MATCH </a:t>
            </a:r>
          </a:p>
          <a:p>
            <a:r>
              <a:rPr lang="de-DE" dirty="0"/>
              <a:t>WHERE</a:t>
            </a:r>
          </a:p>
          <a:p>
            <a:r>
              <a:rPr lang="de-DE" dirty="0"/>
              <a:t>RETURN</a:t>
            </a:r>
          </a:p>
        </p:txBody>
      </p:sp>
    </p:spTree>
    <p:extLst>
      <p:ext uri="{BB962C8B-B14F-4D97-AF65-F5344CB8AC3E}">
        <p14:creationId xmlns:p14="http://schemas.microsoft.com/office/powerpoint/2010/main" val="3724352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CC06F-ED3D-BF70-1E44-A2E91CEB0F6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56EAA95-230F-6DD0-B9A0-0E87343E1B48}"/>
              </a:ext>
            </a:extLst>
          </p:cNvPr>
          <p:cNvSpPr>
            <a:spLocks noGrp="1"/>
          </p:cNvSpPr>
          <p:nvPr>
            <p:ph type="title"/>
          </p:nvPr>
        </p:nvSpPr>
        <p:spPr>
          <a:xfrm>
            <a:off x="720000" y="445025"/>
            <a:ext cx="7928700" cy="1218300"/>
          </a:xfrm>
        </p:spPr>
        <p:txBody>
          <a:bodyPr/>
          <a:lstStyle/>
          <a:p>
            <a:pPr marL="0" lvl="0" indent="0"/>
            <a:r>
              <a:rPr lang="de-DE" sz="2400" dirty="0"/>
              <a:t>Beziehungen durchlaufen</a:t>
            </a:r>
          </a:p>
        </p:txBody>
      </p:sp>
      <p:sp>
        <p:nvSpPr>
          <p:cNvPr id="5" name="Ellipse 4">
            <a:extLst>
              <a:ext uri="{FF2B5EF4-FFF2-40B4-BE49-F238E27FC236}">
                <a16:creationId xmlns:a16="http://schemas.microsoft.com/office/drawing/2014/main" id="{B5C0B807-2AA2-7116-1C9A-9585DADA29AC}"/>
              </a:ext>
            </a:extLst>
          </p:cNvPr>
          <p:cNvSpPr/>
          <p:nvPr/>
        </p:nvSpPr>
        <p:spPr>
          <a:xfrm>
            <a:off x="177143" y="2307081"/>
            <a:ext cx="192667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a:t>
            </a:r>
          </a:p>
          <a:p>
            <a:pPr algn="ctr"/>
            <a:r>
              <a:rPr lang="de-DE" dirty="0">
                <a:ln w="0"/>
                <a:solidFill>
                  <a:schemeClr val="tx1"/>
                </a:solidFill>
                <a:effectLst>
                  <a:outerShdw blurRad="38100" dist="19050" dir="2700000" algn="tl" rotWithShape="0">
                    <a:schemeClr val="dk1">
                      <a:alpha val="40000"/>
                    </a:schemeClr>
                  </a:outerShdw>
                </a:effectLst>
              </a:rPr>
              <a:t>Name = X</a:t>
            </a:r>
          </a:p>
        </p:txBody>
      </p:sp>
      <p:cxnSp>
        <p:nvCxnSpPr>
          <p:cNvPr id="11" name="Gerade Verbindung mit Pfeil 10">
            <a:extLst>
              <a:ext uri="{FF2B5EF4-FFF2-40B4-BE49-F238E27FC236}">
                <a16:creationId xmlns:a16="http://schemas.microsoft.com/office/drawing/2014/main" id="{2F36ED10-7EBE-E759-6131-24C0A5E82CC3}"/>
              </a:ext>
            </a:extLst>
          </p:cNvPr>
          <p:cNvCxnSpPr>
            <a:cxnSpLocks/>
            <a:stCxn id="33" idx="5"/>
            <a:endCxn id="32" idx="1"/>
          </p:cNvCxnSpPr>
          <p:nvPr/>
        </p:nvCxnSpPr>
        <p:spPr>
          <a:xfrm>
            <a:off x="6439900" y="2162353"/>
            <a:ext cx="882436" cy="2497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Ellipse 12">
            <a:extLst>
              <a:ext uri="{FF2B5EF4-FFF2-40B4-BE49-F238E27FC236}">
                <a16:creationId xmlns:a16="http://schemas.microsoft.com/office/drawing/2014/main" id="{629ABC7B-D1A1-F354-1478-096EA5F41EEB}"/>
              </a:ext>
            </a:extLst>
          </p:cNvPr>
          <p:cNvSpPr/>
          <p:nvPr/>
        </p:nvSpPr>
        <p:spPr>
          <a:xfrm>
            <a:off x="2255544" y="1551640"/>
            <a:ext cx="1926676" cy="717027"/>
          </a:xfrm>
          <a:prstGeom prst="ellipse">
            <a:avLst/>
          </a:prstGeom>
          <a:solidFill>
            <a:schemeClr val="dk1">
              <a:alpha val="50000"/>
            </a:schemeClr>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Film</a:t>
            </a:r>
          </a:p>
          <a:p>
            <a:pPr algn="ctr"/>
            <a:r>
              <a:rPr lang="de-DE" dirty="0">
                <a:ln w="0"/>
                <a:solidFill>
                  <a:schemeClr val="tx1"/>
                </a:solidFill>
                <a:effectLst>
                  <a:outerShdw blurRad="38100" dist="19050" dir="2700000" algn="tl" rotWithShape="0">
                    <a:schemeClr val="dk1">
                      <a:alpha val="40000"/>
                    </a:schemeClr>
                  </a:outerShdw>
                </a:effectLst>
              </a:rPr>
              <a:t>Title = A</a:t>
            </a:r>
          </a:p>
        </p:txBody>
      </p:sp>
      <p:cxnSp>
        <p:nvCxnSpPr>
          <p:cNvPr id="21" name="Gerade Verbindung mit Pfeil 20">
            <a:extLst>
              <a:ext uri="{FF2B5EF4-FFF2-40B4-BE49-F238E27FC236}">
                <a16:creationId xmlns:a16="http://schemas.microsoft.com/office/drawing/2014/main" id="{0B282D84-2F5C-3C82-03DB-2E8EA8A19B17}"/>
              </a:ext>
            </a:extLst>
          </p:cNvPr>
          <p:cNvCxnSpPr>
            <a:cxnSpLocks/>
            <a:stCxn id="5" idx="7"/>
            <a:endCxn id="13" idx="3"/>
          </p:cNvCxnSpPr>
          <p:nvPr/>
        </p:nvCxnSpPr>
        <p:spPr>
          <a:xfrm flipV="1">
            <a:off x="1821663" y="2163661"/>
            <a:ext cx="716036" cy="2484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Gerade Verbindung mit Pfeil 21">
            <a:extLst>
              <a:ext uri="{FF2B5EF4-FFF2-40B4-BE49-F238E27FC236}">
                <a16:creationId xmlns:a16="http://schemas.microsoft.com/office/drawing/2014/main" id="{8401DAEF-9619-6230-956A-06A8BDDEF6EF}"/>
              </a:ext>
            </a:extLst>
          </p:cNvPr>
          <p:cNvCxnSpPr>
            <a:cxnSpLocks/>
            <a:stCxn id="33" idx="2"/>
            <a:endCxn id="13" idx="6"/>
          </p:cNvCxnSpPr>
          <p:nvPr/>
        </p:nvCxnSpPr>
        <p:spPr>
          <a:xfrm flipH="1">
            <a:off x="4182220" y="1908846"/>
            <a:ext cx="613160" cy="13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Textfeld 22">
            <a:extLst>
              <a:ext uri="{FF2B5EF4-FFF2-40B4-BE49-F238E27FC236}">
                <a16:creationId xmlns:a16="http://schemas.microsoft.com/office/drawing/2014/main" id="{34AD8043-4391-27D1-F5F7-EAB63EE278F7}"/>
              </a:ext>
            </a:extLst>
          </p:cNvPr>
          <p:cNvSpPr txBox="1"/>
          <p:nvPr/>
        </p:nvSpPr>
        <p:spPr>
          <a:xfrm>
            <a:off x="1583483" y="2123058"/>
            <a:ext cx="1040670" cy="307777"/>
          </a:xfrm>
          <a:prstGeom prst="rect">
            <a:avLst/>
          </a:prstGeom>
          <a:noFill/>
        </p:spPr>
        <p:txBody>
          <a:bodyPr wrap="none" rtlCol="0">
            <a:spAutoFit/>
          </a:bodyPr>
          <a:lstStyle/>
          <a:p>
            <a:r>
              <a:rPr lang="de-DE" dirty="0"/>
              <a:t>Mitgespielt</a:t>
            </a:r>
          </a:p>
        </p:txBody>
      </p:sp>
      <p:sp>
        <p:nvSpPr>
          <p:cNvPr id="24" name="Textfeld 23">
            <a:extLst>
              <a:ext uri="{FF2B5EF4-FFF2-40B4-BE49-F238E27FC236}">
                <a16:creationId xmlns:a16="http://schemas.microsoft.com/office/drawing/2014/main" id="{B41A96DE-1AA8-AFDA-15D0-5F9E2BAD94CF}"/>
              </a:ext>
            </a:extLst>
          </p:cNvPr>
          <p:cNvSpPr txBox="1"/>
          <p:nvPr/>
        </p:nvSpPr>
        <p:spPr>
          <a:xfrm>
            <a:off x="3974905" y="1498483"/>
            <a:ext cx="1040670" cy="307777"/>
          </a:xfrm>
          <a:prstGeom prst="rect">
            <a:avLst/>
          </a:prstGeom>
          <a:noFill/>
        </p:spPr>
        <p:txBody>
          <a:bodyPr wrap="none" rtlCol="0">
            <a:spAutoFit/>
          </a:bodyPr>
          <a:lstStyle/>
          <a:p>
            <a:r>
              <a:rPr lang="de-DE" dirty="0"/>
              <a:t>Mitgespielt</a:t>
            </a:r>
          </a:p>
        </p:txBody>
      </p:sp>
      <p:sp>
        <p:nvSpPr>
          <p:cNvPr id="25" name="Textfeld 24">
            <a:extLst>
              <a:ext uri="{FF2B5EF4-FFF2-40B4-BE49-F238E27FC236}">
                <a16:creationId xmlns:a16="http://schemas.microsoft.com/office/drawing/2014/main" id="{AB3DBDCE-8B8F-F0A5-8309-645343EAB08A}"/>
              </a:ext>
            </a:extLst>
          </p:cNvPr>
          <p:cNvSpPr txBox="1"/>
          <p:nvPr/>
        </p:nvSpPr>
        <p:spPr>
          <a:xfrm>
            <a:off x="6294545" y="2123058"/>
            <a:ext cx="1040670" cy="307777"/>
          </a:xfrm>
          <a:prstGeom prst="rect">
            <a:avLst/>
          </a:prstGeom>
          <a:noFill/>
        </p:spPr>
        <p:txBody>
          <a:bodyPr wrap="none" rtlCol="0">
            <a:spAutoFit/>
          </a:bodyPr>
          <a:lstStyle/>
          <a:p>
            <a:r>
              <a:rPr lang="de-DE" dirty="0"/>
              <a:t>Mitgespielt</a:t>
            </a:r>
          </a:p>
        </p:txBody>
      </p:sp>
      <p:sp>
        <p:nvSpPr>
          <p:cNvPr id="26" name="Ellipse 25">
            <a:extLst>
              <a:ext uri="{FF2B5EF4-FFF2-40B4-BE49-F238E27FC236}">
                <a16:creationId xmlns:a16="http://schemas.microsoft.com/office/drawing/2014/main" id="{060EE757-DA34-2507-914B-44B768A47F51}"/>
              </a:ext>
            </a:extLst>
          </p:cNvPr>
          <p:cNvSpPr/>
          <p:nvPr/>
        </p:nvSpPr>
        <p:spPr>
          <a:xfrm>
            <a:off x="2294380" y="2992000"/>
            <a:ext cx="1926676"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Film</a:t>
            </a:r>
          </a:p>
          <a:p>
            <a:pPr algn="ctr"/>
            <a:r>
              <a:rPr lang="de-DE" dirty="0">
                <a:ln w="0"/>
                <a:solidFill>
                  <a:schemeClr val="tx1"/>
                </a:solidFill>
                <a:effectLst>
                  <a:outerShdw blurRad="38100" dist="19050" dir="2700000" algn="tl" rotWithShape="0">
                    <a:schemeClr val="dk1">
                      <a:alpha val="40000"/>
                    </a:schemeClr>
                  </a:outerShdw>
                </a:effectLst>
              </a:rPr>
              <a:t>Titel = C</a:t>
            </a:r>
          </a:p>
        </p:txBody>
      </p:sp>
      <p:sp>
        <p:nvSpPr>
          <p:cNvPr id="32" name="Ellipse 31">
            <a:extLst>
              <a:ext uri="{FF2B5EF4-FFF2-40B4-BE49-F238E27FC236}">
                <a16:creationId xmlns:a16="http://schemas.microsoft.com/office/drawing/2014/main" id="{FEF937BA-742F-BBCA-C29F-E91A71C64F19}"/>
              </a:ext>
            </a:extLst>
          </p:cNvPr>
          <p:cNvSpPr/>
          <p:nvPr/>
        </p:nvSpPr>
        <p:spPr>
          <a:xfrm>
            <a:off x="7040181" y="2307080"/>
            <a:ext cx="1926676" cy="717027"/>
          </a:xfrm>
          <a:prstGeom prst="ellipse">
            <a:avLst/>
          </a:prstGeom>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Film</a:t>
            </a:r>
          </a:p>
          <a:p>
            <a:pPr algn="ctr"/>
            <a:r>
              <a:rPr lang="de-DE" dirty="0">
                <a:ln w="0"/>
                <a:solidFill>
                  <a:schemeClr val="tx1"/>
                </a:solidFill>
                <a:effectLst>
                  <a:outerShdw blurRad="38100" dist="19050" dir="2700000" algn="tl" rotWithShape="0">
                    <a:schemeClr val="dk1">
                      <a:alpha val="40000"/>
                    </a:schemeClr>
                  </a:outerShdw>
                </a:effectLst>
              </a:rPr>
              <a:t>Title = B</a:t>
            </a:r>
          </a:p>
        </p:txBody>
      </p:sp>
      <p:sp>
        <p:nvSpPr>
          <p:cNvPr id="33" name="Ellipse 32">
            <a:extLst>
              <a:ext uri="{FF2B5EF4-FFF2-40B4-BE49-F238E27FC236}">
                <a16:creationId xmlns:a16="http://schemas.microsoft.com/office/drawing/2014/main" id="{9C03FE29-05B0-B9A1-C541-02E474B11951}"/>
              </a:ext>
            </a:extLst>
          </p:cNvPr>
          <p:cNvSpPr/>
          <p:nvPr/>
        </p:nvSpPr>
        <p:spPr>
          <a:xfrm>
            <a:off x="4795380" y="1550332"/>
            <a:ext cx="192667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a:t>
            </a:r>
          </a:p>
          <a:p>
            <a:pPr algn="ctr"/>
            <a:r>
              <a:rPr lang="de-DE" dirty="0">
                <a:ln w="0"/>
                <a:solidFill>
                  <a:schemeClr val="tx1"/>
                </a:solidFill>
                <a:effectLst>
                  <a:outerShdw blurRad="38100" dist="19050" dir="2700000" algn="tl" rotWithShape="0">
                    <a:schemeClr val="dk1">
                      <a:alpha val="40000"/>
                    </a:schemeClr>
                  </a:outerShdw>
                </a:effectLst>
              </a:rPr>
              <a:t>Name = Y</a:t>
            </a:r>
          </a:p>
        </p:txBody>
      </p:sp>
      <p:sp>
        <p:nvSpPr>
          <p:cNvPr id="36" name="Ellipse 35">
            <a:extLst>
              <a:ext uri="{FF2B5EF4-FFF2-40B4-BE49-F238E27FC236}">
                <a16:creationId xmlns:a16="http://schemas.microsoft.com/office/drawing/2014/main" id="{A50C66A0-845F-C291-391F-722657654C20}"/>
              </a:ext>
            </a:extLst>
          </p:cNvPr>
          <p:cNvSpPr/>
          <p:nvPr/>
        </p:nvSpPr>
        <p:spPr>
          <a:xfrm>
            <a:off x="4795379" y="2990941"/>
            <a:ext cx="192667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a:t>
            </a:r>
          </a:p>
          <a:p>
            <a:pPr algn="ctr"/>
            <a:r>
              <a:rPr lang="de-DE" dirty="0">
                <a:ln w="0"/>
                <a:solidFill>
                  <a:schemeClr val="tx1"/>
                </a:solidFill>
                <a:effectLst>
                  <a:outerShdw blurRad="38100" dist="19050" dir="2700000" algn="tl" rotWithShape="0">
                    <a:schemeClr val="dk1">
                      <a:alpha val="40000"/>
                    </a:schemeClr>
                  </a:outerShdw>
                </a:effectLst>
              </a:rPr>
              <a:t>Name = Z</a:t>
            </a:r>
          </a:p>
        </p:txBody>
      </p:sp>
      <p:cxnSp>
        <p:nvCxnSpPr>
          <p:cNvPr id="39" name="Gerade Verbindung mit Pfeil 38">
            <a:extLst>
              <a:ext uri="{FF2B5EF4-FFF2-40B4-BE49-F238E27FC236}">
                <a16:creationId xmlns:a16="http://schemas.microsoft.com/office/drawing/2014/main" id="{5F36E154-BF26-60A9-DC96-AC1B593CDB51}"/>
              </a:ext>
            </a:extLst>
          </p:cNvPr>
          <p:cNvCxnSpPr>
            <a:cxnSpLocks/>
            <a:stCxn id="36" idx="7"/>
            <a:endCxn id="32" idx="3"/>
          </p:cNvCxnSpPr>
          <p:nvPr/>
        </p:nvCxnSpPr>
        <p:spPr>
          <a:xfrm flipV="1">
            <a:off x="6439899" y="2919101"/>
            <a:ext cx="882437" cy="1768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Gerade Verbindung mit Pfeil 43">
            <a:extLst>
              <a:ext uri="{FF2B5EF4-FFF2-40B4-BE49-F238E27FC236}">
                <a16:creationId xmlns:a16="http://schemas.microsoft.com/office/drawing/2014/main" id="{38D5D9F4-725B-EDDB-BE10-8EDD49382C7A}"/>
              </a:ext>
            </a:extLst>
          </p:cNvPr>
          <p:cNvCxnSpPr>
            <a:cxnSpLocks/>
            <a:stCxn id="36" idx="2"/>
            <a:endCxn id="26" idx="6"/>
          </p:cNvCxnSpPr>
          <p:nvPr/>
        </p:nvCxnSpPr>
        <p:spPr>
          <a:xfrm flipH="1">
            <a:off x="4221056" y="3349455"/>
            <a:ext cx="574323" cy="10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Textfeld 46">
            <a:extLst>
              <a:ext uri="{FF2B5EF4-FFF2-40B4-BE49-F238E27FC236}">
                <a16:creationId xmlns:a16="http://schemas.microsoft.com/office/drawing/2014/main" id="{34479551-4BC4-5449-7E77-8680EAEC4D8A}"/>
              </a:ext>
            </a:extLst>
          </p:cNvPr>
          <p:cNvSpPr txBox="1"/>
          <p:nvPr/>
        </p:nvSpPr>
        <p:spPr>
          <a:xfrm>
            <a:off x="3974905" y="2411793"/>
            <a:ext cx="1040670" cy="307777"/>
          </a:xfrm>
          <a:prstGeom prst="rect">
            <a:avLst/>
          </a:prstGeom>
          <a:noFill/>
        </p:spPr>
        <p:txBody>
          <a:bodyPr wrap="none" rtlCol="0">
            <a:spAutoFit/>
          </a:bodyPr>
          <a:lstStyle/>
          <a:p>
            <a:r>
              <a:rPr lang="de-DE" dirty="0"/>
              <a:t>Mitgespielt</a:t>
            </a:r>
          </a:p>
        </p:txBody>
      </p:sp>
      <p:sp>
        <p:nvSpPr>
          <p:cNvPr id="48" name="Textfeld 47">
            <a:extLst>
              <a:ext uri="{FF2B5EF4-FFF2-40B4-BE49-F238E27FC236}">
                <a16:creationId xmlns:a16="http://schemas.microsoft.com/office/drawing/2014/main" id="{E1C37366-4EF8-C230-930F-D5306E0FEC35}"/>
              </a:ext>
            </a:extLst>
          </p:cNvPr>
          <p:cNvSpPr txBox="1"/>
          <p:nvPr/>
        </p:nvSpPr>
        <p:spPr>
          <a:xfrm>
            <a:off x="6294545" y="2827891"/>
            <a:ext cx="1040670" cy="307777"/>
          </a:xfrm>
          <a:prstGeom prst="rect">
            <a:avLst/>
          </a:prstGeom>
          <a:noFill/>
        </p:spPr>
        <p:txBody>
          <a:bodyPr wrap="none" rtlCol="0">
            <a:spAutoFit/>
          </a:bodyPr>
          <a:lstStyle/>
          <a:p>
            <a:r>
              <a:rPr lang="de-DE" dirty="0"/>
              <a:t>Mitgespielt</a:t>
            </a:r>
          </a:p>
        </p:txBody>
      </p:sp>
      <p:sp>
        <p:nvSpPr>
          <p:cNvPr id="65" name="Rechteck: abgerundete Ecken 64">
            <a:extLst>
              <a:ext uri="{FF2B5EF4-FFF2-40B4-BE49-F238E27FC236}">
                <a16:creationId xmlns:a16="http://schemas.microsoft.com/office/drawing/2014/main" id="{A8D2D29C-F839-303D-D9FB-9B1A9614F757}"/>
              </a:ext>
            </a:extLst>
          </p:cNvPr>
          <p:cNvSpPr/>
          <p:nvPr/>
        </p:nvSpPr>
        <p:spPr>
          <a:xfrm>
            <a:off x="861700" y="3965158"/>
            <a:ext cx="6718712" cy="816504"/>
          </a:xfrm>
          <a:prstGeom prst="roundRect">
            <a:avLst/>
          </a:prstGeom>
          <a:solidFill>
            <a:srgbClr val="171717"/>
          </a:solidFill>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dirty="0"/>
              <a:t>MATCH (</a:t>
            </a:r>
            <a:r>
              <a:rPr lang="en-US" dirty="0" err="1"/>
              <a:t>f:Film</a:t>
            </a:r>
            <a:r>
              <a:rPr lang="en-US" dirty="0"/>
              <a:t> {Titel: “A"})&lt;-[:</a:t>
            </a:r>
            <a:r>
              <a:rPr lang="en-US" dirty="0" err="1"/>
              <a:t>Mitgespielt</a:t>
            </a:r>
            <a:r>
              <a:rPr lang="en-US" dirty="0"/>
              <a:t>]-(</a:t>
            </a:r>
            <a:r>
              <a:rPr lang="en-US" dirty="0" err="1"/>
              <a:t>p:Person</a:t>
            </a:r>
            <a:r>
              <a:rPr lang="en-US" dirty="0"/>
              <a:t>)-[:</a:t>
            </a:r>
            <a:r>
              <a:rPr lang="en-US" dirty="0" err="1"/>
              <a:t>Mitgespielt</a:t>
            </a:r>
            <a:r>
              <a:rPr lang="en-US" dirty="0"/>
              <a:t>]-&gt;(</a:t>
            </a:r>
            <a:r>
              <a:rPr lang="en-US" dirty="0" err="1"/>
              <a:t>otherf:Film</a:t>
            </a:r>
            <a:r>
              <a:rPr lang="en-US" dirty="0"/>
              <a:t>)</a:t>
            </a:r>
            <a:br>
              <a:rPr lang="en-US" dirty="0"/>
            </a:br>
            <a:r>
              <a:rPr lang="en-US" dirty="0"/>
              <a:t>RETURN </a:t>
            </a:r>
            <a:r>
              <a:rPr lang="en-US" dirty="0" err="1"/>
              <a:t>otherf.Titel</a:t>
            </a:r>
            <a:endParaRPr lang="de-DE" dirty="0"/>
          </a:p>
        </p:txBody>
      </p:sp>
      <p:cxnSp>
        <p:nvCxnSpPr>
          <p:cNvPr id="96" name="Gerade Verbindung mit Pfeil 95">
            <a:extLst>
              <a:ext uri="{FF2B5EF4-FFF2-40B4-BE49-F238E27FC236}">
                <a16:creationId xmlns:a16="http://schemas.microsoft.com/office/drawing/2014/main" id="{A98B2D45-843D-E01D-67DD-76EB7A3323F4}"/>
              </a:ext>
            </a:extLst>
          </p:cNvPr>
          <p:cNvCxnSpPr>
            <a:stCxn id="5" idx="6"/>
            <a:endCxn id="32" idx="2"/>
          </p:cNvCxnSpPr>
          <p:nvPr/>
        </p:nvCxnSpPr>
        <p:spPr>
          <a:xfrm flipV="1">
            <a:off x="2103818" y="2665594"/>
            <a:ext cx="4936363"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7" name="Textfeld 96">
            <a:extLst>
              <a:ext uri="{FF2B5EF4-FFF2-40B4-BE49-F238E27FC236}">
                <a16:creationId xmlns:a16="http://schemas.microsoft.com/office/drawing/2014/main" id="{29340B54-C333-C262-4DBF-B7AEE39D3D78}"/>
              </a:ext>
            </a:extLst>
          </p:cNvPr>
          <p:cNvSpPr txBox="1"/>
          <p:nvPr/>
        </p:nvSpPr>
        <p:spPr>
          <a:xfrm>
            <a:off x="3987883" y="2944367"/>
            <a:ext cx="1040670" cy="307777"/>
          </a:xfrm>
          <a:prstGeom prst="rect">
            <a:avLst/>
          </a:prstGeom>
          <a:noFill/>
        </p:spPr>
        <p:txBody>
          <a:bodyPr wrap="none" rtlCol="0">
            <a:spAutoFit/>
          </a:bodyPr>
          <a:lstStyle/>
          <a:p>
            <a:r>
              <a:rPr lang="de-DE" dirty="0"/>
              <a:t>Mitgespielt</a:t>
            </a:r>
          </a:p>
        </p:txBody>
      </p:sp>
      <p:sp>
        <p:nvSpPr>
          <p:cNvPr id="98" name="Untertitel 2">
            <a:extLst>
              <a:ext uri="{FF2B5EF4-FFF2-40B4-BE49-F238E27FC236}">
                <a16:creationId xmlns:a16="http://schemas.microsoft.com/office/drawing/2014/main" id="{45D2CD5F-343D-8A4E-B904-E4CF39E6E945}"/>
              </a:ext>
            </a:extLst>
          </p:cNvPr>
          <p:cNvSpPr>
            <a:spLocks noGrp="1"/>
          </p:cNvSpPr>
          <p:nvPr>
            <p:ph type="subTitle" idx="1"/>
          </p:nvPr>
        </p:nvSpPr>
        <p:spPr>
          <a:xfrm>
            <a:off x="550737" y="1073763"/>
            <a:ext cx="7914959" cy="399291"/>
          </a:xfrm>
        </p:spPr>
        <p:txBody>
          <a:bodyPr/>
          <a:lstStyle/>
          <a:p>
            <a:pPr marL="139700" indent="0">
              <a:buNone/>
            </a:pPr>
            <a:r>
              <a:rPr lang="de-DE" dirty="0"/>
              <a:t>Welche Filme sind mit dem Film „A“ über gemeinsame Schauspieler verbunden?</a:t>
            </a:r>
          </a:p>
        </p:txBody>
      </p:sp>
    </p:spTree>
    <p:extLst>
      <p:ext uri="{BB962C8B-B14F-4D97-AF65-F5344CB8AC3E}">
        <p14:creationId xmlns:p14="http://schemas.microsoft.com/office/powerpoint/2010/main" val="1330232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5CD0696F-CBD9-CEA4-B72A-87D90C1373F2}"/>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706EEE19-54F1-7C4F-DD2E-A209233A5388}"/>
              </a:ext>
            </a:extLst>
          </p:cNvPr>
          <p:cNvSpPr txBox="1">
            <a:spLocks noGrp="1"/>
          </p:cNvSpPr>
          <p:nvPr>
            <p:ph type="title"/>
          </p:nvPr>
        </p:nvSpPr>
        <p:spPr>
          <a:xfrm>
            <a:off x="720000" y="445025"/>
            <a:ext cx="6114638" cy="1218300"/>
          </a:xfrm>
          <a:prstGeom prst="rect">
            <a:avLst/>
          </a:prstGeom>
        </p:spPr>
        <p:txBody>
          <a:bodyPr spcFirstLastPara="1" wrap="square" lIns="91425" tIns="91425" rIns="91425" bIns="91425" anchor="t" anchorCtr="0">
            <a:noAutofit/>
          </a:bodyPr>
          <a:lstStyle/>
          <a:p>
            <a:pPr lvl="0"/>
            <a:r>
              <a:rPr lang="de-DE" sz="2400" dirty="0"/>
              <a:t>Unterschied zu SQL</a:t>
            </a:r>
            <a:endParaRPr sz="2400" b="0" dirty="0">
              <a:latin typeface="Lexend Deca Light"/>
              <a:ea typeface="Lexend Deca Light"/>
              <a:cs typeface="Lexend Deca Light"/>
              <a:sym typeface="Lexend Deca Light"/>
            </a:endParaRPr>
          </a:p>
        </p:txBody>
      </p:sp>
      <p:sp>
        <p:nvSpPr>
          <p:cNvPr id="891" name="Google Shape;891;p41">
            <a:extLst>
              <a:ext uri="{FF2B5EF4-FFF2-40B4-BE49-F238E27FC236}">
                <a16:creationId xmlns:a16="http://schemas.microsoft.com/office/drawing/2014/main" id="{BC2888FB-B790-21D9-C71A-8BDD80279CB2}"/>
              </a:ext>
            </a:extLst>
          </p:cNvPr>
          <p:cNvSpPr txBox="1">
            <a:spLocks noGrp="1"/>
          </p:cNvSpPr>
          <p:nvPr>
            <p:ph type="subTitle" idx="1"/>
          </p:nvPr>
        </p:nvSpPr>
        <p:spPr>
          <a:xfrm>
            <a:off x="719999" y="1181876"/>
            <a:ext cx="2030820" cy="2298300"/>
          </a:xfrm>
          <a:prstGeom prst="rect">
            <a:avLst/>
          </a:prstGeom>
        </p:spPr>
        <p:txBody>
          <a:bodyPr spcFirstLastPara="1" wrap="square" lIns="91425" tIns="91425" rIns="91425" bIns="91425" anchor="t" anchorCtr="0">
            <a:noAutofit/>
          </a:bodyPr>
          <a:lstStyle/>
          <a:p>
            <a:pPr marL="0" indent="0">
              <a:buSzPts val="1100"/>
              <a:buNone/>
            </a:pPr>
            <a:r>
              <a:rPr lang="de-DE" dirty="0"/>
              <a:t>SQL</a:t>
            </a:r>
          </a:p>
          <a:p>
            <a:pPr marL="285750" indent="-285750">
              <a:buSzPts val="1100"/>
            </a:pPr>
            <a:r>
              <a:rPr lang="de-DE" dirty="0"/>
              <a:t>Tabellen</a:t>
            </a:r>
          </a:p>
          <a:p>
            <a:pPr marL="285750" indent="-285750">
              <a:buSzPts val="1100"/>
            </a:pPr>
            <a:r>
              <a:rPr lang="de-DE" dirty="0"/>
              <a:t>Spalten</a:t>
            </a:r>
          </a:p>
          <a:p>
            <a:pPr marL="0" indent="0">
              <a:buSzPts val="1100"/>
              <a:buNone/>
            </a:pPr>
            <a:r>
              <a:rPr lang="de-DE" dirty="0"/>
              <a:t>=&gt; </a:t>
            </a:r>
            <a:r>
              <a:rPr lang="de-DE" dirty="0" err="1"/>
              <a:t>Joins</a:t>
            </a:r>
            <a:endParaRPr lang="de-DE" dirty="0"/>
          </a:p>
        </p:txBody>
      </p:sp>
      <p:sp>
        <p:nvSpPr>
          <p:cNvPr id="3" name="Google Shape;891;p41">
            <a:extLst>
              <a:ext uri="{FF2B5EF4-FFF2-40B4-BE49-F238E27FC236}">
                <a16:creationId xmlns:a16="http://schemas.microsoft.com/office/drawing/2014/main" id="{B1D77433-A0FA-0F6A-3A38-94FCDFD21C76}"/>
              </a:ext>
            </a:extLst>
          </p:cNvPr>
          <p:cNvSpPr txBox="1">
            <a:spLocks/>
          </p:cNvSpPr>
          <p:nvPr/>
        </p:nvSpPr>
        <p:spPr>
          <a:xfrm>
            <a:off x="4572000" y="1181876"/>
            <a:ext cx="2030820" cy="2298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SzPts val="1100"/>
              <a:buNone/>
            </a:pPr>
            <a:r>
              <a:rPr lang="de-DE" dirty="0" err="1"/>
              <a:t>Cypher</a:t>
            </a:r>
            <a:endParaRPr lang="de-DE" dirty="0"/>
          </a:p>
          <a:p>
            <a:pPr marL="285750" indent="-285750">
              <a:buSzPts val="1100"/>
            </a:pPr>
            <a:r>
              <a:rPr lang="de-DE" dirty="0"/>
              <a:t>Knoten</a:t>
            </a:r>
          </a:p>
          <a:p>
            <a:pPr marL="285750" indent="-285750">
              <a:buSzPts val="1100"/>
            </a:pPr>
            <a:r>
              <a:rPr lang="de-DE" dirty="0"/>
              <a:t>Kanten</a:t>
            </a:r>
          </a:p>
          <a:p>
            <a:pPr marL="0" indent="0">
              <a:buSzPts val="1100"/>
              <a:buNone/>
            </a:pPr>
            <a:r>
              <a:rPr lang="de-DE" dirty="0"/>
              <a:t>=&gt; Muster</a:t>
            </a:r>
          </a:p>
        </p:txBody>
      </p:sp>
      <p:sp>
        <p:nvSpPr>
          <p:cNvPr id="6" name="Rechteck: abgerundete Ecken 5">
            <a:extLst>
              <a:ext uri="{FF2B5EF4-FFF2-40B4-BE49-F238E27FC236}">
                <a16:creationId xmlns:a16="http://schemas.microsoft.com/office/drawing/2014/main" id="{ED593126-ECEA-0789-A7FF-129AE9037E36}"/>
              </a:ext>
            </a:extLst>
          </p:cNvPr>
          <p:cNvSpPr/>
          <p:nvPr/>
        </p:nvSpPr>
        <p:spPr>
          <a:xfrm>
            <a:off x="4572000" y="2555585"/>
            <a:ext cx="3489960" cy="1259631"/>
          </a:xfrm>
          <a:prstGeom prst="roundRect">
            <a:avLst/>
          </a:prstGeom>
          <a:solidFill>
            <a:srgbClr val="171717"/>
          </a:solidFill>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dirty="0"/>
              <a:t>MATCH (</a:t>
            </a:r>
            <a:r>
              <a:rPr lang="en-US" dirty="0" err="1"/>
              <a:t>a:Person</a:t>
            </a:r>
            <a:r>
              <a:rPr lang="en-US" dirty="0"/>
              <a:t>)-[:</a:t>
            </a:r>
            <a:r>
              <a:rPr lang="en-US" dirty="0" err="1"/>
              <a:t>Kauft</a:t>
            </a:r>
            <a:r>
              <a:rPr lang="en-US" dirty="0"/>
              <a:t>]-&gt;(</a:t>
            </a:r>
            <a:r>
              <a:rPr lang="en-US" dirty="0" err="1"/>
              <a:t>y:Produkt</a:t>
            </a:r>
            <a:r>
              <a:rPr lang="en-US" dirty="0"/>
              <a:t>)</a:t>
            </a:r>
            <a:br>
              <a:rPr lang="en-US" dirty="0"/>
            </a:br>
            <a:r>
              <a:rPr lang="en-US" dirty="0"/>
              <a:t>WHERE </a:t>
            </a:r>
            <a:r>
              <a:rPr lang="en-US" dirty="0" err="1"/>
              <a:t>y.Art</a:t>
            </a:r>
            <a:r>
              <a:rPr lang="en-US" dirty="0"/>
              <a:t> = “Film"</a:t>
            </a:r>
            <a:br>
              <a:rPr lang="en-US" dirty="0"/>
            </a:br>
            <a:r>
              <a:rPr lang="en-US" dirty="0"/>
              <a:t>RETURN a.name</a:t>
            </a:r>
            <a:endParaRPr lang="de-DE" dirty="0"/>
          </a:p>
        </p:txBody>
      </p:sp>
      <p:sp>
        <p:nvSpPr>
          <p:cNvPr id="7" name="Rechteck: abgerundete Ecken 6">
            <a:extLst>
              <a:ext uri="{FF2B5EF4-FFF2-40B4-BE49-F238E27FC236}">
                <a16:creationId xmlns:a16="http://schemas.microsoft.com/office/drawing/2014/main" id="{DE5F2275-B5C8-F5C4-D730-F655DCE9938A}"/>
              </a:ext>
            </a:extLst>
          </p:cNvPr>
          <p:cNvSpPr/>
          <p:nvPr/>
        </p:nvSpPr>
        <p:spPr>
          <a:xfrm>
            <a:off x="719998" y="2555586"/>
            <a:ext cx="3489960" cy="1259631"/>
          </a:xfrm>
          <a:prstGeom prst="roundRect">
            <a:avLst/>
          </a:prstGeom>
          <a:solidFill>
            <a:srgbClr val="171717"/>
          </a:solidFill>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de-DE" dirty="0"/>
              <a:t>SELECT </a:t>
            </a:r>
            <a:r>
              <a:rPr lang="de-DE" dirty="0" err="1"/>
              <a:t>a.Name</a:t>
            </a:r>
            <a:br>
              <a:rPr lang="de-DE" dirty="0"/>
            </a:br>
            <a:r>
              <a:rPr lang="de-DE" dirty="0"/>
              <a:t>FROM Person a</a:t>
            </a:r>
            <a:br>
              <a:rPr lang="de-DE" dirty="0"/>
            </a:br>
            <a:r>
              <a:rPr lang="de-DE" dirty="0"/>
              <a:t>JOIN Kauft k ON </a:t>
            </a:r>
            <a:r>
              <a:rPr lang="de-DE" dirty="0" err="1"/>
              <a:t>k.Person_id</a:t>
            </a:r>
            <a:r>
              <a:rPr lang="de-DE" dirty="0"/>
              <a:t> = a.id</a:t>
            </a:r>
            <a:br>
              <a:rPr lang="de-DE" dirty="0"/>
            </a:br>
            <a:r>
              <a:rPr lang="de-DE" dirty="0"/>
              <a:t>JOIN Produkt y ON y.id = </a:t>
            </a:r>
            <a:r>
              <a:rPr lang="de-DE" dirty="0" err="1"/>
              <a:t>k.Produkt_id</a:t>
            </a:r>
            <a:br>
              <a:rPr lang="de-DE" dirty="0"/>
            </a:br>
            <a:r>
              <a:rPr lang="de-DE" dirty="0"/>
              <a:t>WHERE </a:t>
            </a:r>
            <a:r>
              <a:rPr lang="de-DE" dirty="0" err="1"/>
              <a:t>y.Art</a:t>
            </a:r>
            <a:r>
              <a:rPr lang="de-DE" dirty="0"/>
              <a:t> = 'Film';</a:t>
            </a:r>
          </a:p>
        </p:txBody>
      </p:sp>
      <p:sp>
        <p:nvSpPr>
          <p:cNvPr id="8" name="Google Shape;891;p41">
            <a:extLst>
              <a:ext uri="{FF2B5EF4-FFF2-40B4-BE49-F238E27FC236}">
                <a16:creationId xmlns:a16="http://schemas.microsoft.com/office/drawing/2014/main" id="{9CD4AE36-5B33-E51C-F7F7-919DEFC44830}"/>
              </a:ext>
            </a:extLst>
          </p:cNvPr>
          <p:cNvSpPr txBox="1">
            <a:spLocks/>
          </p:cNvSpPr>
          <p:nvPr/>
        </p:nvSpPr>
        <p:spPr>
          <a:xfrm>
            <a:off x="1735409" y="4131712"/>
            <a:ext cx="5406482" cy="4814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SzPts val="1100"/>
              <a:buNone/>
            </a:pPr>
            <a:r>
              <a:rPr lang="de-DE" dirty="0"/>
              <a:t>SQL verknüpft Tabellen. </a:t>
            </a:r>
            <a:r>
              <a:rPr lang="de-DE" dirty="0" err="1"/>
              <a:t>Cypher</a:t>
            </a:r>
            <a:r>
              <a:rPr lang="de-DE" dirty="0"/>
              <a:t> beschreibt Beziehungen direkt.</a:t>
            </a:r>
          </a:p>
        </p:txBody>
      </p:sp>
    </p:spTree>
    <p:extLst>
      <p:ext uri="{BB962C8B-B14F-4D97-AF65-F5344CB8AC3E}">
        <p14:creationId xmlns:p14="http://schemas.microsoft.com/office/powerpoint/2010/main" val="1946267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 grpId="0" uiExpand="1" build="p"/>
      <p:bldP spid="3" grpId="0" uiExpand="1" build="p"/>
      <p:bldP spid="6" grpId="0" animBg="1"/>
      <p:bldP spid="7" grpId="0" animBg="1"/>
      <p:bldP spid="8"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314D7F5A-1B1F-7AC8-A308-1D7AACC2B3FE}"/>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4C06BF29-F273-BCB3-2312-64EEAAAD4B0E}"/>
              </a:ext>
            </a:extLst>
          </p:cNvPr>
          <p:cNvSpPr txBox="1">
            <a:spLocks noGrp="1"/>
          </p:cNvSpPr>
          <p:nvPr>
            <p:ph type="title"/>
          </p:nvPr>
        </p:nvSpPr>
        <p:spPr>
          <a:xfrm>
            <a:off x="720000" y="445025"/>
            <a:ext cx="6114638" cy="1218300"/>
          </a:xfrm>
          <a:prstGeom prst="rect">
            <a:avLst/>
          </a:prstGeom>
        </p:spPr>
        <p:txBody>
          <a:bodyPr spcFirstLastPara="1" wrap="square" lIns="91425" tIns="91425" rIns="91425" bIns="91425" anchor="t" anchorCtr="0">
            <a:noAutofit/>
          </a:bodyPr>
          <a:lstStyle/>
          <a:p>
            <a:pPr lvl="0"/>
            <a:r>
              <a:rPr lang="de-DE" sz="2400" dirty="0"/>
              <a:t>Arten von </a:t>
            </a:r>
            <a:r>
              <a:rPr lang="de-DE" sz="2400" dirty="0" err="1"/>
              <a:t>Graphabfragen</a:t>
            </a:r>
            <a:endParaRPr sz="2400" b="0" dirty="0">
              <a:latin typeface="Lexend Deca Light"/>
              <a:ea typeface="Lexend Deca Light"/>
              <a:cs typeface="Lexend Deca Light"/>
              <a:sym typeface="Lexend Deca Light"/>
            </a:endParaRPr>
          </a:p>
        </p:txBody>
      </p:sp>
      <p:sp>
        <p:nvSpPr>
          <p:cNvPr id="891" name="Google Shape;891;p41">
            <a:extLst>
              <a:ext uri="{FF2B5EF4-FFF2-40B4-BE49-F238E27FC236}">
                <a16:creationId xmlns:a16="http://schemas.microsoft.com/office/drawing/2014/main" id="{E62036E1-6D76-7285-A705-F692C07D45CD}"/>
              </a:ext>
            </a:extLst>
          </p:cNvPr>
          <p:cNvSpPr txBox="1">
            <a:spLocks noGrp="1"/>
          </p:cNvSpPr>
          <p:nvPr>
            <p:ph type="subTitle" idx="1"/>
          </p:nvPr>
        </p:nvSpPr>
        <p:spPr>
          <a:xfrm>
            <a:off x="720000" y="1700300"/>
            <a:ext cx="7585800" cy="2298300"/>
          </a:xfrm>
          <a:prstGeom prst="rect">
            <a:avLst/>
          </a:prstGeom>
        </p:spPr>
        <p:txBody>
          <a:bodyPr spcFirstLastPara="1" wrap="square" lIns="91425" tIns="91425" rIns="91425" bIns="91425" anchor="t" anchorCtr="0">
            <a:noAutofit/>
          </a:bodyPr>
          <a:lstStyle/>
          <a:p>
            <a:pPr marL="0" indent="0">
              <a:buSzPts val="1100"/>
              <a:buNone/>
            </a:pPr>
            <a:r>
              <a:rPr lang="de-DE" dirty="0"/>
              <a:t>Vier wichtige Klassen</a:t>
            </a:r>
          </a:p>
          <a:p>
            <a:pPr marL="285750" indent="-285750">
              <a:buSzPts val="1100"/>
            </a:pPr>
            <a:r>
              <a:rPr lang="de-DE" dirty="0"/>
              <a:t>Lokale </a:t>
            </a:r>
            <a:r>
              <a:rPr lang="de-DE" dirty="0" err="1"/>
              <a:t>Queries</a:t>
            </a:r>
            <a:r>
              <a:rPr lang="de-DE" dirty="0"/>
              <a:t>: Gib den Film mit Titel X aus.</a:t>
            </a:r>
          </a:p>
          <a:p>
            <a:pPr marL="285750" indent="-285750">
              <a:buSzPts val="1100"/>
            </a:pPr>
            <a:r>
              <a:rPr lang="de-DE" dirty="0" err="1"/>
              <a:t>Neighborhood</a:t>
            </a:r>
            <a:r>
              <a:rPr lang="de-DE" dirty="0"/>
              <a:t> </a:t>
            </a:r>
            <a:r>
              <a:rPr lang="de-DE" dirty="0" err="1"/>
              <a:t>Queries</a:t>
            </a:r>
            <a:r>
              <a:rPr lang="de-DE" dirty="0"/>
              <a:t>: Welche Schauspieler spielen in Film X mit?</a:t>
            </a:r>
          </a:p>
          <a:p>
            <a:pPr marL="285750" indent="-285750">
              <a:buSzPts val="1100"/>
            </a:pPr>
            <a:r>
              <a:rPr lang="de-DE" dirty="0" err="1"/>
              <a:t>Traversals</a:t>
            </a:r>
            <a:r>
              <a:rPr lang="de-DE" dirty="0"/>
              <a:t>: Welche Filme sind über gemeinsame Schauspieler verbunden?</a:t>
            </a:r>
          </a:p>
          <a:p>
            <a:pPr marL="285750" indent="-285750">
              <a:buSzPts val="1100"/>
            </a:pPr>
            <a:r>
              <a:rPr lang="de-DE" dirty="0"/>
              <a:t>Globale Graph Analysen: Welche Personen sind im Netzwerk besonders zentral?</a:t>
            </a:r>
          </a:p>
        </p:txBody>
      </p:sp>
    </p:spTree>
    <p:extLst>
      <p:ext uri="{BB962C8B-B14F-4D97-AF65-F5344CB8AC3E}">
        <p14:creationId xmlns:p14="http://schemas.microsoft.com/office/powerpoint/2010/main" val="3506954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4297-2A22-950B-27C7-C2E4122A8AF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8A9E670-0E92-D9A1-E0C0-4D835E05152A}"/>
              </a:ext>
            </a:extLst>
          </p:cNvPr>
          <p:cNvSpPr>
            <a:spLocks noGrp="1"/>
          </p:cNvSpPr>
          <p:nvPr>
            <p:ph type="title"/>
          </p:nvPr>
        </p:nvSpPr>
        <p:spPr>
          <a:xfrm>
            <a:off x="720000" y="445025"/>
            <a:ext cx="7722960" cy="1218300"/>
          </a:xfrm>
        </p:spPr>
        <p:txBody>
          <a:bodyPr/>
          <a:lstStyle/>
          <a:p>
            <a:pPr marL="285750" indent="-285750">
              <a:buSzPts val="1100"/>
            </a:pPr>
            <a:r>
              <a:rPr lang="de-DE" sz="2400" dirty="0"/>
              <a:t>Abfragemodell</a:t>
            </a:r>
          </a:p>
        </p:txBody>
      </p:sp>
      <p:sp>
        <p:nvSpPr>
          <p:cNvPr id="9" name="Rectangle 2">
            <a:extLst>
              <a:ext uri="{FF2B5EF4-FFF2-40B4-BE49-F238E27FC236}">
                <a16:creationId xmlns:a16="http://schemas.microsoft.com/office/drawing/2014/main" id="{98357BCF-F797-779D-A902-D8DC105C949D}"/>
              </a:ext>
            </a:extLst>
          </p:cNvPr>
          <p:cNvSpPr txBox="1">
            <a:spLocks noChangeArrowheads="1"/>
          </p:cNvSpPr>
          <p:nvPr/>
        </p:nvSpPr>
        <p:spPr bwMode="auto">
          <a:xfrm>
            <a:off x="1455208" y="2366310"/>
            <a:ext cx="5692352" cy="410882"/>
          </a:xfrm>
          <a:prstGeom prst="rect">
            <a:avLst/>
          </a:prstGeom>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spcFirstLastPara="1"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139700" indent="0">
              <a:buNone/>
            </a:pPr>
            <a:r>
              <a:rPr lang="de-DE" sz="1800" dirty="0" err="1"/>
              <a:t>Cypher</a:t>
            </a:r>
            <a:r>
              <a:rPr lang="de-DE" sz="1800" dirty="0"/>
              <a:t> denkt in Mustern, nicht in </a:t>
            </a:r>
            <a:r>
              <a:rPr lang="de-DE" sz="1800" dirty="0" err="1"/>
              <a:t>Join</a:t>
            </a:r>
            <a:r>
              <a:rPr lang="de-DE" sz="1800" dirty="0"/>
              <a:t>-Ketten.</a:t>
            </a:r>
          </a:p>
        </p:txBody>
      </p:sp>
    </p:spTree>
    <p:extLst>
      <p:ext uri="{BB962C8B-B14F-4D97-AF65-F5344CB8AC3E}">
        <p14:creationId xmlns:p14="http://schemas.microsoft.com/office/powerpoint/2010/main" val="367650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16">
          <a:extLst>
            <a:ext uri="{FF2B5EF4-FFF2-40B4-BE49-F238E27FC236}">
              <a16:creationId xmlns:a16="http://schemas.microsoft.com/office/drawing/2014/main" id="{BD0DFC1D-051B-05CF-38E2-3FD81CD546CC}"/>
            </a:ext>
          </a:extLst>
        </p:cNvPr>
        <p:cNvGrpSpPr/>
        <p:nvPr/>
      </p:nvGrpSpPr>
      <p:grpSpPr>
        <a:xfrm>
          <a:off x="0" y="0"/>
          <a:ext cx="0" cy="0"/>
          <a:chOff x="0" y="0"/>
          <a:chExt cx="0" cy="0"/>
        </a:xfrm>
      </p:grpSpPr>
      <p:sp>
        <p:nvSpPr>
          <p:cNvPr id="817" name="Google Shape;817;p39">
            <a:extLst>
              <a:ext uri="{FF2B5EF4-FFF2-40B4-BE49-F238E27FC236}">
                <a16:creationId xmlns:a16="http://schemas.microsoft.com/office/drawing/2014/main" id="{48F3ED76-DAF8-7052-46FF-00D2384D8A57}"/>
              </a:ext>
            </a:extLst>
          </p:cNvPr>
          <p:cNvSpPr txBox="1">
            <a:spLocks noGrp="1"/>
          </p:cNvSpPr>
          <p:nvPr>
            <p:ph type="title"/>
          </p:nvPr>
        </p:nvSpPr>
        <p:spPr>
          <a:xfrm>
            <a:off x="1065866" y="2463325"/>
            <a:ext cx="6891563" cy="858600"/>
          </a:xfrm>
          <a:prstGeom prst="rect">
            <a:avLst/>
          </a:prstGeom>
        </p:spPr>
        <p:txBody>
          <a:bodyPr spcFirstLastPara="1" wrap="square" lIns="91425" tIns="91425" rIns="91425" bIns="91425" anchor="b" anchorCtr="0">
            <a:noAutofit/>
          </a:bodyPr>
          <a:lstStyle/>
          <a:p>
            <a:pPr marL="0" lvl="0" indent="0"/>
            <a:r>
              <a:rPr lang="de-DE" sz="4400" dirty="0"/>
              <a:t>Architekturüberblick</a:t>
            </a:r>
          </a:p>
        </p:txBody>
      </p:sp>
      <p:sp>
        <p:nvSpPr>
          <p:cNvPr id="818" name="Google Shape;818;p39">
            <a:extLst>
              <a:ext uri="{FF2B5EF4-FFF2-40B4-BE49-F238E27FC236}">
                <a16:creationId xmlns:a16="http://schemas.microsoft.com/office/drawing/2014/main" id="{BC51DC36-9B22-CB92-C960-D8457ECF902A}"/>
              </a:ext>
            </a:extLst>
          </p:cNvPr>
          <p:cNvSpPr txBox="1">
            <a:spLocks noGrp="1"/>
          </p:cNvSpPr>
          <p:nvPr>
            <p:ph type="title" idx="2"/>
          </p:nvPr>
        </p:nvSpPr>
        <p:spPr>
          <a:xfrm>
            <a:off x="3945150" y="1098100"/>
            <a:ext cx="12537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sp>
        <p:nvSpPr>
          <p:cNvPr id="819" name="Google Shape;819;p39">
            <a:extLst>
              <a:ext uri="{FF2B5EF4-FFF2-40B4-BE49-F238E27FC236}">
                <a16:creationId xmlns:a16="http://schemas.microsoft.com/office/drawing/2014/main" id="{25119A10-155E-5659-CECD-3457C954DF32}"/>
              </a:ext>
            </a:extLst>
          </p:cNvPr>
          <p:cNvSpPr txBox="1">
            <a:spLocks noGrp="1"/>
          </p:cNvSpPr>
          <p:nvPr>
            <p:ph type="subTitle" idx="1"/>
          </p:nvPr>
        </p:nvSpPr>
        <p:spPr>
          <a:xfrm>
            <a:off x="1701575" y="3213200"/>
            <a:ext cx="5740800" cy="375000"/>
          </a:xfrm>
          <a:prstGeom prst="rect">
            <a:avLst/>
          </a:prstGeom>
        </p:spPr>
        <p:txBody>
          <a:bodyPr spcFirstLastPara="1" wrap="square" lIns="91425" tIns="91425" rIns="91425" bIns="91425" anchor="t" anchorCtr="0">
            <a:noAutofit/>
          </a:bodyPr>
          <a:lstStyle/>
          <a:p>
            <a:pPr marL="0" lvl="0" indent="0"/>
            <a:r>
              <a:rPr lang="de-DE" dirty="0"/>
              <a:t>Wie sind Graph Datenbanken technisch aufgebaut?</a:t>
            </a:r>
          </a:p>
        </p:txBody>
      </p:sp>
      <p:grpSp>
        <p:nvGrpSpPr>
          <p:cNvPr id="820" name="Google Shape;820;p39">
            <a:extLst>
              <a:ext uri="{FF2B5EF4-FFF2-40B4-BE49-F238E27FC236}">
                <a16:creationId xmlns:a16="http://schemas.microsoft.com/office/drawing/2014/main" id="{5E1EEA21-FD35-1599-E88B-27A9448C7C6C}"/>
              </a:ext>
            </a:extLst>
          </p:cNvPr>
          <p:cNvGrpSpPr/>
          <p:nvPr/>
        </p:nvGrpSpPr>
        <p:grpSpPr>
          <a:xfrm>
            <a:off x="7826421" y="4156055"/>
            <a:ext cx="1104243" cy="852948"/>
            <a:chOff x="6614871" y="4003785"/>
            <a:chExt cx="690195" cy="533126"/>
          </a:xfrm>
        </p:grpSpPr>
        <p:sp>
          <p:nvSpPr>
            <p:cNvPr id="821" name="Google Shape;821;p39">
              <a:extLst>
                <a:ext uri="{FF2B5EF4-FFF2-40B4-BE49-F238E27FC236}">
                  <a16:creationId xmlns:a16="http://schemas.microsoft.com/office/drawing/2014/main" id="{CB8A4818-BCF6-1A42-96A5-C412510E20A8}"/>
                </a:ext>
              </a:extLst>
            </p:cNvPr>
            <p:cNvSpPr/>
            <p:nvPr/>
          </p:nvSpPr>
          <p:spPr>
            <a:xfrm>
              <a:off x="6740706" y="4285710"/>
              <a:ext cx="252140" cy="251201"/>
            </a:xfrm>
            <a:custGeom>
              <a:avLst/>
              <a:gdLst/>
              <a:ahLst/>
              <a:cxnLst/>
              <a:rect l="l" t="t" r="r" b="b"/>
              <a:pathLst>
                <a:path w="6442" h="6418" fill="none" extrusionOk="0">
                  <a:moveTo>
                    <a:pt x="5203" y="6418"/>
                  </a:moveTo>
                  <a:lnTo>
                    <a:pt x="1227" y="6418"/>
                  </a:lnTo>
                  <a:cubicBezTo>
                    <a:pt x="548" y="6418"/>
                    <a:pt x="0" y="5870"/>
                    <a:pt x="0" y="5191"/>
                  </a:cubicBezTo>
                  <a:lnTo>
                    <a:pt x="0" y="1227"/>
                  </a:lnTo>
                  <a:cubicBezTo>
                    <a:pt x="0" y="536"/>
                    <a:pt x="560" y="0"/>
                    <a:pt x="1227" y="0"/>
                  </a:cubicBezTo>
                  <a:lnTo>
                    <a:pt x="5203" y="0"/>
                  </a:lnTo>
                  <a:cubicBezTo>
                    <a:pt x="5882" y="0"/>
                    <a:pt x="6418" y="548"/>
                    <a:pt x="6418" y="1227"/>
                  </a:cubicBezTo>
                  <a:lnTo>
                    <a:pt x="6418" y="5191"/>
                  </a:lnTo>
                  <a:cubicBezTo>
                    <a:pt x="6442" y="5870"/>
                    <a:pt x="5882" y="6418"/>
                    <a:pt x="5203"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9">
              <a:extLst>
                <a:ext uri="{FF2B5EF4-FFF2-40B4-BE49-F238E27FC236}">
                  <a16:creationId xmlns:a16="http://schemas.microsoft.com/office/drawing/2014/main" id="{096A1DE0-6161-1573-E34C-B3F9C7D8D9AB}"/>
                </a:ext>
              </a:extLst>
            </p:cNvPr>
            <p:cNvSpPr/>
            <p:nvPr/>
          </p:nvSpPr>
          <p:spPr>
            <a:xfrm>
              <a:off x="6843684" y="4365399"/>
              <a:ext cx="66225" cy="74131"/>
            </a:xfrm>
            <a:custGeom>
              <a:avLst/>
              <a:gdLst/>
              <a:ahLst/>
              <a:cxnLst/>
              <a:rect l="l" t="t" r="r" b="b"/>
              <a:pathLst>
                <a:path w="1692" h="1894" extrusionOk="0">
                  <a:moveTo>
                    <a:pt x="846" y="203"/>
                  </a:moveTo>
                  <a:cubicBezTo>
                    <a:pt x="1025" y="203"/>
                    <a:pt x="1168" y="274"/>
                    <a:pt x="1275" y="405"/>
                  </a:cubicBezTo>
                  <a:cubicBezTo>
                    <a:pt x="1382" y="536"/>
                    <a:pt x="1429" y="715"/>
                    <a:pt x="1429" y="953"/>
                  </a:cubicBezTo>
                  <a:cubicBezTo>
                    <a:pt x="1429" y="1179"/>
                    <a:pt x="1382" y="1358"/>
                    <a:pt x="1275" y="1489"/>
                  </a:cubicBezTo>
                  <a:cubicBezTo>
                    <a:pt x="1168" y="1620"/>
                    <a:pt x="1025" y="1691"/>
                    <a:pt x="846" y="1691"/>
                  </a:cubicBezTo>
                  <a:cubicBezTo>
                    <a:pt x="667" y="1691"/>
                    <a:pt x="525" y="1620"/>
                    <a:pt x="417" y="1489"/>
                  </a:cubicBezTo>
                  <a:cubicBezTo>
                    <a:pt x="322" y="1358"/>
                    <a:pt x="263" y="1179"/>
                    <a:pt x="263" y="953"/>
                  </a:cubicBezTo>
                  <a:cubicBezTo>
                    <a:pt x="263" y="715"/>
                    <a:pt x="322" y="536"/>
                    <a:pt x="417" y="405"/>
                  </a:cubicBezTo>
                  <a:cubicBezTo>
                    <a:pt x="525" y="274"/>
                    <a:pt x="667" y="203"/>
                    <a:pt x="846" y="203"/>
                  </a:cubicBezTo>
                  <a:close/>
                  <a:moveTo>
                    <a:pt x="846" y="0"/>
                  </a:moveTo>
                  <a:cubicBezTo>
                    <a:pt x="596" y="0"/>
                    <a:pt x="394" y="96"/>
                    <a:pt x="239" y="262"/>
                  </a:cubicBezTo>
                  <a:cubicBezTo>
                    <a:pt x="84" y="429"/>
                    <a:pt x="1" y="655"/>
                    <a:pt x="1" y="953"/>
                  </a:cubicBezTo>
                  <a:cubicBezTo>
                    <a:pt x="1" y="1239"/>
                    <a:pt x="84" y="1465"/>
                    <a:pt x="239" y="1631"/>
                  </a:cubicBezTo>
                  <a:cubicBezTo>
                    <a:pt x="394" y="1810"/>
                    <a:pt x="596" y="1893"/>
                    <a:pt x="846" y="1893"/>
                  </a:cubicBezTo>
                  <a:cubicBezTo>
                    <a:pt x="1108" y="1893"/>
                    <a:pt x="1310" y="1810"/>
                    <a:pt x="1453" y="1631"/>
                  </a:cubicBezTo>
                  <a:cubicBezTo>
                    <a:pt x="1608" y="1465"/>
                    <a:pt x="1691" y="1239"/>
                    <a:pt x="1691" y="953"/>
                  </a:cubicBezTo>
                  <a:cubicBezTo>
                    <a:pt x="1691" y="655"/>
                    <a:pt x="1608" y="429"/>
                    <a:pt x="1453" y="262"/>
                  </a:cubicBezTo>
                  <a:cubicBezTo>
                    <a:pt x="1310" y="96"/>
                    <a:pt x="1108" y="0"/>
                    <a:pt x="8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9">
              <a:extLst>
                <a:ext uri="{FF2B5EF4-FFF2-40B4-BE49-F238E27FC236}">
                  <a16:creationId xmlns:a16="http://schemas.microsoft.com/office/drawing/2014/main" id="{997490E7-23D1-C34A-DAF5-3D1CA88A6A4C}"/>
                </a:ext>
              </a:extLst>
            </p:cNvPr>
            <p:cNvSpPr/>
            <p:nvPr/>
          </p:nvSpPr>
          <p:spPr>
            <a:xfrm>
              <a:off x="7053396" y="4285710"/>
              <a:ext cx="251670" cy="251201"/>
            </a:xfrm>
            <a:custGeom>
              <a:avLst/>
              <a:gdLst/>
              <a:ahLst/>
              <a:cxnLst/>
              <a:rect l="l" t="t" r="r" b="b"/>
              <a:pathLst>
                <a:path w="6430" h="6418" fill="none" extrusionOk="0">
                  <a:moveTo>
                    <a:pt x="5204" y="6418"/>
                  </a:moveTo>
                  <a:lnTo>
                    <a:pt x="1215" y="6418"/>
                  </a:lnTo>
                  <a:cubicBezTo>
                    <a:pt x="536" y="6418"/>
                    <a:pt x="1" y="5870"/>
                    <a:pt x="1" y="5191"/>
                  </a:cubicBezTo>
                  <a:lnTo>
                    <a:pt x="1" y="1227"/>
                  </a:lnTo>
                  <a:cubicBezTo>
                    <a:pt x="1" y="536"/>
                    <a:pt x="548" y="0"/>
                    <a:pt x="1215" y="0"/>
                  </a:cubicBezTo>
                  <a:lnTo>
                    <a:pt x="5192" y="0"/>
                  </a:lnTo>
                  <a:cubicBezTo>
                    <a:pt x="5870" y="0"/>
                    <a:pt x="6406" y="548"/>
                    <a:pt x="6406" y="1227"/>
                  </a:cubicBezTo>
                  <a:lnTo>
                    <a:pt x="6406" y="5191"/>
                  </a:lnTo>
                  <a:cubicBezTo>
                    <a:pt x="6430" y="5870"/>
                    <a:pt x="5870"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9">
              <a:extLst>
                <a:ext uri="{FF2B5EF4-FFF2-40B4-BE49-F238E27FC236}">
                  <a16:creationId xmlns:a16="http://schemas.microsoft.com/office/drawing/2014/main" id="{BEF0C80E-1C85-04D1-1AA7-8E7EC84D678F}"/>
                </a:ext>
              </a:extLst>
            </p:cNvPr>
            <p:cNvSpPr/>
            <p:nvPr/>
          </p:nvSpPr>
          <p:spPr>
            <a:xfrm>
              <a:off x="7163379" y="4366808"/>
              <a:ext cx="46185" cy="71313"/>
            </a:xfrm>
            <a:custGeom>
              <a:avLst/>
              <a:gdLst/>
              <a:ahLst/>
              <a:cxnLst/>
              <a:rect l="l" t="t" r="r" b="b"/>
              <a:pathLst>
                <a:path w="1180" h="1822" extrusionOk="0">
                  <a:moveTo>
                    <a:pt x="560" y="202"/>
                  </a:moveTo>
                  <a:cubicBezTo>
                    <a:pt x="667" y="202"/>
                    <a:pt x="762" y="238"/>
                    <a:pt x="822" y="298"/>
                  </a:cubicBezTo>
                  <a:cubicBezTo>
                    <a:pt x="881" y="357"/>
                    <a:pt x="917" y="441"/>
                    <a:pt x="917" y="548"/>
                  </a:cubicBezTo>
                  <a:cubicBezTo>
                    <a:pt x="917" y="655"/>
                    <a:pt x="881" y="738"/>
                    <a:pt x="822" y="798"/>
                  </a:cubicBezTo>
                  <a:cubicBezTo>
                    <a:pt x="762" y="857"/>
                    <a:pt x="667" y="881"/>
                    <a:pt x="560" y="881"/>
                  </a:cubicBezTo>
                  <a:lnTo>
                    <a:pt x="250" y="881"/>
                  </a:lnTo>
                  <a:lnTo>
                    <a:pt x="250" y="202"/>
                  </a:lnTo>
                  <a:close/>
                  <a:moveTo>
                    <a:pt x="0" y="0"/>
                  </a:moveTo>
                  <a:lnTo>
                    <a:pt x="0" y="1822"/>
                  </a:lnTo>
                  <a:lnTo>
                    <a:pt x="250" y="1822"/>
                  </a:lnTo>
                  <a:lnTo>
                    <a:pt x="250" y="1083"/>
                  </a:lnTo>
                  <a:lnTo>
                    <a:pt x="560" y="1083"/>
                  </a:lnTo>
                  <a:cubicBezTo>
                    <a:pt x="762" y="1083"/>
                    <a:pt x="917" y="1048"/>
                    <a:pt x="1012" y="953"/>
                  </a:cubicBezTo>
                  <a:cubicBezTo>
                    <a:pt x="1120" y="857"/>
                    <a:pt x="1179" y="726"/>
                    <a:pt x="1179" y="548"/>
                  </a:cubicBezTo>
                  <a:cubicBezTo>
                    <a:pt x="1179" y="369"/>
                    <a:pt x="1120" y="238"/>
                    <a:pt x="1012" y="143"/>
                  </a:cubicBezTo>
                  <a:cubicBezTo>
                    <a:pt x="917" y="48"/>
                    <a:pt x="762" y="0"/>
                    <a:pt x="5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9">
              <a:extLst>
                <a:ext uri="{FF2B5EF4-FFF2-40B4-BE49-F238E27FC236}">
                  <a16:creationId xmlns:a16="http://schemas.microsoft.com/office/drawing/2014/main" id="{8BE9055A-E647-4B4D-772A-05BC03509A81}"/>
                </a:ext>
              </a:extLst>
            </p:cNvPr>
            <p:cNvSpPr/>
            <p:nvPr/>
          </p:nvSpPr>
          <p:spPr>
            <a:xfrm>
              <a:off x="6614871" y="4003785"/>
              <a:ext cx="251240" cy="251201"/>
            </a:xfrm>
            <a:custGeom>
              <a:avLst/>
              <a:gdLst/>
              <a:ahLst/>
              <a:cxnLst/>
              <a:rect l="l" t="t" r="r" b="b"/>
              <a:pathLst>
                <a:path w="6419" h="6418" fill="none" extrusionOk="0">
                  <a:moveTo>
                    <a:pt x="5204" y="6418"/>
                  </a:moveTo>
                  <a:lnTo>
                    <a:pt x="1227" y="6418"/>
                  </a:lnTo>
                  <a:cubicBezTo>
                    <a:pt x="548" y="6418"/>
                    <a:pt x="1" y="5870"/>
                    <a:pt x="1" y="5191"/>
                  </a:cubicBezTo>
                  <a:lnTo>
                    <a:pt x="1" y="1226"/>
                  </a:lnTo>
                  <a:cubicBezTo>
                    <a:pt x="1" y="536"/>
                    <a:pt x="560" y="0"/>
                    <a:pt x="1227" y="0"/>
                  </a:cubicBezTo>
                  <a:lnTo>
                    <a:pt x="5204" y="0"/>
                  </a:lnTo>
                  <a:cubicBezTo>
                    <a:pt x="5882" y="0"/>
                    <a:pt x="6418" y="548"/>
                    <a:pt x="6418" y="1226"/>
                  </a:cubicBezTo>
                  <a:lnTo>
                    <a:pt x="6418" y="5191"/>
                  </a:lnTo>
                  <a:cubicBezTo>
                    <a:pt x="6418" y="5870"/>
                    <a:pt x="5871"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9">
              <a:extLst>
                <a:ext uri="{FF2B5EF4-FFF2-40B4-BE49-F238E27FC236}">
                  <a16:creationId xmlns:a16="http://schemas.microsoft.com/office/drawing/2014/main" id="{0F205AD7-74D8-26CC-FBD4-4B68EA88A37A}"/>
                </a:ext>
              </a:extLst>
            </p:cNvPr>
            <p:cNvSpPr/>
            <p:nvPr/>
          </p:nvSpPr>
          <p:spPr>
            <a:xfrm>
              <a:off x="6927091" y="4003785"/>
              <a:ext cx="252179" cy="251201"/>
            </a:xfrm>
            <a:custGeom>
              <a:avLst/>
              <a:gdLst/>
              <a:ahLst/>
              <a:cxnLst/>
              <a:rect l="l" t="t" r="r" b="b"/>
              <a:pathLst>
                <a:path w="6443" h="6418" fill="none" extrusionOk="0">
                  <a:moveTo>
                    <a:pt x="5204" y="6418"/>
                  </a:moveTo>
                  <a:lnTo>
                    <a:pt x="1227" y="6418"/>
                  </a:lnTo>
                  <a:cubicBezTo>
                    <a:pt x="549" y="6418"/>
                    <a:pt x="1" y="5870"/>
                    <a:pt x="1" y="5191"/>
                  </a:cubicBezTo>
                  <a:lnTo>
                    <a:pt x="1" y="1226"/>
                  </a:lnTo>
                  <a:cubicBezTo>
                    <a:pt x="1" y="536"/>
                    <a:pt x="561" y="0"/>
                    <a:pt x="1227" y="0"/>
                  </a:cubicBezTo>
                  <a:lnTo>
                    <a:pt x="5204" y="0"/>
                  </a:lnTo>
                  <a:cubicBezTo>
                    <a:pt x="5883" y="0"/>
                    <a:pt x="6418" y="548"/>
                    <a:pt x="6418" y="1226"/>
                  </a:cubicBezTo>
                  <a:lnTo>
                    <a:pt x="6418" y="5191"/>
                  </a:lnTo>
                  <a:cubicBezTo>
                    <a:pt x="6442" y="5870"/>
                    <a:pt x="5883"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9">
              <a:extLst>
                <a:ext uri="{FF2B5EF4-FFF2-40B4-BE49-F238E27FC236}">
                  <a16:creationId xmlns:a16="http://schemas.microsoft.com/office/drawing/2014/main" id="{C3F7CD0A-0612-22D6-6370-452E44C7557D}"/>
                </a:ext>
              </a:extLst>
            </p:cNvPr>
            <p:cNvSpPr/>
            <p:nvPr/>
          </p:nvSpPr>
          <p:spPr>
            <a:xfrm>
              <a:off x="6718318" y="4141244"/>
              <a:ext cx="49003" cy="74131"/>
            </a:xfrm>
            <a:custGeom>
              <a:avLst/>
              <a:gdLst/>
              <a:ahLst/>
              <a:cxnLst/>
              <a:rect l="l" t="t" r="r" b="b"/>
              <a:pathLst>
                <a:path w="1252" h="1894" extrusionOk="0">
                  <a:moveTo>
                    <a:pt x="608" y="203"/>
                  </a:moveTo>
                  <a:cubicBezTo>
                    <a:pt x="715" y="203"/>
                    <a:pt x="799" y="239"/>
                    <a:pt x="858" y="310"/>
                  </a:cubicBezTo>
                  <a:cubicBezTo>
                    <a:pt x="930" y="393"/>
                    <a:pt x="965" y="489"/>
                    <a:pt x="965" y="620"/>
                  </a:cubicBezTo>
                  <a:cubicBezTo>
                    <a:pt x="965" y="750"/>
                    <a:pt x="930" y="858"/>
                    <a:pt x="858" y="929"/>
                  </a:cubicBezTo>
                  <a:cubicBezTo>
                    <a:pt x="799" y="1012"/>
                    <a:pt x="715" y="1048"/>
                    <a:pt x="608" y="1048"/>
                  </a:cubicBezTo>
                  <a:cubicBezTo>
                    <a:pt x="489" y="1048"/>
                    <a:pt x="406" y="1012"/>
                    <a:pt x="334" y="929"/>
                  </a:cubicBezTo>
                  <a:cubicBezTo>
                    <a:pt x="275" y="858"/>
                    <a:pt x="239" y="750"/>
                    <a:pt x="239" y="620"/>
                  </a:cubicBezTo>
                  <a:cubicBezTo>
                    <a:pt x="239" y="489"/>
                    <a:pt x="275" y="393"/>
                    <a:pt x="334" y="310"/>
                  </a:cubicBezTo>
                  <a:cubicBezTo>
                    <a:pt x="406" y="239"/>
                    <a:pt x="489" y="203"/>
                    <a:pt x="608" y="203"/>
                  </a:cubicBezTo>
                  <a:close/>
                  <a:moveTo>
                    <a:pt x="608" y="0"/>
                  </a:moveTo>
                  <a:cubicBezTo>
                    <a:pt x="418" y="0"/>
                    <a:pt x="275" y="60"/>
                    <a:pt x="168" y="179"/>
                  </a:cubicBezTo>
                  <a:cubicBezTo>
                    <a:pt x="49" y="286"/>
                    <a:pt x="1" y="441"/>
                    <a:pt x="1" y="620"/>
                  </a:cubicBezTo>
                  <a:cubicBezTo>
                    <a:pt x="1" y="810"/>
                    <a:pt x="49" y="965"/>
                    <a:pt x="156" y="1072"/>
                  </a:cubicBezTo>
                  <a:cubicBezTo>
                    <a:pt x="263" y="1179"/>
                    <a:pt x="406" y="1239"/>
                    <a:pt x="584" y="1239"/>
                  </a:cubicBezTo>
                  <a:cubicBezTo>
                    <a:pt x="680" y="1239"/>
                    <a:pt x="751" y="1215"/>
                    <a:pt x="822" y="1179"/>
                  </a:cubicBezTo>
                  <a:cubicBezTo>
                    <a:pt x="894" y="1143"/>
                    <a:pt x="953" y="1096"/>
                    <a:pt x="1001" y="1024"/>
                  </a:cubicBezTo>
                  <a:lnTo>
                    <a:pt x="1001" y="1024"/>
                  </a:lnTo>
                  <a:cubicBezTo>
                    <a:pt x="989" y="1251"/>
                    <a:pt x="942" y="1405"/>
                    <a:pt x="858" y="1524"/>
                  </a:cubicBezTo>
                  <a:cubicBezTo>
                    <a:pt x="775" y="1632"/>
                    <a:pt x="644" y="1679"/>
                    <a:pt x="489" y="1679"/>
                  </a:cubicBezTo>
                  <a:cubicBezTo>
                    <a:pt x="430" y="1679"/>
                    <a:pt x="358" y="1679"/>
                    <a:pt x="299" y="1655"/>
                  </a:cubicBezTo>
                  <a:cubicBezTo>
                    <a:pt x="239" y="1643"/>
                    <a:pt x="180" y="1620"/>
                    <a:pt x="108" y="1596"/>
                  </a:cubicBezTo>
                  <a:lnTo>
                    <a:pt x="108" y="1822"/>
                  </a:lnTo>
                  <a:cubicBezTo>
                    <a:pt x="180" y="1846"/>
                    <a:pt x="251" y="1858"/>
                    <a:pt x="310" y="1870"/>
                  </a:cubicBezTo>
                  <a:cubicBezTo>
                    <a:pt x="370" y="1882"/>
                    <a:pt x="441" y="1893"/>
                    <a:pt x="501" y="1893"/>
                  </a:cubicBezTo>
                  <a:cubicBezTo>
                    <a:pt x="727" y="1893"/>
                    <a:pt x="906" y="1810"/>
                    <a:pt x="1049" y="1632"/>
                  </a:cubicBezTo>
                  <a:cubicBezTo>
                    <a:pt x="1180" y="1465"/>
                    <a:pt x="1251" y="1239"/>
                    <a:pt x="1251" y="953"/>
                  </a:cubicBezTo>
                  <a:cubicBezTo>
                    <a:pt x="1251" y="643"/>
                    <a:pt x="1192" y="405"/>
                    <a:pt x="1084" y="250"/>
                  </a:cubicBezTo>
                  <a:cubicBezTo>
                    <a:pt x="977" y="84"/>
                    <a:pt x="811" y="0"/>
                    <a:pt x="6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9">
              <a:extLst>
                <a:ext uri="{FF2B5EF4-FFF2-40B4-BE49-F238E27FC236}">
                  <a16:creationId xmlns:a16="http://schemas.microsoft.com/office/drawing/2014/main" id="{0F8EB6A4-2815-F7DE-346F-816354AFB5A7}"/>
                </a:ext>
              </a:extLst>
            </p:cNvPr>
            <p:cNvSpPr/>
            <p:nvPr/>
          </p:nvSpPr>
          <p:spPr>
            <a:xfrm>
              <a:off x="6733231" y="4041985"/>
              <a:ext cx="12173" cy="47085"/>
            </a:xfrm>
            <a:custGeom>
              <a:avLst/>
              <a:gdLst/>
              <a:ahLst/>
              <a:cxnLst/>
              <a:rect l="l" t="t" r="r" b="b"/>
              <a:pathLst>
                <a:path w="311" h="1203" extrusionOk="0">
                  <a:moveTo>
                    <a:pt x="1" y="0"/>
                  </a:moveTo>
                  <a:cubicBezTo>
                    <a:pt x="60" y="108"/>
                    <a:pt x="108" y="203"/>
                    <a:pt x="132" y="298"/>
                  </a:cubicBezTo>
                  <a:cubicBezTo>
                    <a:pt x="168" y="405"/>
                    <a:pt x="180" y="500"/>
                    <a:pt x="180" y="608"/>
                  </a:cubicBezTo>
                  <a:cubicBezTo>
                    <a:pt x="180" y="703"/>
                    <a:pt x="168" y="798"/>
                    <a:pt x="132" y="905"/>
                  </a:cubicBezTo>
                  <a:cubicBezTo>
                    <a:pt x="108" y="1000"/>
                    <a:pt x="60" y="1096"/>
                    <a:pt x="1" y="1203"/>
                  </a:cubicBezTo>
                  <a:lnTo>
                    <a:pt x="108" y="1203"/>
                  </a:lnTo>
                  <a:cubicBezTo>
                    <a:pt x="180" y="1096"/>
                    <a:pt x="227" y="1000"/>
                    <a:pt x="263" y="893"/>
                  </a:cubicBezTo>
                  <a:cubicBezTo>
                    <a:pt x="287" y="798"/>
                    <a:pt x="310" y="703"/>
                    <a:pt x="310" y="608"/>
                  </a:cubicBezTo>
                  <a:cubicBezTo>
                    <a:pt x="310" y="500"/>
                    <a:pt x="287" y="405"/>
                    <a:pt x="263" y="310"/>
                  </a:cubicBezTo>
                  <a:cubicBezTo>
                    <a:pt x="227" y="215"/>
                    <a:pt x="180" y="108"/>
                    <a:pt x="1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9">
              <a:extLst>
                <a:ext uri="{FF2B5EF4-FFF2-40B4-BE49-F238E27FC236}">
                  <a16:creationId xmlns:a16="http://schemas.microsoft.com/office/drawing/2014/main" id="{8956BB67-E381-6607-220C-6C124237C8AC}"/>
                </a:ext>
              </a:extLst>
            </p:cNvPr>
            <p:cNvSpPr/>
            <p:nvPr/>
          </p:nvSpPr>
          <p:spPr>
            <a:xfrm>
              <a:off x="7029168" y="4141244"/>
              <a:ext cx="48964" cy="74131"/>
            </a:xfrm>
            <a:custGeom>
              <a:avLst/>
              <a:gdLst/>
              <a:ahLst/>
              <a:cxnLst/>
              <a:rect l="l" t="t" r="r" b="b"/>
              <a:pathLst>
                <a:path w="1251" h="1894" extrusionOk="0">
                  <a:moveTo>
                    <a:pt x="631" y="203"/>
                  </a:moveTo>
                  <a:cubicBezTo>
                    <a:pt x="750" y="203"/>
                    <a:pt x="846" y="262"/>
                    <a:pt x="917" y="381"/>
                  </a:cubicBezTo>
                  <a:cubicBezTo>
                    <a:pt x="977" y="512"/>
                    <a:pt x="1012" y="703"/>
                    <a:pt x="1012" y="953"/>
                  </a:cubicBezTo>
                  <a:cubicBezTo>
                    <a:pt x="1012" y="1203"/>
                    <a:pt x="977" y="1382"/>
                    <a:pt x="917" y="1512"/>
                  </a:cubicBezTo>
                  <a:cubicBezTo>
                    <a:pt x="846" y="1632"/>
                    <a:pt x="750" y="1691"/>
                    <a:pt x="631" y="1691"/>
                  </a:cubicBezTo>
                  <a:cubicBezTo>
                    <a:pt x="500" y="1691"/>
                    <a:pt x="405" y="1632"/>
                    <a:pt x="346" y="1512"/>
                  </a:cubicBezTo>
                  <a:cubicBezTo>
                    <a:pt x="274" y="1382"/>
                    <a:pt x="250" y="1203"/>
                    <a:pt x="250" y="953"/>
                  </a:cubicBezTo>
                  <a:cubicBezTo>
                    <a:pt x="250" y="703"/>
                    <a:pt x="274" y="512"/>
                    <a:pt x="346" y="381"/>
                  </a:cubicBezTo>
                  <a:cubicBezTo>
                    <a:pt x="405" y="262"/>
                    <a:pt x="500" y="203"/>
                    <a:pt x="631" y="203"/>
                  </a:cubicBezTo>
                  <a:close/>
                  <a:moveTo>
                    <a:pt x="631" y="0"/>
                  </a:moveTo>
                  <a:cubicBezTo>
                    <a:pt x="417" y="0"/>
                    <a:pt x="262" y="84"/>
                    <a:pt x="155" y="250"/>
                  </a:cubicBezTo>
                  <a:cubicBezTo>
                    <a:pt x="48" y="405"/>
                    <a:pt x="0" y="643"/>
                    <a:pt x="0" y="953"/>
                  </a:cubicBezTo>
                  <a:cubicBezTo>
                    <a:pt x="0" y="1251"/>
                    <a:pt x="48" y="1489"/>
                    <a:pt x="155" y="1643"/>
                  </a:cubicBezTo>
                  <a:cubicBezTo>
                    <a:pt x="262" y="1810"/>
                    <a:pt x="417" y="1893"/>
                    <a:pt x="631" y="1893"/>
                  </a:cubicBezTo>
                  <a:cubicBezTo>
                    <a:pt x="834" y="1893"/>
                    <a:pt x="989" y="1810"/>
                    <a:pt x="1096" y="1643"/>
                  </a:cubicBezTo>
                  <a:cubicBezTo>
                    <a:pt x="1203" y="1489"/>
                    <a:pt x="1251" y="1251"/>
                    <a:pt x="1251" y="953"/>
                  </a:cubicBezTo>
                  <a:cubicBezTo>
                    <a:pt x="1251" y="643"/>
                    <a:pt x="1203" y="405"/>
                    <a:pt x="1096" y="250"/>
                  </a:cubicBezTo>
                  <a:cubicBezTo>
                    <a:pt x="989" y="84"/>
                    <a:pt x="834" y="0"/>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9">
              <a:extLst>
                <a:ext uri="{FF2B5EF4-FFF2-40B4-BE49-F238E27FC236}">
                  <a16:creationId xmlns:a16="http://schemas.microsoft.com/office/drawing/2014/main" id="{5B9915AF-EEAF-9A3E-DB97-7940386839CA}"/>
                </a:ext>
              </a:extLst>
            </p:cNvPr>
            <p:cNvSpPr/>
            <p:nvPr/>
          </p:nvSpPr>
          <p:spPr>
            <a:xfrm>
              <a:off x="7041263" y="4050831"/>
              <a:ext cx="42937" cy="19609"/>
            </a:xfrm>
            <a:custGeom>
              <a:avLst/>
              <a:gdLst/>
              <a:ahLst/>
              <a:cxnLst/>
              <a:rect l="l" t="t" r="r" b="b"/>
              <a:pathLst>
                <a:path w="1097" h="501" extrusionOk="0">
                  <a:moveTo>
                    <a:pt x="1" y="1"/>
                  </a:moveTo>
                  <a:lnTo>
                    <a:pt x="1" y="143"/>
                  </a:lnTo>
                  <a:lnTo>
                    <a:pt x="1096" y="143"/>
                  </a:lnTo>
                  <a:lnTo>
                    <a:pt x="1096" y="1"/>
                  </a:lnTo>
                  <a:close/>
                  <a:moveTo>
                    <a:pt x="1" y="358"/>
                  </a:moveTo>
                  <a:lnTo>
                    <a:pt x="1" y="501"/>
                  </a:lnTo>
                  <a:lnTo>
                    <a:pt x="1096" y="501"/>
                  </a:lnTo>
                  <a:lnTo>
                    <a:pt x="1096" y="35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 name="Google Shape;831;p39">
            <a:extLst>
              <a:ext uri="{FF2B5EF4-FFF2-40B4-BE49-F238E27FC236}">
                <a16:creationId xmlns:a16="http://schemas.microsoft.com/office/drawing/2014/main" id="{0AE59606-EDA7-BB9E-4BE7-9B21E18FC1F9}"/>
              </a:ext>
            </a:extLst>
          </p:cNvPr>
          <p:cNvGrpSpPr/>
          <p:nvPr/>
        </p:nvGrpSpPr>
        <p:grpSpPr>
          <a:xfrm>
            <a:off x="3790627" y="4106605"/>
            <a:ext cx="1562747" cy="497391"/>
            <a:chOff x="2376988" y="575316"/>
            <a:chExt cx="976778" cy="310889"/>
          </a:xfrm>
        </p:grpSpPr>
        <p:sp>
          <p:nvSpPr>
            <p:cNvPr id="832" name="Google Shape;832;p39">
              <a:extLst>
                <a:ext uri="{FF2B5EF4-FFF2-40B4-BE49-F238E27FC236}">
                  <a16:creationId xmlns:a16="http://schemas.microsoft.com/office/drawing/2014/main" id="{DCD60EBD-76D0-62C2-D8B2-08314AA9F000}"/>
                </a:ext>
              </a:extLst>
            </p:cNvPr>
            <p:cNvSpPr/>
            <p:nvPr/>
          </p:nvSpPr>
          <p:spPr>
            <a:xfrm>
              <a:off x="2401685" y="575316"/>
              <a:ext cx="444591" cy="136599"/>
            </a:xfrm>
            <a:custGeom>
              <a:avLst/>
              <a:gdLst/>
              <a:ahLst/>
              <a:cxnLst/>
              <a:rect l="l" t="t" r="r" b="b"/>
              <a:pathLst>
                <a:path w="11359" h="3490" extrusionOk="0">
                  <a:moveTo>
                    <a:pt x="5763" y="1"/>
                  </a:moveTo>
                  <a:lnTo>
                    <a:pt x="5763" y="144"/>
                  </a:lnTo>
                  <a:lnTo>
                    <a:pt x="5811" y="144"/>
                  </a:lnTo>
                  <a:cubicBezTo>
                    <a:pt x="5942" y="144"/>
                    <a:pt x="6073" y="144"/>
                    <a:pt x="6215" y="156"/>
                  </a:cubicBezTo>
                  <a:lnTo>
                    <a:pt x="6227" y="13"/>
                  </a:lnTo>
                  <a:cubicBezTo>
                    <a:pt x="6073" y="1"/>
                    <a:pt x="5942" y="1"/>
                    <a:pt x="5811" y="1"/>
                  </a:cubicBezTo>
                  <a:close/>
                  <a:moveTo>
                    <a:pt x="5322" y="13"/>
                  </a:moveTo>
                  <a:lnTo>
                    <a:pt x="4870" y="60"/>
                  </a:lnTo>
                  <a:lnTo>
                    <a:pt x="4882" y="203"/>
                  </a:lnTo>
                  <a:cubicBezTo>
                    <a:pt x="5037" y="191"/>
                    <a:pt x="5180" y="180"/>
                    <a:pt x="5322" y="156"/>
                  </a:cubicBezTo>
                  <a:lnTo>
                    <a:pt x="5322" y="13"/>
                  </a:lnTo>
                  <a:close/>
                  <a:moveTo>
                    <a:pt x="6668" y="60"/>
                  </a:moveTo>
                  <a:lnTo>
                    <a:pt x="6656" y="203"/>
                  </a:lnTo>
                  <a:cubicBezTo>
                    <a:pt x="6811" y="215"/>
                    <a:pt x="6954" y="251"/>
                    <a:pt x="7085" y="275"/>
                  </a:cubicBezTo>
                  <a:lnTo>
                    <a:pt x="7120" y="132"/>
                  </a:lnTo>
                  <a:cubicBezTo>
                    <a:pt x="6965" y="96"/>
                    <a:pt x="6823" y="72"/>
                    <a:pt x="6668" y="60"/>
                  </a:cubicBezTo>
                  <a:close/>
                  <a:moveTo>
                    <a:pt x="4429" y="144"/>
                  </a:moveTo>
                  <a:cubicBezTo>
                    <a:pt x="4275" y="180"/>
                    <a:pt x="4132" y="215"/>
                    <a:pt x="3977" y="251"/>
                  </a:cubicBezTo>
                  <a:lnTo>
                    <a:pt x="4025" y="394"/>
                  </a:lnTo>
                  <a:cubicBezTo>
                    <a:pt x="4156" y="346"/>
                    <a:pt x="4310" y="322"/>
                    <a:pt x="4453" y="299"/>
                  </a:cubicBezTo>
                  <a:lnTo>
                    <a:pt x="4429" y="144"/>
                  </a:lnTo>
                  <a:close/>
                  <a:moveTo>
                    <a:pt x="7549" y="239"/>
                  </a:moveTo>
                  <a:lnTo>
                    <a:pt x="7501" y="382"/>
                  </a:lnTo>
                  <a:cubicBezTo>
                    <a:pt x="7656" y="430"/>
                    <a:pt x="7787" y="477"/>
                    <a:pt x="7918" y="513"/>
                  </a:cubicBezTo>
                  <a:lnTo>
                    <a:pt x="7966" y="382"/>
                  </a:lnTo>
                  <a:cubicBezTo>
                    <a:pt x="7847" y="311"/>
                    <a:pt x="7704" y="263"/>
                    <a:pt x="7549" y="239"/>
                  </a:cubicBezTo>
                  <a:close/>
                  <a:moveTo>
                    <a:pt x="3560" y="394"/>
                  </a:moveTo>
                  <a:cubicBezTo>
                    <a:pt x="3417" y="441"/>
                    <a:pt x="3275" y="501"/>
                    <a:pt x="3144" y="561"/>
                  </a:cubicBezTo>
                  <a:lnTo>
                    <a:pt x="3203" y="692"/>
                  </a:lnTo>
                  <a:cubicBezTo>
                    <a:pt x="3334" y="632"/>
                    <a:pt x="3477" y="572"/>
                    <a:pt x="3620" y="537"/>
                  </a:cubicBezTo>
                  <a:lnTo>
                    <a:pt x="3560" y="394"/>
                  </a:lnTo>
                  <a:close/>
                  <a:moveTo>
                    <a:pt x="8394" y="537"/>
                  </a:moveTo>
                  <a:lnTo>
                    <a:pt x="8335" y="668"/>
                  </a:lnTo>
                  <a:cubicBezTo>
                    <a:pt x="8478" y="727"/>
                    <a:pt x="8609" y="787"/>
                    <a:pt x="8740" y="858"/>
                  </a:cubicBezTo>
                  <a:lnTo>
                    <a:pt x="8799" y="727"/>
                  </a:lnTo>
                  <a:cubicBezTo>
                    <a:pt x="8680" y="656"/>
                    <a:pt x="8549" y="596"/>
                    <a:pt x="8394" y="537"/>
                  </a:cubicBezTo>
                  <a:close/>
                  <a:moveTo>
                    <a:pt x="2727" y="751"/>
                  </a:moveTo>
                  <a:cubicBezTo>
                    <a:pt x="2596" y="834"/>
                    <a:pt x="2465" y="906"/>
                    <a:pt x="2346" y="977"/>
                  </a:cubicBezTo>
                  <a:lnTo>
                    <a:pt x="2417" y="1108"/>
                  </a:lnTo>
                  <a:cubicBezTo>
                    <a:pt x="2548" y="1037"/>
                    <a:pt x="2667" y="965"/>
                    <a:pt x="2798" y="894"/>
                  </a:cubicBezTo>
                  <a:lnTo>
                    <a:pt x="2727" y="751"/>
                  </a:lnTo>
                  <a:close/>
                  <a:moveTo>
                    <a:pt x="9204" y="930"/>
                  </a:moveTo>
                  <a:lnTo>
                    <a:pt x="9132" y="1073"/>
                  </a:lnTo>
                  <a:cubicBezTo>
                    <a:pt x="9251" y="1144"/>
                    <a:pt x="9382" y="1215"/>
                    <a:pt x="9502" y="1311"/>
                  </a:cubicBezTo>
                  <a:lnTo>
                    <a:pt x="9585" y="1192"/>
                  </a:lnTo>
                  <a:cubicBezTo>
                    <a:pt x="9466" y="1096"/>
                    <a:pt x="9335" y="1013"/>
                    <a:pt x="9204" y="930"/>
                  </a:cubicBezTo>
                  <a:close/>
                  <a:moveTo>
                    <a:pt x="1965" y="1227"/>
                  </a:moveTo>
                  <a:cubicBezTo>
                    <a:pt x="1846" y="1323"/>
                    <a:pt x="1727" y="1406"/>
                    <a:pt x="1608" y="1513"/>
                  </a:cubicBezTo>
                  <a:lnTo>
                    <a:pt x="1703" y="1632"/>
                  </a:lnTo>
                  <a:cubicBezTo>
                    <a:pt x="1822" y="1549"/>
                    <a:pt x="1929" y="1454"/>
                    <a:pt x="2060" y="1370"/>
                  </a:cubicBezTo>
                  <a:lnTo>
                    <a:pt x="1965" y="1227"/>
                  </a:lnTo>
                  <a:close/>
                  <a:moveTo>
                    <a:pt x="9942" y="1454"/>
                  </a:moveTo>
                  <a:lnTo>
                    <a:pt x="9859" y="1573"/>
                  </a:lnTo>
                  <a:cubicBezTo>
                    <a:pt x="9978" y="1668"/>
                    <a:pt x="10085" y="1763"/>
                    <a:pt x="10180" y="1858"/>
                  </a:cubicBezTo>
                  <a:lnTo>
                    <a:pt x="10287" y="1751"/>
                  </a:lnTo>
                  <a:cubicBezTo>
                    <a:pt x="10180" y="1644"/>
                    <a:pt x="10061" y="1549"/>
                    <a:pt x="9942" y="1454"/>
                  </a:cubicBezTo>
                  <a:close/>
                  <a:moveTo>
                    <a:pt x="1274" y="1811"/>
                  </a:moveTo>
                  <a:cubicBezTo>
                    <a:pt x="1167" y="1918"/>
                    <a:pt x="1048" y="2025"/>
                    <a:pt x="953" y="2132"/>
                  </a:cubicBezTo>
                  <a:lnTo>
                    <a:pt x="1060" y="2239"/>
                  </a:lnTo>
                  <a:lnTo>
                    <a:pt x="1370" y="1930"/>
                  </a:lnTo>
                  <a:lnTo>
                    <a:pt x="1274" y="1811"/>
                  </a:lnTo>
                  <a:close/>
                  <a:moveTo>
                    <a:pt x="10621" y="2061"/>
                  </a:moveTo>
                  <a:lnTo>
                    <a:pt x="10514" y="2168"/>
                  </a:lnTo>
                  <a:cubicBezTo>
                    <a:pt x="10621" y="2275"/>
                    <a:pt x="10704" y="2394"/>
                    <a:pt x="10811" y="2501"/>
                  </a:cubicBezTo>
                  <a:lnTo>
                    <a:pt x="10930" y="2406"/>
                  </a:lnTo>
                  <a:cubicBezTo>
                    <a:pt x="10811" y="2287"/>
                    <a:pt x="10716" y="2180"/>
                    <a:pt x="10621" y="2061"/>
                  </a:cubicBezTo>
                  <a:close/>
                  <a:moveTo>
                    <a:pt x="655" y="2466"/>
                  </a:moveTo>
                  <a:lnTo>
                    <a:pt x="393" y="2823"/>
                  </a:lnTo>
                  <a:lnTo>
                    <a:pt x="512" y="2918"/>
                  </a:lnTo>
                  <a:lnTo>
                    <a:pt x="774" y="2561"/>
                  </a:lnTo>
                  <a:lnTo>
                    <a:pt x="655" y="2466"/>
                  </a:lnTo>
                  <a:close/>
                  <a:moveTo>
                    <a:pt x="11192" y="2763"/>
                  </a:moveTo>
                  <a:lnTo>
                    <a:pt x="11073" y="2858"/>
                  </a:lnTo>
                  <a:cubicBezTo>
                    <a:pt x="11097" y="2882"/>
                    <a:pt x="11121" y="2918"/>
                    <a:pt x="11133" y="2942"/>
                  </a:cubicBezTo>
                  <a:cubicBezTo>
                    <a:pt x="11168" y="2989"/>
                    <a:pt x="11192" y="3025"/>
                    <a:pt x="11228" y="3061"/>
                  </a:cubicBezTo>
                  <a:cubicBezTo>
                    <a:pt x="11276" y="3037"/>
                    <a:pt x="11311" y="3001"/>
                    <a:pt x="11359" y="2989"/>
                  </a:cubicBezTo>
                  <a:cubicBezTo>
                    <a:pt x="11299" y="2942"/>
                    <a:pt x="11276" y="2894"/>
                    <a:pt x="11252" y="2858"/>
                  </a:cubicBezTo>
                  <a:cubicBezTo>
                    <a:pt x="11240" y="2823"/>
                    <a:pt x="11216" y="2799"/>
                    <a:pt x="11192" y="2763"/>
                  </a:cubicBezTo>
                  <a:close/>
                  <a:moveTo>
                    <a:pt x="143" y="3216"/>
                  </a:moveTo>
                  <a:cubicBezTo>
                    <a:pt x="119" y="3239"/>
                    <a:pt x="96" y="3287"/>
                    <a:pt x="84" y="3311"/>
                  </a:cubicBezTo>
                  <a:cubicBezTo>
                    <a:pt x="48" y="3359"/>
                    <a:pt x="24" y="3406"/>
                    <a:pt x="0" y="3454"/>
                  </a:cubicBezTo>
                  <a:cubicBezTo>
                    <a:pt x="60" y="3454"/>
                    <a:pt x="107" y="3466"/>
                    <a:pt x="155" y="3489"/>
                  </a:cubicBezTo>
                  <a:cubicBezTo>
                    <a:pt x="179" y="3454"/>
                    <a:pt x="203" y="3406"/>
                    <a:pt x="227" y="3359"/>
                  </a:cubicBezTo>
                  <a:cubicBezTo>
                    <a:pt x="238" y="3335"/>
                    <a:pt x="262" y="3299"/>
                    <a:pt x="274" y="3287"/>
                  </a:cubicBezTo>
                  <a:lnTo>
                    <a:pt x="143" y="321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9">
              <a:extLst>
                <a:ext uri="{FF2B5EF4-FFF2-40B4-BE49-F238E27FC236}">
                  <a16:creationId xmlns:a16="http://schemas.microsoft.com/office/drawing/2014/main" id="{6CEF13E4-B141-721E-244D-14FBFD234A42}"/>
                </a:ext>
              </a:extLst>
            </p:cNvPr>
            <p:cNvSpPr/>
            <p:nvPr/>
          </p:nvSpPr>
          <p:spPr>
            <a:xfrm>
              <a:off x="2877001" y="741700"/>
              <a:ext cx="451128" cy="144505"/>
            </a:xfrm>
            <a:custGeom>
              <a:avLst/>
              <a:gdLst/>
              <a:ahLst/>
              <a:cxnLst/>
              <a:rect l="l" t="t" r="r" b="b"/>
              <a:pathLst>
                <a:path w="11526" h="3692" extrusionOk="0">
                  <a:moveTo>
                    <a:pt x="11347" y="0"/>
                  </a:moveTo>
                  <a:cubicBezTo>
                    <a:pt x="11324" y="48"/>
                    <a:pt x="11312" y="84"/>
                    <a:pt x="11288" y="131"/>
                  </a:cubicBezTo>
                  <a:cubicBezTo>
                    <a:pt x="10169" y="2203"/>
                    <a:pt x="7978" y="3525"/>
                    <a:pt x="5597" y="3525"/>
                  </a:cubicBezTo>
                  <a:cubicBezTo>
                    <a:pt x="3406" y="3525"/>
                    <a:pt x="1382" y="2429"/>
                    <a:pt x="215" y="632"/>
                  </a:cubicBezTo>
                  <a:cubicBezTo>
                    <a:pt x="179" y="596"/>
                    <a:pt x="167" y="548"/>
                    <a:pt x="132" y="501"/>
                  </a:cubicBezTo>
                  <a:cubicBezTo>
                    <a:pt x="96" y="524"/>
                    <a:pt x="48" y="548"/>
                    <a:pt x="1" y="560"/>
                  </a:cubicBezTo>
                  <a:lnTo>
                    <a:pt x="96" y="703"/>
                  </a:lnTo>
                  <a:cubicBezTo>
                    <a:pt x="1298" y="2548"/>
                    <a:pt x="3370" y="3691"/>
                    <a:pt x="5609" y="3691"/>
                  </a:cubicBezTo>
                  <a:cubicBezTo>
                    <a:pt x="8073" y="3691"/>
                    <a:pt x="10300" y="2334"/>
                    <a:pt x="11443" y="191"/>
                  </a:cubicBezTo>
                  <a:cubicBezTo>
                    <a:pt x="11478" y="155"/>
                    <a:pt x="11502" y="108"/>
                    <a:pt x="11526" y="60"/>
                  </a:cubicBezTo>
                  <a:cubicBezTo>
                    <a:pt x="11466" y="48"/>
                    <a:pt x="11419" y="36"/>
                    <a:pt x="11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9">
              <a:extLst>
                <a:ext uri="{FF2B5EF4-FFF2-40B4-BE49-F238E27FC236}">
                  <a16:creationId xmlns:a16="http://schemas.microsoft.com/office/drawing/2014/main" id="{FD549EFB-5480-5316-5D7D-B3A7C8B9543A}"/>
                </a:ext>
              </a:extLst>
            </p:cNvPr>
            <p:cNvSpPr/>
            <p:nvPr/>
          </p:nvSpPr>
          <p:spPr>
            <a:xfrm>
              <a:off x="2818291" y="681581"/>
              <a:ext cx="90922" cy="90922"/>
            </a:xfrm>
            <a:custGeom>
              <a:avLst/>
              <a:gdLst/>
              <a:ahLst/>
              <a:cxnLst/>
              <a:rect l="l" t="t" r="r" b="b"/>
              <a:pathLst>
                <a:path w="2323" h="2323" extrusionOk="0">
                  <a:moveTo>
                    <a:pt x="1132" y="167"/>
                  </a:moveTo>
                  <a:cubicBezTo>
                    <a:pt x="1679" y="167"/>
                    <a:pt x="2144" y="620"/>
                    <a:pt x="2144" y="1179"/>
                  </a:cubicBezTo>
                  <a:cubicBezTo>
                    <a:pt x="2144" y="1536"/>
                    <a:pt x="1953" y="1870"/>
                    <a:pt x="1644" y="2048"/>
                  </a:cubicBezTo>
                  <a:cubicBezTo>
                    <a:pt x="1596" y="2072"/>
                    <a:pt x="1548" y="2084"/>
                    <a:pt x="1501" y="2108"/>
                  </a:cubicBezTo>
                  <a:cubicBezTo>
                    <a:pt x="1382" y="2144"/>
                    <a:pt x="1263" y="2179"/>
                    <a:pt x="1132" y="2179"/>
                  </a:cubicBezTo>
                  <a:cubicBezTo>
                    <a:pt x="584" y="2179"/>
                    <a:pt x="120" y="1727"/>
                    <a:pt x="120" y="1167"/>
                  </a:cubicBezTo>
                  <a:cubicBezTo>
                    <a:pt x="120" y="822"/>
                    <a:pt x="286" y="524"/>
                    <a:pt x="548" y="346"/>
                  </a:cubicBezTo>
                  <a:cubicBezTo>
                    <a:pt x="596" y="322"/>
                    <a:pt x="643" y="286"/>
                    <a:pt x="691" y="274"/>
                  </a:cubicBezTo>
                  <a:cubicBezTo>
                    <a:pt x="822" y="203"/>
                    <a:pt x="989" y="167"/>
                    <a:pt x="1132" y="167"/>
                  </a:cubicBezTo>
                  <a:close/>
                  <a:moveTo>
                    <a:pt x="1144" y="1"/>
                  </a:moveTo>
                  <a:cubicBezTo>
                    <a:pt x="953" y="1"/>
                    <a:pt x="774" y="48"/>
                    <a:pt x="608" y="143"/>
                  </a:cubicBezTo>
                  <a:cubicBezTo>
                    <a:pt x="572" y="167"/>
                    <a:pt x="524" y="179"/>
                    <a:pt x="489" y="215"/>
                  </a:cubicBezTo>
                  <a:cubicBezTo>
                    <a:pt x="191" y="417"/>
                    <a:pt x="1" y="763"/>
                    <a:pt x="1" y="1167"/>
                  </a:cubicBezTo>
                  <a:cubicBezTo>
                    <a:pt x="1" y="1810"/>
                    <a:pt x="524" y="2322"/>
                    <a:pt x="1167" y="2322"/>
                  </a:cubicBezTo>
                  <a:cubicBezTo>
                    <a:pt x="1322" y="2322"/>
                    <a:pt x="1477" y="2298"/>
                    <a:pt x="1608" y="2239"/>
                  </a:cubicBezTo>
                  <a:cubicBezTo>
                    <a:pt x="1655" y="2227"/>
                    <a:pt x="1703" y="2191"/>
                    <a:pt x="1739" y="2168"/>
                  </a:cubicBezTo>
                  <a:cubicBezTo>
                    <a:pt x="2084" y="1953"/>
                    <a:pt x="2322" y="1584"/>
                    <a:pt x="2322" y="1167"/>
                  </a:cubicBezTo>
                  <a:cubicBezTo>
                    <a:pt x="2298" y="524"/>
                    <a:pt x="1786" y="1"/>
                    <a:pt x="1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9">
              <a:extLst>
                <a:ext uri="{FF2B5EF4-FFF2-40B4-BE49-F238E27FC236}">
                  <a16:creationId xmlns:a16="http://schemas.microsoft.com/office/drawing/2014/main" id="{9A233899-7759-2C1C-FDD7-C1A69623E336}"/>
                </a:ext>
              </a:extLst>
            </p:cNvPr>
            <p:cNvSpPr/>
            <p:nvPr/>
          </p:nvSpPr>
          <p:spPr>
            <a:xfrm>
              <a:off x="2376988" y="704400"/>
              <a:ext cx="45716" cy="45716"/>
            </a:xfrm>
            <a:custGeom>
              <a:avLst/>
              <a:gdLst/>
              <a:ahLst/>
              <a:cxnLst/>
              <a:rect l="l" t="t" r="r" b="b"/>
              <a:pathLst>
                <a:path w="1168" h="1168" extrusionOk="0">
                  <a:moveTo>
                    <a:pt x="619" y="156"/>
                  </a:moveTo>
                  <a:cubicBezTo>
                    <a:pt x="667" y="156"/>
                    <a:pt x="727" y="168"/>
                    <a:pt x="774" y="191"/>
                  </a:cubicBezTo>
                  <a:cubicBezTo>
                    <a:pt x="917" y="275"/>
                    <a:pt x="1012" y="418"/>
                    <a:pt x="1012" y="584"/>
                  </a:cubicBezTo>
                  <a:cubicBezTo>
                    <a:pt x="1024" y="823"/>
                    <a:pt x="834" y="1013"/>
                    <a:pt x="572" y="1013"/>
                  </a:cubicBezTo>
                  <a:cubicBezTo>
                    <a:pt x="334" y="1013"/>
                    <a:pt x="143" y="823"/>
                    <a:pt x="143" y="584"/>
                  </a:cubicBezTo>
                  <a:cubicBezTo>
                    <a:pt x="143" y="346"/>
                    <a:pt x="334" y="156"/>
                    <a:pt x="572" y="156"/>
                  </a:cubicBezTo>
                  <a:close/>
                  <a:moveTo>
                    <a:pt x="572" y="1"/>
                  </a:moveTo>
                  <a:cubicBezTo>
                    <a:pt x="250" y="1"/>
                    <a:pt x="0" y="275"/>
                    <a:pt x="0" y="584"/>
                  </a:cubicBezTo>
                  <a:cubicBezTo>
                    <a:pt x="0" y="906"/>
                    <a:pt x="262" y="1168"/>
                    <a:pt x="572" y="1168"/>
                  </a:cubicBezTo>
                  <a:cubicBezTo>
                    <a:pt x="905" y="1168"/>
                    <a:pt x="1155" y="894"/>
                    <a:pt x="1155" y="584"/>
                  </a:cubicBezTo>
                  <a:cubicBezTo>
                    <a:pt x="1167" y="358"/>
                    <a:pt x="1036" y="168"/>
                    <a:pt x="858" y="61"/>
                  </a:cubicBezTo>
                  <a:cubicBezTo>
                    <a:pt x="810" y="37"/>
                    <a:pt x="774" y="13"/>
                    <a:pt x="715" y="13"/>
                  </a:cubicBezTo>
                  <a:cubicBezTo>
                    <a:pt x="667" y="1"/>
                    <a:pt x="619" y="1"/>
                    <a:pt x="5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9">
              <a:extLst>
                <a:ext uri="{FF2B5EF4-FFF2-40B4-BE49-F238E27FC236}">
                  <a16:creationId xmlns:a16="http://schemas.microsoft.com/office/drawing/2014/main" id="{053468FC-6C8D-DD66-F168-ECD52115F849}"/>
                </a:ext>
              </a:extLst>
            </p:cNvPr>
            <p:cNvSpPr/>
            <p:nvPr/>
          </p:nvSpPr>
          <p:spPr>
            <a:xfrm>
              <a:off x="3308050" y="704400"/>
              <a:ext cx="45716" cy="45716"/>
            </a:xfrm>
            <a:custGeom>
              <a:avLst/>
              <a:gdLst/>
              <a:ahLst/>
              <a:cxnLst/>
              <a:rect l="l" t="t" r="r" b="b"/>
              <a:pathLst>
                <a:path w="1168" h="1168" extrusionOk="0">
                  <a:moveTo>
                    <a:pt x="584" y="132"/>
                  </a:moveTo>
                  <a:cubicBezTo>
                    <a:pt x="823" y="132"/>
                    <a:pt x="1013" y="334"/>
                    <a:pt x="1013" y="572"/>
                  </a:cubicBezTo>
                  <a:cubicBezTo>
                    <a:pt x="1013" y="823"/>
                    <a:pt x="823" y="1013"/>
                    <a:pt x="584" y="1013"/>
                  </a:cubicBezTo>
                  <a:cubicBezTo>
                    <a:pt x="549" y="1013"/>
                    <a:pt x="525" y="1013"/>
                    <a:pt x="513" y="1001"/>
                  </a:cubicBezTo>
                  <a:cubicBezTo>
                    <a:pt x="465" y="989"/>
                    <a:pt x="406" y="965"/>
                    <a:pt x="358" y="942"/>
                  </a:cubicBezTo>
                  <a:cubicBezTo>
                    <a:pt x="227" y="870"/>
                    <a:pt x="156" y="715"/>
                    <a:pt x="156" y="572"/>
                  </a:cubicBezTo>
                  <a:cubicBezTo>
                    <a:pt x="156" y="334"/>
                    <a:pt x="346" y="132"/>
                    <a:pt x="584" y="132"/>
                  </a:cubicBezTo>
                  <a:close/>
                  <a:moveTo>
                    <a:pt x="584" y="1"/>
                  </a:moveTo>
                  <a:cubicBezTo>
                    <a:pt x="251" y="1"/>
                    <a:pt x="1" y="275"/>
                    <a:pt x="1" y="584"/>
                  </a:cubicBezTo>
                  <a:cubicBezTo>
                    <a:pt x="1" y="811"/>
                    <a:pt x="120" y="989"/>
                    <a:pt x="299" y="1084"/>
                  </a:cubicBezTo>
                  <a:cubicBezTo>
                    <a:pt x="346" y="1120"/>
                    <a:pt x="394" y="1132"/>
                    <a:pt x="430" y="1144"/>
                  </a:cubicBezTo>
                  <a:cubicBezTo>
                    <a:pt x="477" y="1168"/>
                    <a:pt x="537" y="1168"/>
                    <a:pt x="584" y="1168"/>
                  </a:cubicBezTo>
                  <a:cubicBezTo>
                    <a:pt x="918" y="1168"/>
                    <a:pt x="1168" y="894"/>
                    <a:pt x="1168" y="584"/>
                  </a:cubicBezTo>
                  <a:cubicBezTo>
                    <a:pt x="1168" y="251"/>
                    <a:pt x="918"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9">
              <a:extLst>
                <a:ext uri="{FF2B5EF4-FFF2-40B4-BE49-F238E27FC236}">
                  <a16:creationId xmlns:a16="http://schemas.microsoft.com/office/drawing/2014/main" id="{3DD0C586-17FE-046A-8200-CD1CBC4B0EFA}"/>
                </a:ext>
              </a:extLst>
            </p:cNvPr>
            <p:cNvSpPr/>
            <p:nvPr/>
          </p:nvSpPr>
          <p:spPr>
            <a:xfrm>
              <a:off x="2843458" y="707218"/>
              <a:ext cx="39649" cy="39649"/>
            </a:xfrm>
            <a:custGeom>
              <a:avLst/>
              <a:gdLst/>
              <a:ahLst/>
              <a:cxnLst/>
              <a:rect l="l" t="t" r="r" b="b"/>
              <a:pathLst>
                <a:path w="1013" h="1013" extrusionOk="0">
                  <a:moveTo>
                    <a:pt x="501" y="0"/>
                  </a:moveTo>
                  <a:cubicBezTo>
                    <a:pt x="227" y="0"/>
                    <a:pt x="0" y="227"/>
                    <a:pt x="0" y="512"/>
                  </a:cubicBezTo>
                  <a:cubicBezTo>
                    <a:pt x="0" y="798"/>
                    <a:pt x="227" y="1012"/>
                    <a:pt x="501" y="1012"/>
                  </a:cubicBezTo>
                  <a:cubicBezTo>
                    <a:pt x="786" y="1012"/>
                    <a:pt x="1012" y="798"/>
                    <a:pt x="1012" y="512"/>
                  </a:cubicBezTo>
                  <a:cubicBezTo>
                    <a:pt x="1012" y="227"/>
                    <a:pt x="786" y="0"/>
                    <a:pt x="5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838;p39">
            <a:extLst>
              <a:ext uri="{FF2B5EF4-FFF2-40B4-BE49-F238E27FC236}">
                <a16:creationId xmlns:a16="http://schemas.microsoft.com/office/drawing/2014/main" id="{3CE9BBBB-4B44-41DA-0AB5-181BCFD27C4E}"/>
              </a:ext>
            </a:extLst>
          </p:cNvPr>
          <p:cNvGrpSpPr/>
          <p:nvPr/>
        </p:nvGrpSpPr>
        <p:grpSpPr>
          <a:xfrm>
            <a:off x="158501" y="99885"/>
            <a:ext cx="1109440" cy="2219632"/>
            <a:chOff x="1990206" y="3718102"/>
            <a:chExt cx="693443" cy="1387356"/>
          </a:xfrm>
        </p:grpSpPr>
        <p:sp>
          <p:nvSpPr>
            <p:cNvPr id="839" name="Google Shape;839;p39">
              <a:extLst>
                <a:ext uri="{FF2B5EF4-FFF2-40B4-BE49-F238E27FC236}">
                  <a16:creationId xmlns:a16="http://schemas.microsoft.com/office/drawing/2014/main" id="{30E90385-A8AE-FD18-2EC2-4543BE221B3D}"/>
                </a:ext>
              </a:extLst>
            </p:cNvPr>
            <p:cNvSpPr/>
            <p:nvPr/>
          </p:nvSpPr>
          <p:spPr>
            <a:xfrm>
              <a:off x="2431980" y="4000027"/>
              <a:ext cx="251670" cy="251240"/>
            </a:xfrm>
            <a:custGeom>
              <a:avLst/>
              <a:gdLst/>
              <a:ahLst/>
              <a:cxnLst/>
              <a:rect l="l" t="t" r="r" b="b"/>
              <a:pathLst>
                <a:path w="6430" h="6419" fill="none" extrusionOk="0">
                  <a:moveTo>
                    <a:pt x="5203" y="6418"/>
                  </a:moveTo>
                  <a:lnTo>
                    <a:pt x="1227" y="6418"/>
                  </a:lnTo>
                  <a:cubicBezTo>
                    <a:pt x="536" y="6418"/>
                    <a:pt x="0" y="5871"/>
                    <a:pt x="0" y="5204"/>
                  </a:cubicBezTo>
                  <a:lnTo>
                    <a:pt x="0" y="1227"/>
                  </a:lnTo>
                  <a:cubicBezTo>
                    <a:pt x="0" y="537"/>
                    <a:pt x="560" y="1"/>
                    <a:pt x="1227" y="1"/>
                  </a:cubicBezTo>
                  <a:lnTo>
                    <a:pt x="5203" y="1"/>
                  </a:lnTo>
                  <a:cubicBezTo>
                    <a:pt x="5882" y="1"/>
                    <a:pt x="6418" y="560"/>
                    <a:pt x="6418" y="1227"/>
                  </a:cubicBezTo>
                  <a:lnTo>
                    <a:pt x="6418" y="5204"/>
                  </a:lnTo>
                  <a:cubicBezTo>
                    <a:pt x="6430" y="5871"/>
                    <a:pt x="5882" y="6418"/>
                    <a:pt x="5203"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9">
              <a:extLst>
                <a:ext uri="{FF2B5EF4-FFF2-40B4-BE49-F238E27FC236}">
                  <a16:creationId xmlns:a16="http://schemas.microsoft.com/office/drawing/2014/main" id="{F1F2FB16-36CA-24D4-57C7-8C1BF4596437}"/>
                </a:ext>
              </a:extLst>
            </p:cNvPr>
            <p:cNvSpPr/>
            <p:nvPr/>
          </p:nvSpPr>
          <p:spPr>
            <a:xfrm>
              <a:off x="1993455" y="4000027"/>
              <a:ext cx="376566" cy="251240"/>
            </a:xfrm>
            <a:custGeom>
              <a:avLst/>
              <a:gdLst/>
              <a:ahLst/>
              <a:cxnLst/>
              <a:rect l="l" t="t" r="r" b="b"/>
              <a:pathLst>
                <a:path w="9621" h="6419" fill="none" extrusionOk="0">
                  <a:moveTo>
                    <a:pt x="8382" y="6418"/>
                  </a:moveTo>
                  <a:lnTo>
                    <a:pt x="1227" y="6418"/>
                  </a:lnTo>
                  <a:cubicBezTo>
                    <a:pt x="536" y="6418"/>
                    <a:pt x="0" y="5871"/>
                    <a:pt x="0" y="5204"/>
                  </a:cubicBezTo>
                  <a:lnTo>
                    <a:pt x="0" y="1227"/>
                  </a:lnTo>
                  <a:cubicBezTo>
                    <a:pt x="0" y="537"/>
                    <a:pt x="548" y="1"/>
                    <a:pt x="1227" y="1"/>
                  </a:cubicBezTo>
                  <a:lnTo>
                    <a:pt x="8382" y="1"/>
                  </a:lnTo>
                  <a:cubicBezTo>
                    <a:pt x="9061" y="1"/>
                    <a:pt x="9597" y="560"/>
                    <a:pt x="9597" y="1227"/>
                  </a:cubicBezTo>
                  <a:lnTo>
                    <a:pt x="9597" y="5204"/>
                  </a:lnTo>
                  <a:cubicBezTo>
                    <a:pt x="9621" y="5871"/>
                    <a:pt x="9061" y="6418"/>
                    <a:pt x="838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9">
              <a:extLst>
                <a:ext uri="{FF2B5EF4-FFF2-40B4-BE49-F238E27FC236}">
                  <a16:creationId xmlns:a16="http://schemas.microsoft.com/office/drawing/2014/main" id="{4293E78A-DDB3-AB85-A414-8011FA45FD5B}"/>
                </a:ext>
              </a:extLst>
            </p:cNvPr>
            <p:cNvSpPr/>
            <p:nvPr/>
          </p:nvSpPr>
          <p:spPr>
            <a:xfrm>
              <a:off x="2534957" y="4080186"/>
              <a:ext cx="65755" cy="84856"/>
            </a:xfrm>
            <a:custGeom>
              <a:avLst/>
              <a:gdLst/>
              <a:ahLst/>
              <a:cxnLst/>
              <a:rect l="l" t="t" r="r" b="b"/>
              <a:pathLst>
                <a:path w="1680" h="2168" extrusionOk="0">
                  <a:moveTo>
                    <a:pt x="846" y="203"/>
                  </a:moveTo>
                  <a:cubicBezTo>
                    <a:pt x="1024" y="203"/>
                    <a:pt x="1167" y="263"/>
                    <a:pt x="1263" y="394"/>
                  </a:cubicBezTo>
                  <a:cubicBezTo>
                    <a:pt x="1370" y="536"/>
                    <a:pt x="1429" y="715"/>
                    <a:pt x="1429" y="941"/>
                  </a:cubicBezTo>
                  <a:cubicBezTo>
                    <a:pt x="1429" y="1167"/>
                    <a:pt x="1370" y="1358"/>
                    <a:pt x="1263" y="1489"/>
                  </a:cubicBezTo>
                  <a:cubicBezTo>
                    <a:pt x="1167" y="1620"/>
                    <a:pt x="1024" y="1679"/>
                    <a:pt x="846" y="1679"/>
                  </a:cubicBezTo>
                  <a:cubicBezTo>
                    <a:pt x="667" y="1679"/>
                    <a:pt x="524" y="1620"/>
                    <a:pt x="417" y="1489"/>
                  </a:cubicBezTo>
                  <a:cubicBezTo>
                    <a:pt x="310" y="1358"/>
                    <a:pt x="262" y="1167"/>
                    <a:pt x="262" y="941"/>
                  </a:cubicBezTo>
                  <a:cubicBezTo>
                    <a:pt x="262" y="715"/>
                    <a:pt x="310" y="536"/>
                    <a:pt x="417" y="394"/>
                  </a:cubicBezTo>
                  <a:cubicBezTo>
                    <a:pt x="524" y="263"/>
                    <a:pt x="667" y="203"/>
                    <a:pt x="846" y="203"/>
                  </a:cubicBezTo>
                  <a:close/>
                  <a:moveTo>
                    <a:pt x="846" y="1"/>
                  </a:moveTo>
                  <a:cubicBezTo>
                    <a:pt x="584" y="1"/>
                    <a:pt x="382" y="84"/>
                    <a:pt x="227" y="251"/>
                  </a:cubicBezTo>
                  <a:cubicBezTo>
                    <a:pt x="72" y="429"/>
                    <a:pt x="1" y="656"/>
                    <a:pt x="1" y="941"/>
                  </a:cubicBezTo>
                  <a:cubicBezTo>
                    <a:pt x="1" y="1227"/>
                    <a:pt x="72" y="1453"/>
                    <a:pt x="227" y="1632"/>
                  </a:cubicBezTo>
                  <a:cubicBezTo>
                    <a:pt x="382" y="1799"/>
                    <a:pt x="584" y="1882"/>
                    <a:pt x="846" y="1882"/>
                  </a:cubicBezTo>
                  <a:lnTo>
                    <a:pt x="941" y="1882"/>
                  </a:lnTo>
                  <a:lnTo>
                    <a:pt x="1215" y="2168"/>
                  </a:lnTo>
                  <a:lnTo>
                    <a:pt x="1513" y="2168"/>
                  </a:lnTo>
                  <a:lnTo>
                    <a:pt x="1191" y="1822"/>
                  </a:lnTo>
                  <a:cubicBezTo>
                    <a:pt x="1346" y="1751"/>
                    <a:pt x="1477" y="1632"/>
                    <a:pt x="1560" y="1489"/>
                  </a:cubicBezTo>
                  <a:cubicBezTo>
                    <a:pt x="1644" y="1334"/>
                    <a:pt x="1679" y="1156"/>
                    <a:pt x="1679" y="941"/>
                  </a:cubicBezTo>
                  <a:cubicBezTo>
                    <a:pt x="1679" y="656"/>
                    <a:pt x="1608" y="429"/>
                    <a:pt x="1453" y="251"/>
                  </a:cubicBezTo>
                  <a:cubicBezTo>
                    <a:pt x="1298" y="84"/>
                    <a:pt x="1096" y="1"/>
                    <a:pt x="8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9">
              <a:extLst>
                <a:ext uri="{FF2B5EF4-FFF2-40B4-BE49-F238E27FC236}">
                  <a16:creationId xmlns:a16="http://schemas.microsoft.com/office/drawing/2014/main" id="{17652D11-97F8-4AA2-F193-0435DD60A59F}"/>
                </a:ext>
              </a:extLst>
            </p:cNvPr>
            <p:cNvSpPr/>
            <p:nvPr/>
          </p:nvSpPr>
          <p:spPr>
            <a:xfrm>
              <a:off x="2092714" y="3887734"/>
              <a:ext cx="36870" cy="49904"/>
            </a:xfrm>
            <a:custGeom>
              <a:avLst/>
              <a:gdLst/>
              <a:ahLst/>
              <a:cxnLst/>
              <a:rect l="l" t="t" r="r" b="b"/>
              <a:pathLst>
                <a:path w="942" h="1275" extrusionOk="0">
                  <a:moveTo>
                    <a:pt x="465" y="131"/>
                  </a:moveTo>
                  <a:cubicBezTo>
                    <a:pt x="560" y="131"/>
                    <a:pt x="620" y="167"/>
                    <a:pt x="679" y="239"/>
                  </a:cubicBezTo>
                  <a:cubicBezTo>
                    <a:pt x="727" y="298"/>
                    <a:pt x="751" y="381"/>
                    <a:pt x="751" y="500"/>
                  </a:cubicBezTo>
                  <a:cubicBezTo>
                    <a:pt x="751" y="608"/>
                    <a:pt x="727" y="691"/>
                    <a:pt x="679" y="762"/>
                  </a:cubicBezTo>
                  <a:cubicBezTo>
                    <a:pt x="620" y="822"/>
                    <a:pt x="560" y="858"/>
                    <a:pt x="465" y="858"/>
                  </a:cubicBezTo>
                  <a:cubicBezTo>
                    <a:pt x="381" y="858"/>
                    <a:pt x="322" y="822"/>
                    <a:pt x="262" y="762"/>
                  </a:cubicBezTo>
                  <a:cubicBezTo>
                    <a:pt x="215" y="691"/>
                    <a:pt x="191" y="608"/>
                    <a:pt x="191" y="500"/>
                  </a:cubicBezTo>
                  <a:cubicBezTo>
                    <a:pt x="191" y="393"/>
                    <a:pt x="215" y="298"/>
                    <a:pt x="262" y="239"/>
                  </a:cubicBezTo>
                  <a:cubicBezTo>
                    <a:pt x="322" y="167"/>
                    <a:pt x="381" y="131"/>
                    <a:pt x="465" y="131"/>
                  </a:cubicBezTo>
                  <a:close/>
                  <a:moveTo>
                    <a:pt x="465" y="0"/>
                  </a:moveTo>
                  <a:cubicBezTo>
                    <a:pt x="322" y="0"/>
                    <a:pt x="215" y="36"/>
                    <a:pt x="131" y="131"/>
                  </a:cubicBezTo>
                  <a:cubicBezTo>
                    <a:pt x="36" y="227"/>
                    <a:pt x="0" y="346"/>
                    <a:pt x="0" y="500"/>
                  </a:cubicBezTo>
                  <a:cubicBezTo>
                    <a:pt x="0" y="655"/>
                    <a:pt x="36" y="774"/>
                    <a:pt x="131" y="858"/>
                  </a:cubicBezTo>
                  <a:cubicBezTo>
                    <a:pt x="215" y="953"/>
                    <a:pt x="322" y="1001"/>
                    <a:pt x="465" y="1001"/>
                  </a:cubicBezTo>
                  <a:cubicBezTo>
                    <a:pt x="620" y="1001"/>
                    <a:pt x="727" y="953"/>
                    <a:pt x="810" y="870"/>
                  </a:cubicBezTo>
                  <a:cubicBezTo>
                    <a:pt x="893" y="774"/>
                    <a:pt x="941" y="655"/>
                    <a:pt x="941" y="500"/>
                  </a:cubicBezTo>
                  <a:cubicBezTo>
                    <a:pt x="941" y="346"/>
                    <a:pt x="893" y="227"/>
                    <a:pt x="810" y="131"/>
                  </a:cubicBezTo>
                  <a:cubicBezTo>
                    <a:pt x="727" y="36"/>
                    <a:pt x="620" y="0"/>
                    <a:pt x="465" y="0"/>
                  </a:cubicBezTo>
                  <a:close/>
                  <a:moveTo>
                    <a:pt x="48" y="1132"/>
                  </a:moveTo>
                  <a:lnTo>
                    <a:pt x="48" y="1274"/>
                  </a:lnTo>
                  <a:lnTo>
                    <a:pt x="893" y="1274"/>
                  </a:lnTo>
                  <a:lnTo>
                    <a:pt x="893" y="11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9">
              <a:extLst>
                <a:ext uri="{FF2B5EF4-FFF2-40B4-BE49-F238E27FC236}">
                  <a16:creationId xmlns:a16="http://schemas.microsoft.com/office/drawing/2014/main" id="{847BA49B-55AD-8935-98CE-7F67C8178C82}"/>
                </a:ext>
              </a:extLst>
            </p:cNvPr>
            <p:cNvSpPr/>
            <p:nvPr/>
          </p:nvSpPr>
          <p:spPr>
            <a:xfrm>
              <a:off x="2093653" y="3766087"/>
              <a:ext cx="34052" cy="50373"/>
            </a:xfrm>
            <a:custGeom>
              <a:avLst/>
              <a:gdLst/>
              <a:ahLst/>
              <a:cxnLst/>
              <a:rect l="l" t="t" r="r" b="b"/>
              <a:pathLst>
                <a:path w="870" h="1287" extrusionOk="0">
                  <a:moveTo>
                    <a:pt x="679" y="513"/>
                  </a:moveTo>
                  <a:lnTo>
                    <a:pt x="679" y="549"/>
                  </a:lnTo>
                  <a:cubicBezTo>
                    <a:pt x="679" y="644"/>
                    <a:pt x="655" y="715"/>
                    <a:pt x="608" y="775"/>
                  </a:cubicBezTo>
                  <a:cubicBezTo>
                    <a:pt x="548" y="834"/>
                    <a:pt x="477" y="858"/>
                    <a:pt x="393" y="858"/>
                  </a:cubicBezTo>
                  <a:cubicBezTo>
                    <a:pt x="334" y="858"/>
                    <a:pt x="274" y="846"/>
                    <a:pt x="238" y="811"/>
                  </a:cubicBezTo>
                  <a:cubicBezTo>
                    <a:pt x="203" y="787"/>
                    <a:pt x="179" y="739"/>
                    <a:pt x="179" y="691"/>
                  </a:cubicBezTo>
                  <a:cubicBezTo>
                    <a:pt x="179" y="632"/>
                    <a:pt x="203" y="584"/>
                    <a:pt x="250" y="549"/>
                  </a:cubicBezTo>
                  <a:cubicBezTo>
                    <a:pt x="310" y="525"/>
                    <a:pt x="393" y="513"/>
                    <a:pt x="524" y="513"/>
                  </a:cubicBezTo>
                  <a:close/>
                  <a:moveTo>
                    <a:pt x="417" y="1"/>
                  </a:moveTo>
                  <a:cubicBezTo>
                    <a:pt x="369" y="1"/>
                    <a:pt x="310" y="13"/>
                    <a:pt x="250" y="25"/>
                  </a:cubicBezTo>
                  <a:cubicBezTo>
                    <a:pt x="191" y="37"/>
                    <a:pt x="131" y="49"/>
                    <a:pt x="72" y="72"/>
                  </a:cubicBezTo>
                  <a:lnTo>
                    <a:pt x="72" y="227"/>
                  </a:lnTo>
                  <a:cubicBezTo>
                    <a:pt x="131" y="203"/>
                    <a:pt x="179" y="179"/>
                    <a:pt x="238" y="168"/>
                  </a:cubicBezTo>
                  <a:cubicBezTo>
                    <a:pt x="298" y="156"/>
                    <a:pt x="346" y="144"/>
                    <a:pt x="393" y="144"/>
                  </a:cubicBezTo>
                  <a:cubicBezTo>
                    <a:pt x="488" y="144"/>
                    <a:pt x="560" y="168"/>
                    <a:pt x="608" y="203"/>
                  </a:cubicBezTo>
                  <a:cubicBezTo>
                    <a:pt x="655" y="239"/>
                    <a:pt x="679" y="299"/>
                    <a:pt x="679" y="370"/>
                  </a:cubicBezTo>
                  <a:lnTo>
                    <a:pt x="465" y="370"/>
                  </a:lnTo>
                  <a:cubicBezTo>
                    <a:pt x="310" y="370"/>
                    <a:pt x="191" y="406"/>
                    <a:pt x="119" y="453"/>
                  </a:cubicBezTo>
                  <a:cubicBezTo>
                    <a:pt x="36" y="513"/>
                    <a:pt x="0" y="596"/>
                    <a:pt x="0" y="703"/>
                  </a:cubicBezTo>
                  <a:cubicBezTo>
                    <a:pt x="0" y="799"/>
                    <a:pt x="24" y="870"/>
                    <a:pt x="96" y="930"/>
                  </a:cubicBezTo>
                  <a:cubicBezTo>
                    <a:pt x="155" y="977"/>
                    <a:pt x="238" y="1001"/>
                    <a:pt x="334" y="1001"/>
                  </a:cubicBezTo>
                  <a:cubicBezTo>
                    <a:pt x="417" y="1001"/>
                    <a:pt x="477" y="989"/>
                    <a:pt x="536" y="965"/>
                  </a:cubicBezTo>
                  <a:cubicBezTo>
                    <a:pt x="596" y="941"/>
                    <a:pt x="643" y="894"/>
                    <a:pt x="679" y="846"/>
                  </a:cubicBezTo>
                  <a:lnTo>
                    <a:pt x="679" y="989"/>
                  </a:lnTo>
                  <a:lnTo>
                    <a:pt x="858" y="989"/>
                  </a:lnTo>
                  <a:lnTo>
                    <a:pt x="858" y="441"/>
                  </a:lnTo>
                  <a:cubicBezTo>
                    <a:pt x="858" y="299"/>
                    <a:pt x="822" y="179"/>
                    <a:pt x="750" y="108"/>
                  </a:cubicBezTo>
                  <a:cubicBezTo>
                    <a:pt x="679" y="37"/>
                    <a:pt x="572" y="1"/>
                    <a:pt x="417" y="1"/>
                  </a:cubicBezTo>
                  <a:close/>
                  <a:moveTo>
                    <a:pt x="24" y="1132"/>
                  </a:moveTo>
                  <a:lnTo>
                    <a:pt x="24" y="1287"/>
                  </a:lnTo>
                  <a:lnTo>
                    <a:pt x="869" y="1287"/>
                  </a:lnTo>
                  <a:lnTo>
                    <a:pt x="869" y="11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9">
              <a:extLst>
                <a:ext uri="{FF2B5EF4-FFF2-40B4-BE49-F238E27FC236}">
                  <a16:creationId xmlns:a16="http://schemas.microsoft.com/office/drawing/2014/main" id="{0379B66C-D59E-577D-12A4-300CF6742789}"/>
                </a:ext>
              </a:extLst>
            </p:cNvPr>
            <p:cNvSpPr/>
            <p:nvPr/>
          </p:nvSpPr>
          <p:spPr>
            <a:xfrm>
              <a:off x="1993455" y="3718102"/>
              <a:ext cx="251670" cy="251201"/>
            </a:xfrm>
            <a:custGeom>
              <a:avLst/>
              <a:gdLst/>
              <a:ahLst/>
              <a:cxnLst/>
              <a:rect l="l" t="t" r="r" b="b"/>
              <a:pathLst>
                <a:path w="6430" h="6418" fill="none" extrusionOk="0">
                  <a:moveTo>
                    <a:pt x="5192" y="6418"/>
                  </a:moveTo>
                  <a:lnTo>
                    <a:pt x="1227" y="6418"/>
                  </a:lnTo>
                  <a:cubicBezTo>
                    <a:pt x="536" y="6418"/>
                    <a:pt x="0" y="5870"/>
                    <a:pt x="0" y="5204"/>
                  </a:cubicBezTo>
                  <a:lnTo>
                    <a:pt x="0" y="1227"/>
                  </a:lnTo>
                  <a:cubicBezTo>
                    <a:pt x="0" y="548"/>
                    <a:pt x="548" y="1"/>
                    <a:pt x="1227" y="1"/>
                  </a:cubicBezTo>
                  <a:lnTo>
                    <a:pt x="5192" y="1"/>
                  </a:lnTo>
                  <a:cubicBezTo>
                    <a:pt x="5882" y="1"/>
                    <a:pt x="6418" y="560"/>
                    <a:pt x="6418" y="1227"/>
                  </a:cubicBezTo>
                  <a:lnTo>
                    <a:pt x="6418" y="5204"/>
                  </a:lnTo>
                  <a:cubicBezTo>
                    <a:pt x="6430" y="5870"/>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9">
              <a:extLst>
                <a:ext uri="{FF2B5EF4-FFF2-40B4-BE49-F238E27FC236}">
                  <a16:creationId xmlns:a16="http://schemas.microsoft.com/office/drawing/2014/main" id="{B35EB3F1-7E84-7E2A-3DCC-B8E31BFD5774}"/>
                </a:ext>
              </a:extLst>
            </p:cNvPr>
            <p:cNvSpPr/>
            <p:nvPr/>
          </p:nvSpPr>
          <p:spPr>
            <a:xfrm>
              <a:off x="2305675" y="3718102"/>
              <a:ext cx="251670" cy="251201"/>
            </a:xfrm>
            <a:custGeom>
              <a:avLst/>
              <a:gdLst/>
              <a:ahLst/>
              <a:cxnLst/>
              <a:rect l="l" t="t" r="r" b="b"/>
              <a:pathLst>
                <a:path w="6430" h="6418" fill="none" extrusionOk="0">
                  <a:moveTo>
                    <a:pt x="5216" y="6418"/>
                  </a:moveTo>
                  <a:lnTo>
                    <a:pt x="1227" y="6418"/>
                  </a:lnTo>
                  <a:cubicBezTo>
                    <a:pt x="536" y="6418"/>
                    <a:pt x="1" y="5870"/>
                    <a:pt x="1" y="5204"/>
                  </a:cubicBezTo>
                  <a:lnTo>
                    <a:pt x="1" y="1227"/>
                  </a:lnTo>
                  <a:cubicBezTo>
                    <a:pt x="1" y="548"/>
                    <a:pt x="548" y="1"/>
                    <a:pt x="1227" y="1"/>
                  </a:cubicBezTo>
                  <a:lnTo>
                    <a:pt x="5192" y="1"/>
                  </a:lnTo>
                  <a:cubicBezTo>
                    <a:pt x="5882" y="1"/>
                    <a:pt x="6418" y="560"/>
                    <a:pt x="6418" y="1227"/>
                  </a:cubicBezTo>
                  <a:lnTo>
                    <a:pt x="6418" y="5204"/>
                  </a:lnTo>
                  <a:cubicBezTo>
                    <a:pt x="6430" y="5870"/>
                    <a:pt x="5882" y="6418"/>
                    <a:pt x="521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9">
              <a:extLst>
                <a:ext uri="{FF2B5EF4-FFF2-40B4-BE49-F238E27FC236}">
                  <a16:creationId xmlns:a16="http://schemas.microsoft.com/office/drawing/2014/main" id="{DF522905-C2A1-3C3B-BD0A-287309410082}"/>
                </a:ext>
              </a:extLst>
            </p:cNvPr>
            <p:cNvSpPr/>
            <p:nvPr/>
          </p:nvSpPr>
          <p:spPr>
            <a:xfrm>
              <a:off x="1993455" y="4854218"/>
              <a:ext cx="251670" cy="251240"/>
            </a:xfrm>
            <a:custGeom>
              <a:avLst/>
              <a:gdLst/>
              <a:ahLst/>
              <a:cxnLst/>
              <a:rect l="l" t="t" r="r" b="b"/>
              <a:pathLst>
                <a:path w="6430" h="6419" fill="none" extrusionOk="0">
                  <a:moveTo>
                    <a:pt x="5192" y="6418"/>
                  </a:moveTo>
                  <a:lnTo>
                    <a:pt x="1227" y="6418"/>
                  </a:lnTo>
                  <a:cubicBezTo>
                    <a:pt x="536" y="6418"/>
                    <a:pt x="0" y="5871"/>
                    <a:pt x="0" y="5192"/>
                  </a:cubicBezTo>
                  <a:lnTo>
                    <a:pt x="0" y="1227"/>
                  </a:lnTo>
                  <a:cubicBezTo>
                    <a:pt x="0" y="537"/>
                    <a:pt x="548" y="1"/>
                    <a:pt x="1227" y="1"/>
                  </a:cubicBezTo>
                  <a:lnTo>
                    <a:pt x="5192" y="1"/>
                  </a:lnTo>
                  <a:cubicBezTo>
                    <a:pt x="5882" y="1"/>
                    <a:pt x="6418" y="549"/>
                    <a:pt x="6418" y="1227"/>
                  </a:cubicBezTo>
                  <a:lnTo>
                    <a:pt x="6418" y="5192"/>
                  </a:lnTo>
                  <a:cubicBezTo>
                    <a:pt x="6430" y="5871"/>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9">
              <a:extLst>
                <a:ext uri="{FF2B5EF4-FFF2-40B4-BE49-F238E27FC236}">
                  <a16:creationId xmlns:a16="http://schemas.microsoft.com/office/drawing/2014/main" id="{C77D6926-1841-2FAD-64A2-7F196E18C91F}"/>
                </a:ext>
              </a:extLst>
            </p:cNvPr>
            <p:cNvSpPr/>
            <p:nvPr/>
          </p:nvSpPr>
          <p:spPr>
            <a:xfrm>
              <a:off x="2305675" y="4854218"/>
              <a:ext cx="251670" cy="251240"/>
            </a:xfrm>
            <a:custGeom>
              <a:avLst/>
              <a:gdLst/>
              <a:ahLst/>
              <a:cxnLst/>
              <a:rect l="l" t="t" r="r" b="b"/>
              <a:pathLst>
                <a:path w="6430" h="6419" fill="none" extrusionOk="0">
                  <a:moveTo>
                    <a:pt x="5216" y="6418"/>
                  </a:moveTo>
                  <a:lnTo>
                    <a:pt x="1227" y="6418"/>
                  </a:lnTo>
                  <a:cubicBezTo>
                    <a:pt x="536" y="6418"/>
                    <a:pt x="1" y="5871"/>
                    <a:pt x="1" y="5192"/>
                  </a:cubicBezTo>
                  <a:lnTo>
                    <a:pt x="1" y="1227"/>
                  </a:lnTo>
                  <a:cubicBezTo>
                    <a:pt x="1" y="537"/>
                    <a:pt x="548" y="1"/>
                    <a:pt x="1227" y="1"/>
                  </a:cubicBezTo>
                  <a:lnTo>
                    <a:pt x="5192" y="1"/>
                  </a:lnTo>
                  <a:cubicBezTo>
                    <a:pt x="5882" y="1"/>
                    <a:pt x="6418" y="549"/>
                    <a:pt x="6418" y="1227"/>
                  </a:cubicBezTo>
                  <a:lnTo>
                    <a:pt x="6418" y="5192"/>
                  </a:lnTo>
                  <a:cubicBezTo>
                    <a:pt x="6430" y="5871"/>
                    <a:pt x="5882" y="6418"/>
                    <a:pt x="521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9">
              <a:extLst>
                <a:ext uri="{FF2B5EF4-FFF2-40B4-BE49-F238E27FC236}">
                  <a16:creationId xmlns:a16="http://schemas.microsoft.com/office/drawing/2014/main" id="{C6C2A005-43F4-9A3D-93A5-7D455DBF472D}"/>
                </a:ext>
              </a:extLst>
            </p:cNvPr>
            <p:cNvSpPr/>
            <p:nvPr/>
          </p:nvSpPr>
          <p:spPr>
            <a:xfrm>
              <a:off x="1990206" y="4282892"/>
              <a:ext cx="492146" cy="251240"/>
            </a:xfrm>
            <a:custGeom>
              <a:avLst/>
              <a:gdLst/>
              <a:ahLst/>
              <a:cxnLst/>
              <a:rect l="l" t="t" r="r" b="b"/>
              <a:pathLst>
                <a:path w="12574" h="6419" fill="none" extrusionOk="0">
                  <a:moveTo>
                    <a:pt x="11347" y="6418"/>
                  </a:moveTo>
                  <a:lnTo>
                    <a:pt x="1215" y="6418"/>
                  </a:lnTo>
                  <a:cubicBezTo>
                    <a:pt x="524" y="6418"/>
                    <a:pt x="0" y="5859"/>
                    <a:pt x="0" y="5192"/>
                  </a:cubicBezTo>
                  <a:lnTo>
                    <a:pt x="0" y="1215"/>
                  </a:lnTo>
                  <a:cubicBezTo>
                    <a:pt x="0" y="537"/>
                    <a:pt x="548" y="1"/>
                    <a:pt x="1215" y="1"/>
                  </a:cubicBezTo>
                  <a:lnTo>
                    <a:pt x="11347" y="1"/>
                  </a:lnTo>
                  <a:cubicBezTo>
                    <a:pt x="12037" y="1"/>
                    <a:pt x="12573" y="549"/>
                    <a:pt x="12573" y="1215"/>
                  </a:cubicBezTo>
                  <a:lnTo>
                    <a:pt x="12573" y="5192"/>
                  </a:lnTo>
                  <a:cubicBezTo>
                    <a:pt x="12573" y="5859"/>
                    <a:pt x="12025" y="6418"/>
                    <a:pt x="11347"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9">
              <a:extLst>
                <a:ext uri="{FF2B5EF4-FFF2-40B4-BE49-F238E27FC236}">
                  <a16:creationId xmlns:a16="http://schemas.microsoft.com/office/drawing/2014/main" id="{259C46A6-5D51-48CF-28EB-59070C4994F3}"/>
                </a:ext>
              </a:extLst>
            </p:cNvPr>
            <p:cNvSpPr/>
            <p:nvPr/>
          </p:nvSpPr>
          <p:spPr>
            <a:xfrm>
              <a:off x="2032125" y="4714449"/>
              <a:ext cx="80668" cy="69474"/>
            </a:xfrm>
            <a:custGeom>
              <a:avLst/>
              <a:gdLst/>
              <a:ahLst/>
              <a:cxnLst/>
              <a:rect l="l" t="t" r="r" b="b"/>
              <a:pathLst>
                <a:path w="2061" h="1775" fill="none" extrusionOk="0">
                  <a:moveTo>
                    <a:pt x="2060" y="1107"/>
                  </a:moveTo>
                  <a:lnTo>
                    <a:pt x="1037" y="0"/>
                  </a:lnTo>
                  <a:lnTo>
                    <a:pt x="1" y="1107"/>
                  </a:lnTo>
                  <a:lnTo>
                    <a:pt x="477" y="1107"/>
                  </a:lnTo>
                  <a:lnTo>
                    <a:pt x="477" y="1774"/>
                  </a:lnTo>
                  <a:lnTo>
                    <a:pt x="1584" y="1774"/>
                  </a:lnTo>
                  <a:lnTo>
                    <a:pt x="1584" y="110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9">
              <a:extLst>
                <a:ext uri="{FF2B5EF4-FFF2-40B4-BE49-F238E27FC236}">
                  <a16:creationId xmlns:a16="http://schemas.microsoft.com/office/drawing/2014/main" id="{B38BE5A4-1F2F-E561-73BC-3DBE27360559}"/>
                </a:ext>
              </a:extLst>
            </p:cNvPr>
            <p:cNvSpPr/>
            <p:nvPr/>
          </p:nvSpPr>
          <p:spPr>
            <a:xfrm>
              <a:off x="2094123" y="4162223"/>
              <a:ext cx="34991" cy="37300"/>
            </a:xfrm>
            <a:custGeom>
              <a:avLst/>
              <a:gdLst/>
              <a:ahLst/>
              <a:cxnLst/>
              <a:rect l="l" t="t" r="r" b="b"/>
              <a:pathLst>
                <a:path w="894" h="953" fill="none" extrusionOk="0">
                  <a:moveTo>
                    <a:pt x="0" y="953"/>
                  </a:moveTo>
                  <a:lnTo>
                    <a:pt x="893" y="476"/>
                  </a:ln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9">
              <a:extLst>
                <a:ext uri="{FF2B5EF4-FFF2-40B4-BE49-F238E27FC236}">
                  <a16:creationId xmlns:a16="http://schemas.microsoft.com/office/drawing/2014/main" id="{39A8B911-DC8E-20BE-2BAF-F60E7C3E5862}"/>
                </a:ext>
              </a:extLst>
            </p:cNvPr>
            <p:cNvSpPr/>
            <p:nvPr/>
          </p:nvSpPr>
          <p:spPr>
            <a:xfrm>
              <a:off x="2022810" y="4180854"/>
              <a:ext cx="104895" cy="39"/>
            </a:xfrm>
            <a:custGeom>
              <a:avLst/>
              <a:gdLst/>
              <a:ahLst/>
              <a:cxnLst/>
              <a:rect l="l" t="t" r="r" b="b"/>
              <a:pathLst>
                <a:path w="2680" h="1" fill="none" extrusionOk="0">
                  <a:moveTo>
                    <a:pt x="2679" y="0"/>
                  </a:moveTo>
                  <a:lnTo>
                    <a:pt x="1"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9">
              <a:extLst>
                <a:ext uri="{FF2B5EF4-FFF2-40B4-BE49-F238E27FC236}">
                  <a16:creationId xmlns:a16="http://schemas.microsoft.com/office/drawing/2014/main" id="{4A33154F-ACE9-6982-C6AF-88FCEE64416E}"/>
                </a:ext>
              </a:extLst>
            </p:cNvPr>
            <p:cNvSpPr/>
            <p:nvPr/>
          </p:nvSpPr>
          <p:spPr>
            <a:xfrm>
              <a:off x="2141639" y="4156157"/>
              <a:ext cx="39" cy="49904"/>
            </a:xfrm>
            <a:custGeom>
              <a:avLst/>
              <a:gdLst/>
              <a:ahLst/>
              <a:cxnLst/>
              <a:rect l="l" t="t" r="r" b="b"/>
              <a:pathLst>
                <a:path w="1" h="1275" fill="none" extrusionOk="0">
                  <a:moveTo>
                    <a:pt x="1" y="1274"/>
                  </a:moveTo>
                  <a:lnTo>
                    <a:pt x="1"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9">
              <a:extLst>
                <a:ext uri="{FF2B5EF4-FFF2-40B4-BE49-F238E27FC236}">
                  <a16:creationId xmlns:a16="http://schemas.microsoft.com/office/drawing/2014/main" id="{0FF4663C-C83C-A713-F99C-121606EB993D}"/>
                </a:ext>
              </a:extLst>
            </p:cNvPr>
            <p:cNvSpPr/>
            <p:nvPr/>
          </p:nvSpPr>
          <p:spPr>
            <a:xfrm>
              <a:off x="2374639" y="4566226"/>
              <a:ext cx="250770" cy="251240"/>
            </a:xfrm>
            <a:custGeom>
              <a:avLst/>
              <a:gdLst/>
              <a:ahLst/>
              <a:cxnLst/>
              <a:rect l="l" t="t" r="r" b="b"/>
              <a:pathLst>
                <a:path w="6407" h="6419" fill="none" extrusionOk="0">
                  <a:moveTo>
                    <a:pt x="5192" y="6418"/>
                  </a:moveTo>
                  <a:lnTo>
                    <a:pt x="1215" y="6418"/>
                  </a:lnTo>
                  <a:cubicBezTo>
                    <a:pt x="537" y="6418"/>
                    <a:pt x="1" y="5871"/>
                    <a:pt x="1" y="5204"/>
                  </a:cubicBezTo>
                  <a:lnTo>
                    <a:pt x="1" y="1227"/>
                  </a:lnTo>
                  <a:cubicBezTo>
                    <a:pt x="1" y="537"/>
                    <a:pt x="548" y="1"/>
                    <a:pt x="1215" y="1"/>
                  </a:cubicBezTo>
                  <a:lnTo>
                    <a:pt x="5192" y="1"/>
                  </a:lnTo>
                  <a:cubicBezTo>
                    <a:pt x="5871" y="1"/>
                    <a:pt x="6406" y="560"/>
                    <a:pt x="6406" y="1227"/>
                  </a:cubicBezTo>
                  <a:lnTo>
                    <a:pt x="6406" y="5204"/>
                  </a:lnTo>
                  <a:cubicBezTo>
                    <a:pt x="6406" y="5871"/>
                    <a:pt x="5859"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9">
              <a:extLst>
                <a:ext uri="{FF2B5EF4-FFF2-40B4-BE49-F238E27FC236}">
                  <a16:creationId xmlns:a16="http://schemas.microsoft.com/office/drawing/2014/main" id="{226E2BB0-C5FA-1A11-AB6F-57D5B0C6B905}"/>
                </a:ext>
              </a:extLst>
            </p:cNvPr>
            <p:cNvSpPr/>
            <p:nvPr/>
          </p:nvSpPr>
          <p:spPr>
            <a:xfrm>
              <a:off x="1993455" y="4566226"/>
              <a:ext cx="318326" cy="251240"/>
            </a:xfrm>
            <a:custGeom>
              <a:avLst/>
              <a:gdLst/>
              <a:ahLst/>
              <a:cxnLst/>
              <a:rect l="l" t="t" r="r" b="b"/>
              <a:pathLst>
                <a:path w="8133" h="6419" fill="none" extrusionOk="0">
                  <a:moveTo>
                    <a:pt x="6906" y="6418"/>
                  </a:moveTo>
                  <a:lnTo>
                    <a:pt x="1227" y="6418"/>
                  </a:lnTo>
                  <a:cubicBezTo>
                    <a:pt x="536" y="6418"/>
                    <a:pt x="0" y="5871"/>
                    <a:pt x="0" y="5204"/>
                  </a:cubicBezTo>
                  <a:lnTo>
                    <a:pt x="0" y="1227"/>
                  </a:lnTo>
                  <a:cubicBezTo>
                    <a:pt x="0" y="537"/>
                    <a:pt x="548" y="1"/>
                    <a:pt x="1227" y="1"/>
                  </a:cubicBezTo>
                  <a:lnTo>
                    <a:pt x="6906" y="1"/>
                  </a:lnTo>
                  <a:cubicBezTo>
                    <a:pt x="7597" y="1"/>
                    <a:pt x="8132" y="560"/>
                    <a:pt x="8132" y="1227"/>
                  </a:cubicBezTo>
                  <a:lnTo>
                    <a:pt x="8132" y="5204"/>
                  </a:lnTo>
                  <a:cubicBezTo>
                    <a:pt x="8132" y="5871"/>
                    <a:pt x="7597" y="6418"/>
                    <a:pt x="690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9">
              <a:extLst>
                <a:ext uri="{FF2B5EF4-FFF2-40B4-BE49-F238E27FC236}">
                  <a16:creationId xmlns:a16="http://schemas.microsoft.com/office/drawing/2014/main" id="{BC126675-4403-DC0E-7CC9-F3A5300DC1A7}"/>
                </a:ext>
              </a:extLst>
            </p:cNvPr>
            <p:cNvSpPr/>
            <p:nvPr/>
          </p:nvSpPr>
          <p:spPr>
            <a:xfrm>
              <a:off x="2183597" y="3889613"/>
              <a:ext cx="20079" cy="49864"/>
            </a:xfrm>
            <a:custGeom>
              <a:avLst/>
              <a:gdLst/>
              <a:ahLst/>
              <a:cxnLst/>
              <a:rect l="l" t="t" r="r" b="b"/>
              <a:pathLst>
                <a:path w="513" h="1274" extrusionOk="0">
                  <a:moveTo>
                    <a:pt x="0" y="0"/>
                  </a:moveTo>
                  <a:lnTo>
                    <a:pt x="393" y="1274"/>
                  </a:lnTo>
                  <a:lnTo>
                    <a:pt x="512" y="1274"/>
                  </a:lnTo>
                  <a:lnTo>
                    <a:pt x="1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9">
              <a:extLst>
                <a:ext uri="{FF2B5EF4-FFF2-40B4-BE49-F238E27FC236}">
                  <a16:creationId xmlns:a16="http://schemas.microsoft.com/office/drawing/2014/main" id="{5694DFDE-2F73-A677-FFC2-FCE37C1E755D}"/>
                </a:ext>
              </a:extLst>
            </p:cNvPr>
            <p:cNvSpPr/>
            <p:nvPr/>
          </p:nvSpPr>
          <p:spPr>
            <a:xfrm>
              <a:off x="2414249" y="3857440"/>
              <a:ext cx="42467" cy="70883"/>
            </a:xfrm>
            <a:custGeom>
              <a:avLst/>
              <a:gdLst/>
              <a:ahLst/>
              <a:cxnLst/>
              <a:rect l="l" t="t" r="r" b="b"/>
              <a:pathLst>
                <a:path w="1085" h="1811" extrusionOk="0">
                  <a:moveTo>
                    <a:pt x="429" y="1"/>
                  </a:moveTo>
                  <a:lnTo>
                    <a:pt x="1" y="84"/>
                  </a:lnTo>
                  <a:lnTo>
                    <a:pt x="1" y="310"/>
                  </a:lnTo>
                  <a:lnTo>
                    <a:pt x="441" y="215"/>
                  </a:lnTo>
                  <a:lnTo>
                    <a:pt x="441" y="1608"/>
                  </a:lnTo>
                  <a:lnTo>
                    <a:pt x="37" y="1608"/>
                  </a:lnTo>
                  <a:lnTo>
                    <a:pt x="37" y="1810"/>
                  </a:lnTo>
                  <a:lnTo>
                    <a:pt x="1084" y="1810"/>
                  </a:lnTo>
                  <a:lnTo>
                    <a:pt x="1084" y="1608"/>
                  </a:lnTo>
                  <a:lnTo>
                    <a:pt x="679" y="1608"/>
                  </a:lnTo>
                  <a:lnTo>
                    <a:pt x="6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9">
              <a:extLst>
                <a:ext uri="{FF2B5EF4-FFF2-40B4-BE49-F238E27FC236}">
                  <a16:creationId xmlns:a16="http://schemas.microsoft.com/office/drawing/2014/main" id="{7311C3D2-E18C-22B5-EAF4-BCD486D55363}"/>
                </a:ext>
              </a:extLst>
            </p:cNvPr>
            <p:cNvSpPr/>
            <p:nvPr/>
          </p:nvSpPr>
          <p:spPr>
            <a:xfrm>
              <a:off x="2424034" y="3746987"/>
              <a:ext cx="6576" cy="49904"/>
            </a:xfrm>
            <a:custGeom>
              <a:avLst/>
              <a:gdLst/>
              <a:ahLst/>
              <a:cxnLst/>
              <a:rect l="l" t="t" r="r" b="b"/>
              <a:pathLst>
                <a:path w="168" h="1275" extrusionOk="0">
                  <a:moveTo>
                    <a:pt x="1" y="1"/>
                  </a:moveTo>
                  <a:lnTo>
                    <a:pt x="1" y="560"/>
                  </a:lnTo>
                  <a:lnTo>
                    <a:pt x="13" y="858"/>
                  </a:lnTo>
                  <a:lnTo>
                    <a:pt x="156" y="858"/>
                  </a:lnTo>
                  <a:lnTo>
                    <a:pt x="168" y="560"/>
                  </a:lnTo>
                  <a:lnTo>
                    <a:pt x="168" y="1"/>
                  </a:lnTo>
                  <a:close/>
                  <a:moveTo>
                    <a:pt x="1" y="1048"/>
                  </a:moveTo>
                  <a:lnTo>
                    <a:pt x="1" y="1275"/>
                  </a:lnTo>
                  <a:lnTo>
                    <a:pt x="168" y="1275"/>
                  </a:lnTo>
                  <a:lnTo>
                    <a:pt x="168" y="104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9">
              <a:extLst>
                <a:ext uri="{FF2B5EF4-FFF2-40B4-BE49-F238E27FC236}">
                  <a16:creationId xmlns:a16="http://schemas.microsoft.com/office/drawing/2014/main" id="{FB7261F6-E92A-A9AE-316D-5C20CB7FCF08}"/>
                </a:ext>
              </a:extLst>
            </p:cNvPr>
            <p:cNvSpPr/>
            <p:nvPr/>
          </p:nvSpPr>
          <p:spPr>
            <a:xfrm>
              <a:off x="2482783" y="3890983"/>
              <a:ext cx="52213" cy="53191"/>
            </a:xfrm>
            <a:custGeom>
              <a:avLst/>
              <a:gdLst/>
              <a:ahLst/>
              <a:cxnLst/>
              <a:rect l="l" t="t" r="r" b="b"/>
              <a:pathLst>
                <a:path w="1334" h="1359" extrusionOk="0">
                  <a:moveTo>
                    <a:pt x="667" y="453"/>
                  </a:moveTo>
                  <a:cubicBezTo>
                    <a:pt x="738" y="453"/>
                    <a:pt x="786" y="477"/>
                    <a:pt x="822" y="513"/>
                  </a:cubicBezTo>
                  <a:cubicBezTo>
                    <a:pt x="857" y="560"/>
                    <a:pt x="869" y="620"/>
                    <a:pt x="869" y="679"/>
                  </a:cubicBezTo>
                  <a:cubicBezTo>
                    <a:pt x="869" y="751"/>
                    <a:pt x="857" y="810"/>
                    <a:pt x="822" y="858"/>
                  </a:cubicBezTo>
                  <a:cubicBezTo>
                    <a:pt x="786" y="894"/>
                    <a:pt x="738" y="918"/>
                    <a:pt x="679" y="918"/>
                  </a:cubicBezTo>
                  <a:cubicBezTo>
                    <a:pt x="607" y="918"/>
                    <a:pt x="560" y="894"/>
                    <a:pt x="524" y="858"/>
                  </a:cubicBezTo>
                  <a:cubicBezTo>
                    <a:pt x="488" y="810"/>
                    <a:pt x="476" y="751"/>
                    <a:pt x="476" y="679"/>
                  </a:cubicBezTo>
                  <a:cubicBezTo>
                    <a:pt x="476" y="620"/>
                    <a:pt x="488" y="560"/>
                    <a:pt x="524" y="513"/>
                  </a:cubicBezTo>
                  <a:cubicBezTo>
                    <a:pt x="560" y="477"/>
                    <a:pt x="607" y="453"/>
                    <a:pt x="667" y="453"/>
                  </a:cubicBezTo>
                  <a:close/>
                  <a:moveTo>
                    <a:pt x="691" y="1"/>
                  </a:moveTo>
                  <a:cubicBezTo>
                    <a:pt x="595" y="1"/>
                    <a:pt x="512" y="25"/>
                    <a:pt x="417" y="48"/>
                  </a:cubicBezTo>
                  <a:cubicBezTo>
                    <a:pt x="333" y="84"/>
                    <a:pt x="262" y="132"/>
                    <a:pt x="202" y="203"/>
                  </a:cubicBezTo>
                  <a:cubicBezTo>
                    <a:pt x="131" y="263"/>
                    <a:pt x="83" y="334"/>
                    <a:pt x="48" y="417"/>
                  </a:cubicBezTo>
                  <a:cubicBezTo>
                    <a:pt x="12" y="501"/>
                    <a:pt x="0" y="584"/>
                    <a:pt x="0" y="679"/>
                  </a:cubicBezTo>
                  <a:cubicBezTo>
                    <a:pt x="0" y="775"/>
                    <a:pt x="12" y="870"/>
                    <a:pt x="48" y="953"/>
                  </a:cubicBezTo>
                  <a:cubicBezTo>
                    <a:pt x="83" y="1025"/>
                    <a:pt x="131" y="1108"/>
                    <a:pt x="202" y="1168"/>
                  </a:cubicBezTo>
                  <a:cubicBezTo>
                    <a:pt x="262" y="1227"/>
                    <a:pt x="333" y="1275"/>
                    <a:pt x="417" y="1310"/>
                  </a:cubicBezTo>
                  <a:cubicBezTo>
                    <a:pt x="500" y="1346"/>
                    <a:pt x="583" y="1358"/>
                    <a:pt x="679" y="1358"/>
                  </a:cubicBezTo>
                  <a:cubicBezTo>
                    <a:pt x="762" y="1358"/>
                    <a:pt x="833" y="1346"/>
                    <a:pt x="905" y="1322"/>
                  </a:cubicBezTo>
                  <a:cubicBezTo>
                    <a:pt x="976" y="1299"/>
                    <a:pt x="1048" y="1251"/>
                    <a:pt x="1107" y="1203"/>
                  </a:cubicBezTo>
                  <a:lnTo>
                    <a:pt x="1048" y="1120"/>
                  </a:lnTo>
                  <a:cubicBezTo>
                    <a:pt x="988" y="1168"/>
                    <a:pt x="929" y="1191"/>
                    <a:pt x="869" y="1215"/>
                  </a:cubicBezTo>
                  <a:cubicBezTo>
                    <a:pt x="810" y="1239"/>
                    <a:pt x="750" y="1251"/>
                    <a:pt x="679" y="1251"/>
                  </a:cubicBezTo>
                  <a:cubicBezTo>
                    <a:pt x="607" y="1251"/>
                    <a:pt x="524" y="1239"/>
                    <a:pt x="452" y="1203"/>
                  </a:cubicBezTo>
                  <a:cubicBezTo>
                    <a:pt x="393" y="1179"/>
                    <a:pt x="321" y="1144"/>
                    <a:pt x="274" y="1084"/>
                  </a:cubicBezTo>
                  <a:cubicBezTo>
                    <a:pt x="214" y="1037"/>
                    <a:pt x="179" y="977"/>
                    <a:pt x="143" y="906"/>
                  </a:cubicBezTo>
                  <a:cubicBezTo>
                    <a:pt x="119" y="834"/>
                    <a:pt x="107" y="763"/>
                    <a:pt x="107" y="679"/>
                  </a:cubicBezTo>
                  <a:cubicBezTo>
                    <a:pt x="107" y="584"/>
                    <a:pt x="131" y="489"/>
                    <a:pt x="167" y="406"/>
                  </a:cubicBezTo>
                  <a:cubicBezTo>
                    <a:pt x="214" y="322"/>
                    <a:pt x="274" y="263"/>
                    <a:pt x="357" y="203"/>
                  </a:cubicBezTo>
                  <a:cubicBezTo>
                    <a:pt x="405" y="179"/>
                    <a:pt x="452" y="156"/>
                    <a:pt x="512" y="132"/>
                  </a:cubicBezTo>
                  <a:cubicBezTo>
                    <a:pt x="572" y="120"/>
                    <a:pt x="631" y="108"/>
                    <a:pt x="691" y="108"/>
                  </a:cubicBezTo>
                  <a:cubicBezTo>
                    <a:pt x="786" y="108"/>
                    <a:pt x="869" y="132"/>
                    <a:pt x="941" y="167"/>
                  </a:cubicBezTo>
                  <a:cubicBezTo>
                    <a:pt x="1012" y="203"/>
                    <a:pt x="1083" y="251"/>
                    <a:pt x="1131" y="310"/>
                  </a:cubicBezTo>
                  <a:cubicBezTo>
                    <a:pt x="1167" y="358"/>
                    <a:pt x="1191" y="394"/>
                    <a:pt x="1203" y="441"/>
                  </a:cubicBezTo>
                  <a:cubicBezTo>
                    <a:pt x="1214" y="489"/>
                    <a:pt x="1226" y="548"/>
                    <a:pt x="1226" y="596"/>
                  </a:cubicBezTo>
                  <a:cubicBezTo>
                    <a:pt x="1226" y="691"/>
                    <a:pt x="1203" y="763"/>
                    <a:pt x="1167" y="810"/>
                  </a:cubicBezTo>
                  <a:cubicBezTo>
                    <a:pt x="1119" y="870"/>
                    <a:pt x="1060" y="906"/>
                    <a:pt x="988" y="918"/>
                  </a:cubicBezTo>
                  <a:lnTo>
                    <a:pt x="988" y="358"/>
                  </a:lnTo>
                  <a:lnTo>
                    <a:pt x="881" y="358"/>
                  </a:lnTo>
                  <a:lnTo>
                    <a:pt x="881" y="465"/>
                  </a:lnTo>
                  <a:cubicBezTo>
                    <a:pt x="857" y="417"/>
                    <a:pt x="822" y="394"/>
                    <a:pt x="786" y="370"/>
                  </a:cubicBezTo>
                  <a:cubicBezTo>
                    <a:pt x="738" y="358"/>
                    <a:pt x="691" y="346"/>
                    <a:pt x="643" y="346"/>
                  </a:cubicBezTo>
                  <a:cubicBezTo>
                    <a:pt x="560" y="346"/>
                    <a:pt x="488" y="382"/>
                    <a:pt x="429" y="441"/>
                  </a:cubicBezTo>
                  <a:cubicBezTo>
                    <a:pt x="381" y="501"/>
                    <a:pt x="357" y="584"/>
                    <a:pt x="357" y="679"/>
                  </a:cubicBezTo>
                  <a:cubicBezTo>
                    <a:pt x="357" y="787"/>
                    <a:pt x="381" y="870"/>
                    <a:pt x="429" y="929"/>
                  </a:cubicBezTo>
                  <a:cubicBezTo>
                    <a:pt x="488" y="989"/>
                    <a:pt x="560" y="1025"/>
                    <a:pt x="643" y="1025"/>
                  </a:cubicBezTo>
                  <a:cubicBezTo>
                    <a:pt x="691" y="1025"/>
                    <a:pt x="738" y="1013"/>
                    <a:pt x="774" y="1001"/>
                  </a:cubicBezTo>
                  <a:cubicBezTo>
                    <a:pt x="822" y="977"/>
                    <a:pt x="857" y="953"/>
                    <a:pt x="881" y="906"/>
                  </a:cubicBezTo>
                  <a:lnTo>
                    <a:pt x="881" y="1025"/>
                  </a:lnTo>
                  <a:cubicBezTo>
                    <a:pt x="1024" y="1025"/>
                    <a:pt x="1131" y="989"/>
                    <a:pt x="1214" y="906"/>
                  </a:cubicBezTo>
                  <a:cubicBezTo>
                    <a:pt x="1298" y="834"/>
                    <a:pt x="1334" y="727"/>
                    <a:pt x="1334" y="596"/>
                  </a:cubicBezTo>
                  <a:cubicBezTo>
                    <a:pt x="1334" y="537"/>
                    <a:pt x="1322" y="477"/>
                    <a:pt x="1310" y="417"/>
                  </a:cubicBezTo>
                  <a:cubicBezTo>
                    <a:pt x="1286" y="358"/>
                    <a:pt x="1250" y="298"/>
                    <a:pt x="1214" y="251"/>
                  </a:cubicBezTo>
                  <a:cubicBezTo>
                    <a:pt x="1155" y="179"/>
                    <a:pt x="1083" y="108"/>
                    <a:pt x="988" y="72"/>
                  </a:cubicBezTo>
                  <a:cubicBezTo>
                    <a:pt x="893" y="25"/>
                    <a:pt x="798" y="1"/>
                    <a:pt x="6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9">
              <a:extLst>
                <a:ext uri="{FF2B5EF4-FFF2-40B4-BE49-F238E27FC236}">
                  <a16:creationId xmlns:a16="http://schemas.microsoft.com/office/drawing/2014/main" id="{962A104A-5F31-F129-4ADD-F83B9B0EBE31}"/>
                </a:ext>
              </a:extLst>
            </p:cNvPr>
            <p:cNvSpPr/>
            <p:nvPr/>
          </p:nvSpPr>
          <p:spPr>
            <a:xfrm>
              <a:off x="2033065" y="5030857"/>
              <a:ext cx="16361" cy="35461"/>
            </a:xfrm>
            <a:custGeom>
              <a:avLst/>
              <a:gdLst/>
              <a:ahLst/>
              <a:cxnLst/>
              <a:rect l="l" t="t" r="r" b="b"/>
              <a:pathLst>
                <a:path w="418" h="906" extrusionOk="0">
                  <a:moveTo>
                    <a:pt x="322" y="0"/>
                  </a:moveTo>
                  <a:cubicBezTo>
                    <a:pt x="239" y="0"/>
                    <a:pt x="191" y="12"/>
                    <a:pt x="155" y="48"/>
                  </a:cubicBezTo>
                  <a:cubicBezTo>
                    <a:pt x="120" y="84"/>
                    <a:pt x="108" y="131"/>
                    <a:pt x="108" y="203"/>
                  </a:cubicBezTo>
                  <a:lnTo>
                    <a:pt x="108" y="250"/>
                  </a:lnTo>
                  <a:lnTo>
                    <a:pt x="0" y="250"/>
                  </a:lnTo>
                  <a:lnTo>
                    <a:pt x="0" y="334"/>
                  </a:lnTo>
                  <a:lnTo>
                    <a:pt x="108" y="334"/>
                  </a:lnTo>
                  <a:lnTo>
                    <a:pt x="108" y="905"/>
                  </a:lnTo>
                  <a:lnTo>
                    <a:pt x="215" y="905"/>
                  </a:lnTo>
                  <a:lnTo>
                    <a:pt x="215" y="334"/>
                  </a:lnTo>
                  <a:lnTo>
                    <a:pt x="393" y="334"/>
                  </a:lnTo>
                  <a:lnTo>
                    <a:pt x="393" y="250"/>
                  </a:lnTo>
                  <a:lnTo>
                    <a:pt x="215" y="250"/>
                  </a:lnTo>
                  <a:lnTo>
                    <a:pt x="215" y="191"/>
                  </a:lnTo>
                  <a:cubicBezTo>
                    <a:pt x="215" y="155"/>
                    <a:pt x="227" y="119"/>
                    <a:pt x="239" y="108"/>
                  </a:cubicBezTo>
                  <a:cubicBezTo>
                    <a:pt x="251" y="96"/>
                    <a:pt x="274" y="84"/>
                    <a:pt x="322" y="84"/>
                  </a:cubicBezTo>
                  <a:lnTo>
                    <a:pt x="417" y="84"/>
                  </a:lnTo>
                  <a:lnTo>
                    <a:pt x="4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9">
              <a:extLst>
                <a:ext uri="{FF2B5EF4-FFF2-40B4-BE49-F238E27FC236}">
                  <a16:creationId xmlns:a16="http://schemas.microsoft.com/office/drawing/2014/main" id="{A160856D-A661-6D47-0727-798CBBA84028}"/>
                </a:ext>
              </a:extLst>
            </p:cNvPr>
            <p:cNvSpPr/>
            <p:nvPr/>
          </p:nvSpPr>
          <p:spPr>
            <a:xfrm>
              <a:off x="2052635" y="5040173"/>
              <a:ext cx="21488" cy="26146"/>
            </a:xfrm>
            <a:custGeom>
              <a:avLst/>
              <a:gdLst/>
              <a:ahLst/>
              <a:cxnLst/>
              <a:rect l="l" t="t" r="r" b="b"/>
              <a:pathLst>
                <a:path w="549" h="668" extrusionOk="0">
                  <a:moveTo>
                    <a:pt x="322" y="1"/>
                  </a:moveTo>
                  <a:cubicBezTo>
                    <a:pt x="274" y="1"/>
                    <a:pt x="239" y="1"/>
                    <a:pt x="203" y="24"/>
                  </a:cubicBezTo>
                  <a:cubicBezTo>
                    <a:pt x="167" y="48"/>
                    <a:pt x="143" y="72"/>
                    <a:pt x="108" y="120"/>
                  </a:cubicBezTo>
                  <a:lnTo>
                    <a:pt x="108" y="12"/>
                  </a:lnTo>
                  <a:lnTo>
                    <a:pt x="1" y="12"/>
                  </a:lnTo>
                  <a:lnTo>
                    <a:pt x="1" y="667"/>
                  </a:lnTo>
                  <a:lnTo>
                    <a:pt x="108" y="667"/>
                  </a:lnTo>
                  <a:lnTo>
                    <a:pt x="108" y="298"/>
                  </a:lnTo>
                  <a:cubicBezTo>
                    <a:pt x="108" y="227"/>
                    <a:pt x="132" y="179"/>
                    <a:pt x="167" y="143"/>
                  </a:cubicBezTo>
                  <a:cubicBezTo>
                    <a:pt x="191" y="108"/>
                    <a:pt x="239" y="96"/>
                    <a:pt x="298" y="96"/>
                  </a:cubicBezTo>
                  <a:cubicBezTo>
                    <a:pt x="346" y="96"/>
                    <a:pt x="382" y="108"/>
                    <a:pt x="405" y="131"/>
                  </a:cubicBezTo>
                  <a:cubicBezTo>
                    <a:pt x="429" y="167"/>
                    <a:pt x="441" y="215"/>
                    <a:pt x="441" y="274"/>
                  </a:cubicBezTo>
                  <a:lnTo>
                    <a:pt x="441" y="667"/>
                  </a:lnTo>
                  <a:lnTo>
                    <a:pt x="548" y="667"/>
                  </a:lnTo>
                  <a:lnTo>
                    <a:pt x="548" y="274"/>
                  </a:lnTo>
                  <a:cubicBezTo>
                    <a:pt x="548" y="179"/>
                    <a:pt x="536" y="108"/>
                    <a:pt x="489" y="72"/>
                  </a:cubicBezTo>
                  <a:cubicBezTo>
                    <a:pt x="453" y="24"/>
                    <a:pt x="393"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9">
              <a:extLst>
                <a:ext uri="{FF2B5EF4-FFF2-40B4-BE49-F238E27FC236}">
                  <a16:creationId xmlns:a16="http://schemas.microsoft.com/office/drawing/2014/main" id="{C3FCB0BD-8538-D527-1D63-F860E98EB81E}"/>
                </a:ext>
              </a:extLst>
            </p:cNvPr>
            <p:cNvSpPr/>
            <p:nvPr/>
          </p:nvSpPr>
          <p:spPr>
            <a:xfrm>
              <a:off x="2361606" y="5040173"/>
              <a:ext cx="20549" cy="26615"/>
            </a:xfrm>
            <a:custGeom>
              <a:avLst/>
              <a:gdLst/>
              <a:ahLst/>
              <a:cxnLst/>
              <a:rect l="l" t="t" r="r" b="b"/>
              <a:pathLst>
                <a:path w="525" h="680" extrusionOk="0">
                  <a:moveTo>
                    <a:pt x="334" y="1"/>
                  </a:moveTo>
                  <a:cubicBezTo>
                    <a:pt x="227" y="1"/>
                    <a:pt x="143" y="24"/>
                    <a:pt x="96" y="84"/>
                  </a:cubicBezTo>
                  <a:cubicBezTo>
                    <a:pt x="36" y="143"/>
                    <a:pt x="0" y="239"/>
                    <a:pt x="0" y="334"/>
                  </a:cubicBezTo>
                  <a:cubicBezTo>
                    <a:pt x="0" y="441"/>
                    <a:pt x="36" y="524"/>
                    <a:pt x="96" y="584"/>
                  </a:cubicBezTo>
                  <a:cubicBezTo>
                    <a:pt x="143" y="655"/>
                    <a:pt x="227" y="679"/>
                    <a:pt x="322" y="679"/>
                  </a:cubicBezTo>
                  <a:cubicBezTo>
                    <a:pt x="358" y="679"/>
                    <a:pt x="393" y="679"/>
                    <a:pt x="429" y="667"/>
                  </a:cubicBezTo>
                  <a:cubicBezTo>
                    <a:pt x="453" y="667"/>
                    <a:pt x="489" y="655"/>
                    <a:pt x="524" y="643"/>
                  </a:cubicBezTo>
                  <a:lnTo>
                    <a:pt x="524" y="536"/>
                  </a:lnTo>
                  <a:cubicBezTo>
                    <a:pt x="489" y="560"/>
                    <a:pt x="453" y="572"/>
                    <a:pt x="429" y="584"/>
                  </a:cubicBezTo>
                  <a:cubicBezTo>
                    <a:pt x="393" y="584"/>
                    <a:pt x="369" y="596"/>
                    <a:pt x="334" y="596"/>
                  </a:cubicBezTo>
                  <a:cubicBezTo>
                    <a:pt x="262" y="596"/>
                    <a:pt x="215" y="572"/>
                    <a:pt x="179" y="524"/>
                  </a:cubicBezTo>
                  <a:cubicBezTo>
                    <a:pt x="131" y="477"/>
                    <a:pt x="119" y="417"/>
                    <a:pt x="119" y="334"/>
                  </a:cubicBezTo>
                  <a:cubicBezTo>
                    <a:pt x="119" y="262"/>
                    <a:pt x="131" y="203"/>
                    <a:pt x="179" y="155"/>
                  </a:cubicBezTo>
                  <a:cubicBezTo>
                    <a:pt x="215" y="108"/>
                    <a:pt x="262" y="84"/>
                    <a:pt x="334" y="84"/>
                  </a:cubicBezTo>
                  <a:cubicBezTo>
                    <a:pt x="369" y="84"/>
                    <a:pt x="393" y="96"/>
                    <a:pt x="429" y="96"/>
                  </a:cubicBezTo>
                  <a:cubicBezTo>
                    <a:pt x="453" y="108"/>
                    <a:pt x="489" y="120"/>
                    <a:pt x="524" y="143"/>
                  </a:cubicBezTo>
                  <a:lnTo>
                    <a:pt x="524" y="36"/>
                  </a:lnTo>
                  <a:cubicBezTo>
                    <a:pt x="489" y="24"/>
                    <a:pt x="465" y="12"/>
                    <a:pt x="429" y="12"/>
                  </a:cubicBezTo>
                  <a:cubicBezTo>
                    <a:pt x="393" y="1"/>
                    <a:pt x="369" y="1"/>
                    <a:pt x="3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9">
              <a:extLst>
                <a:ext uri="{FF2B5EF4-FFF2-40B4-BE49-F238E27FC236}">
                  <a16:creationId xmlns:a16="http://schemas.microsoft.com/office/drawing/2014/main" id="{30CF1100-E2B2-33F2-67FB-9B2B70FB9147}"/>
                </a:ext>
              </a:extLst>
            </p:cNvPr>
            <p:cNvSpPr/>
            <p:nvPr/>
          </p:nvSpPr>
          <p:spPr>
            <a:xfrm>
              <a:off x="2387243" y="5040173"/>
              <a:ext cx="23797" cy="26615"/>
            </a:xfrm>
            <a:custGeom>
              <a:avLst/>
              <a:gdLst/>
              <a:ahLst/>
              <a:cxnLst/>
              <a:rect l="l" t="t" r="r" b="b"/>
              <a:pathLst>
                <a:path w="608" h="680" extrusionOk="0">
                  <a:moveTo>
                    <a:pt x="310" y="84"/>
                  </a:moveTo>
                  <a:cubicBezTo>
                    <a:pt x="357" y="84"/>
                    <a:pt x="405" y="108"/>
                    <a:pt x="441" y="155"/>
                  </a:cubicBezTo>
                  <a:cubicBezTo>
                    <a:pt x="476" y="203"/>
                    <a:pt x="488" y="262"/>
                    <a:pt x="488" y="334"/>
                  </a:cubicBezTo>
                  <a:cubicBezTo>
                    <a:pt x="488" y="417"/>
                    <a:pt x="476" y="477"/>
                    <a:pt x="441" y="524"/>
                  </a:cubicBezTo>
                  <a:cubicBezTo>
                    <a:pt x="405" y="572"/>
                    <a:pt x="357" y="596"/>
                    <a:pt x="310" y="596"/>
                  </a:cubicBezTo>
                  <a:cubicBezTo>
                    <a:pt x="250" y="596"/>
                    <a:pt x="203" y="572"/>
                    <a:pt x="167" y="524"/>
                  </a:cubicBezTo>
                  <a:cubicBezTo>
                    <a:pt x="131" y="477"/>
                    <a:pt x="119" y="417"/>
                    <a:pt x="119" y="334"/>
                  </a:cubicBezTo>
                  <a:cubicBezTo>
                    <a:pt x="119" y="262"/>
                    <a:pt x="131" y="203"/>
                    <a:pt x="167" y="155"/>
                  </a:cubicBezTo>
                  <a:cubicBezTo>
                    <a:pt x="203" y="108"/>
                    <a:pt x="250" y="84"/>
                    <a:pt x="310" y="84"/>
                  </a:cubicBezTo>
                  <a:close/>
                  <a:moveTo>
                    <a:pt x="310" y="1"/>
                  </a:moveTo>
                  <a:cubicBezTo>
                    <a:pt x="215" y="1"/>
                    <a:pt x="131" y="24"/>
                    <a:pt x="84" y="84"/>
                  </a:cubicBezTo>
                  <a:cubicBezTo>
                    <a:pt x="36" y="143"/>
                    <a:pt x="0" y="227"/>
                    <a:pt x="0" y="334"/>
                  </a:cubicBezTo>
                  <a:cubicBezTo>
                    <a:pt x="0" y="441"/>
                    <a:pt x="36" y="524"/>
                    <a:pt x="84" y="596"/>
                  </a:cubicBezTo>
                  <a:cubicBezTo>
                    <a:pt x="131" y="655"/>
                    <a:pt x="215" y="679"/>
                    <a:pt x="310" y="679"/>
                  </a:cubicBezTo>
                  <a:cubicBezTo>
                    <a:pt x="393" y="679"/>
                    <a:pt x="465" y="655"/>
                    <a:pt x="524" y="596"/>
                  </a:cubicBezTo>
                  <a:cubicBezTo>
                    <a:pt x="572" y="524"/>
                    <a:pt x="607" y="441"/>
                    <a:pt x="607" y="334"/>
                  </a:cubicBezTo>
                  <a:cubicBezTo>
                    <a:pt x="607" y="227"/>
                    <a:pt x="572" y="143"/>
                    <a:pt x="524" y="84"/>
                  </a:cubicBezTo>
                  <a:cubicBezTo>
                    <a:pt x="465" y="24"/>
                    <a:pt x="393" y="1"/>
                    <a:pt x="3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9">
              <a:extLst>
                <a:ext uri="{FF2B5EF4-FFF2-40B4-BE49-F238E27FC236}">
                  <a16:creationId xmlns:a16="http://schemas.microsoft.com/office/drawing/2014/main" id="{E91FFA68-4DC5-0B8D-68B7-13F3F1EDC842}"/>
                </a:ext>
              </a:extLst>
            </p:cNvPr>
            <p:cNvSpPr/>
            <p:nvPr/>
          </p:nvSpPr>
          <p:spPr>
            <a:xfrm>
              <a:off x="2417537" y="5040173"/>
              <a:ext cx="21449" cy="26146"/>
            </a:xfrm>
            <a:custGeom>
              <a:avLst/>
              <a:gdLst/>
              <a:ahLst/>
              <a:cxnLst/>
              <a:rect l="l" t="t" r="r" b="b"/>
              <a:pathLst>
                <a:path w="548" h="668" extrusionOk="0">
                  <a:moveTo>
                    <a:pt x="322" y="1"/>
                  </a:moveTo>
                  <a:cubicBezTo>
                    <a:pt x="274" y="1"/>
                    <a:pt x="238" y="1"/>
                    <a:pt x="203" y="24"/>
                  </a:cubicBezTo>
                  <a:cubicBezTo>
                    <a:pt x="167" y="48"/>
                    <a:pt x="131" y="72"/>
                    <a:pt x="107" y="120"/>
                  </a:cubicBezTo>
                  <a:lnTo>
                    <a:pt x="107" y="12"/>
                  </a:lnTo>
                  <a:lnTo>
                    <a:pt x="0" y="12"/>
                  </a:lnTo>
                  <a:lnTo>
                    <a:pt x="0" y="667"/>
                  </a:lnTo>
                  <a:lnTo>
                    <a:pt x="107" y="667"/>
                  </a:lnTo>
                  <a:lnTo>
                    <a:pt x="107" y="298"/>
                  </a:lnTo>
                  <a:cubicBezTo>
                    <a:pt x="107" y="227"/>
                    <a:pt x="131" y="179"/>
                    <a:pt x="167" y="143"/>
                  </a:cubicBezTo>
                  <a:cubicBezTo>
                    <a:pt x="191" y="108"/>
                    <a:pt x="238" y="96"/>
                    <a:pt x="298" y="96"/>
                  </a:cubicBezTo>
                  <a:cubicBezTo>
                    <a:pt x="345" y="96"/>
                    <a:pt x="381" y="108"/>
                    <a:pt x="405" y="131"/>
                  </a:cubicBezTo>
                  <a:cubicBezTo>
                    <a:pt x="429" y="167"/>
                    <a:pt x="441" y="215"/>
                    <a:pt x="441" y="274"/>
                  </a:cubicBezTo>
                  <a:lnTo>
                    <a:pt x="441" y="667"/>
                  </a:lnTo>
                  <a:lnTo>
                    <a:pt x="548" y="667"/>
                  </a:lnTo>
                  <a:lnTo>
                    <a:pt x="548" y="274"/>
                  </a:lnTo>
                  <a:cubicBezTo>
                    <a:pt x="548" y="179"/>
                    <a:pt x="536" y="108"/>
                    <a:pt x="488" y="72"/>
                  </a:cubicBezTo>
                  <a:cubicBezTo>
                    <a:pt x="453" y="24"/>
                    <a:pt x="393"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9">
              <a:extLst>
                <a:ext uri="{FF2B5EF4-FFF2-40B4-BE49-F238E27FC236}">
                  <a16:creationId xmlns:a16="http://schemas.microsoft.com/office/drawing/2014/main" id="{21C31645-6A62-C2D1-6D29-961ADBA11CA8}"/>
                </a:ext>
              </a:extLst>
            </p:cNvPr>
            <p:cNvSpPr/>
            <p:nvPr/>
          </p:nvSpPr>
          <p:spPr>
            <a:xfrm>
              <a:off x="2444074" y="5033167"/>
              <a:ext cx="16361" cy="33152"/>
            </a:xfrm>
            <a:custGeom>
              <a:avLst/>
              <a:gdLst/>
              <a:ahLst/>
              <a:cxnLst/>
              <a:rect l="l" t="t" r="r" b="b"/>
              <a:pathLst>
                <a:path w="418" h="847" extrusionOk="0">
                  <a:moveTo>
                    <a:pt x="84" y="1"/>
                  </a:moveTo>
                  <a:lnTo>
                    <a:pt x="84" y="191"/>
                  </a:lnTo>
                  <a:lnTo>
                    <a:pt x="1" y="191"/>
                  </a:lnTo>
                  <a:lnTo>
                    <a:pt x="1" y="275"/>
                  </a:lnTo>
                  <a:lnTo>
                    <a:pt x="84" y="275"/>
                  </a:lnTo>
                  <a:lnTo>
                    <a:pt x="84" y="632"/>
                  </a:lnTo>
                  <a:cubicBezTo>
                    <a:pt x="84" y="715"/>
                    <a:pt x="96" y="763"/>
                    <a:pt x="132" y="799"/>
                  </a:cubicBezTo>
                  <a:cubicBezTo>
                    <a:pt x="167" y="834"/>
                    <a:pt x="215" y="846"/>
                    <a:pt x="298" y="846"/>
                  </a:cubicBezTo>
                  <a:lnTo>
                    <a:pt x="418" y="846"/>
                  </a:lnTo>
                  <a:lnTo>
                    <a:pt x="418" y="751"/>
                  </a:lnTo>
                  <a:lnTo>
                    <a:pt x="298" y="751"/>
                  </a:lnTo>
                  <a:cubicBezTo>
                    <a:pt x="263" y="751"/>
                    <a:pt x="227" y="751"/>
                    <a:pt x="215" y="727"/>
                  </a:cubicBezTo>
                  <a:cubicBezTo>
                    <a:pt x="203" y="715"/>
                    <a:pt x="191" y="680"/>
                    <a:pt x="191" y="632"/>
                  </a:cubicBezTo>
                  <a:lnTo>
                    <a:pt x="191" y="275"/>
                  </a:lnTo>
                  <a:lnTo>
                    <a:pt x="418" y="275"/>
                  </a:lnTo>
                  <a:lnTo>
                    <a:pt x="418" y="191"/>
                  </a:lnTo>
                  <a:lnTo>
                    <a:pt x="191" y="191"/>
                  </a:lnTo>
                  <a:lnTo>
                    <a:pt x="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9">
              <a:extLst>
                <a:ext uri="{FF2B5EF4-FFF2-40B4-BE49-F238E27FC236}">
                  <a16:creationId xmlns:a16="http://schemas.microsoft.com/office/drawing/2014/main" id="{E9080941-EA03-F1B1-8D22-8A7F0F7B6AB4}"/>
                </a:ext>
              </a:extLst>
            </p:cNvPr>
            <p:cNvSpPr/>
            <p:nvPr/>
          </p:nvSpPr>
          <p:spPr>
            <a:xfrm>
              <a:off x="2465523" y="5040173"/>
              <a:ext cx="14951" cy="26146"/>
            </a:xfrm>
            <a:custGeom>
              <a:avLst/>
              <a:gdLst/>
              <a:ahLst/>
              <a:cxnLst/>
              <a:rect l="l" t="t" r="r" b="b"/>
              <a:pathLst>
                <a:path w="382" h="668" extrusionOk="0">
                  <a:moveTo>
                    <a:pt x="334" y="1"/>
                  </a:moveTo>
                  <a:cubicBezTo>
                    <a:pt x="274" y="1"/>
                    <a:pt x="239" y="1"/>
                    <a:pt x="203" y="24"/>
                  </a:cubicBezTo>
                  <a:cubicBezTo>
                    <a:pt x="167" y="48"/>
                    <a:pt x="131" y="72"/>
                    <a:pt x="108" y="120"/>
                  </a:cubicBezTo>
                  <a:lnTo>
                    <a:pt x="108" y="12"/>
                  </a:lnTo>
                  <a:lnTo>
                    <a:pt x="0" y="12"/>
                  </a:lnTo>
                  <a:lnTo>
                    <a:pt x="0" y="667"/>
                  </a:lnTo>
                  <a:lnTo>
                    <a:pt x="108" y="667"/>
                  </a:lnTo>
                  <a:lnTo>
                    <a:pt x="108" y="322"/>
                  </a:lnTo>
                  <a:cubicBezTo>
                    <a:pt x="108" y="251"/>
                    <a:pt x="131" y="191"/>
                    <a:pt x="155" y="155"/>
                  </a:cubicBezTo>
                  <a:cubicBezTo>
                    <a:pt x="191" y="108"/>
                    <a:pt x="239" y="96"/>
                    <a:pt x="298" y="96"/>
                  </a:cubicBezTo>
                  <a:lnTo>
                    <a:pt x="346" y="96"/>
                  </a:lnTo>
                  <a:cubicBezTo>
                    <a:pt x="358" y="96"/>
                    <a:pt x="370" y="108"/>
                    <a:pt x="381" y="108"/>
                  </a:cubicBezTo>
                  <a:lnTo>
                    <a:pt x="3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9">
              <a:extLst>
                <a:ext uri="{FF2B5EF4-FFF2-40B4-BE49-F238E27FC236}">
                  <a16:creationId xmlns:a16="http://schemas.microsoft.com/office/drawing/2014/main" id="{68B538E4-964B-2365-49C0-DB036514A084}"/>
                </a:ext>
              </a:extLst>
            </p:cNvPr>
            <p:cNvSpPr/>
            <p:nvPr/>
          </p:nvSpPr>
          <p:spPr>
            <a:xfrm>
              <a:off x="2482314" y="5040173"/>
              <a:ext cx="23327" cy="26615"/>
            </a:xfrm>
            <a:custGeom>
              <a:avLst/>
              <a:gdLst/>
              <a:ahLst/>
              <a:cxnLst/>
              <a:rect l="l" t="t" r="r" b="b"/>
              <a:pathLst>
                <a:path w="596" h="680" extrusionOk="0">
                  <a:moveTo>
                    <a:pt x="298" y="84"/>
                  </a:moveTo>
                  <a:cubicBezTo>
                    <a:pt x="357" y="84"/>
                    <a:pt x="393" y="108"/>
                    <a:pt x="429" y="155"/>
                  </a:cubicBezTo>
                  <a:cubicBezTo>
                    <a:pt x="464" y="203"/>
                    <a:pt x="476" y="262"/>
                    <a:pt x="476" y="334"/>
                  </a:cubicBezTo>
                  <a:cubicBezTo>
                    <a:pt x="476" y="417"/>
                    <a:pt x="464" y="477"/>
                    <a:pt x="429" y="524"/>
                  </a:cubicBezTo>
                  <a:cubicBezTo>
                    <a:pt x="393" y="572"/>
                    <a:pt x="357" y="596"/>
                    <a:pt x="298" y="596"/>
                  </a:cubicBezTo>
                  <a:cubicBezTo>
                    <a:pt x="238" y="596"/>
                    <a:pt x="191" y="572"/>
                    <a:pt x="155" y="524"/>
                  </a:cubicBezTo>
                  <a:cubicBezTo>
                    <a:pt x="119" y="477"/>
                    <a:pt x="107" y="417"/>
                    <a:pt x="107" y="334"/>
                  </a:cubicBezTo>
                  <a:cubicBezTo>
                    <a:pt x="107" y="262"/>
                    <a:pt x="119" y="203"/>
                    <a:pt x="155" y="155"/>
                  </a:cubicBezTo>
                  <a:cubicBezTo>
                    <a:pt x="191" y="108"/>
                    <a:pt x="238" y="84"/>
                    <a:pt x="298" y="84"/>
                  </a:cubicBezTo>
                  <a:close/>
                  <a:moveTo>
                    <a:pt x="298" y="1"/>
                  </a:moveTo>
                  <a:cubicBezTo>
                    <a:pt x="203" y="1"/>
                    <a:pt x="131" y="24"/>
                    <a:pt x="72" y="84"/>
                  </a:cubicBezTo>
                  <a:cubicBezTo>
                    <a:pt x="24" y="143"/>
                    <a:pt x="0" y="227"/>
                    <a:pt x="0" y="334"/>
                  </a:cubicBezTo>
                  <a:cubicBezTo>
                    <a:pt x="0" y="441"/>
                    <a:pt x="24" y="524"/>
                    <a:pt x="72" y="596"/>
                  </a:cubicBezTo>
                  <a:cubicBezTo>
                    <a:pt x="131" y="655"/>
                    <a:pt x="203" y="679"/>
                    <a:pt x="298" y="679"/>
                  </a:cubicBezTo>
                  <a:cubicBezTo>
                    <a:pt x="393" y="679"/>
                    <a:pt x="464" y="655"/>
                    <a:pt x="512" y="596"/>
                  </a:cubicBezTo>
                  <a:cubicBezTo>
                    <a:pt x="572" y="524"/>
                    <a:pt x="595" y="441"/>
                    <a:pt x="595" y="334"/>
                  </a:cubicBezTo>
                  <a:cubicBezTo>
                    <a:pt x="595" y="227"/>
                    <a:pt x="572" y="143"/>
                    <a:pt x="512" y="84"/>
                  </a:cubicBezTo>
                  <a:cubicBezTo>
                    <a:pt x="464" y="24"/>
                    <a:pt x="393" y="1"/>
                    <a:pt x="2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9">
              <a:extLst>
                <a:ext uri="{FF2B5EF4-FFF2-40B4-BE49-F238E27FC236}">
                  <a16:creationId xmlns:a16="http://schemas.microsoft.com/office/drawing/2014/main" id="{FD03CE6F-2F8F-357B-D979-713D6C8EA917}"/>
                </a:ext>
              </a:extLst>
            </p:cNvPr>
            <p:cNvSpPr/>
            <p:nvPr/>
          </p:nvSpPr>
          <p:spPr>
            <a:xfrm>
              <a:off x="2512608" y="5030857"/>
              <a:ext cx="4227" cy="35461"/>
            </a:xfrm>
            <a:custGeom>
              <a:avLst/>
              <a:gdLst/>
              <a:ahLst/>
              <a:cxnLst/>
              <a:rect l="l" t="t" r="r" b="b"/>
              <a:pathLst>
                <a:path w="108" h="906" extrusionOk="0">
                  <a:moveTo>
                    <a:pt x="0" y="0"/>
                  </a:moveTo>
                  <a:lnTo>
                    <a:pt x="0" y="905"/>
                  </a:lnTo>
                  <a:lnTo>
                    <a:pt x="107" y="905"/>
                  </a:lnTo>
                  <a:lnTo>
                    <a:pt x="1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9">
              <a:extLst>
                <a:ext uri="{FF2B5EF4-FFF2-40B4-BE49-F238E27FC236}">
                  <a16:creationId xmlns:a16="http://schemas.microsoft.com/office/drawing/2014/main" id="{1976EA61-EDFA-535B-8E1D-EF119ACED429}"/>
                </a:ext>
              </a:extLst>
            </p:cNvPr>
            <p:cNvSpPr/>
            <p:nvPr/>
          </p:nvSpPr>
          <p:spPr>
            <a:xfrm>
              <a:off x="2454328" y="4893398"/>
              <a:ext cx="63876" cy="33582"/>
            </a:xfrm>
            <a:custGeom>
              <a:avLst/>
              <a:gdLst/>
              <a:ahLst/>
              <a:cxnLst/>
              <a:rect l="l" t="t" r="r" b="b"/>
              <a:pathLst>
                <a:path w="1632" h="858" fill="none" extrusionOk="0">
                  <a:moveTo>
                    <a:pt x="1632" y="857"/>
                  </a:moveTo>
                  <a:lnTo>
                    <a:pt x="822" y="0"/>
                  </a:lnTo>
                  <a:lnTo>
                    <a:pt x="1" y="857"/>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9">
              <a:extLst>
                <a:ext uri="{FF2B5EF4-FFF2-40B4-BE49-F238E27FC236}">
                  <a16:creationId xmlns:a16="http://schemas.microsoft.com/office/drawing/2014/main" id="{18F3E5DC-A8A3-CB9B-F66A-8A48D9D58C3D}"/>
                </a:ext>
              </a:extLst>
            </p:cNvPr>
            <p:cNvSpPr/>
            <p:nvPr/>
          </p:nvSpPr>
          <p:spPr>
            <a:xfrm>
              <a:off x="2480905" y="4614251"/>
              <a:ext cx="34052" cy="63407"/>
            </a:xfrm>
            <a:custGeom>
              <a:avLst/>
              <a:gdLst/>
              <a:ahLst/>
              <a:cxnLst/>
              <a:rect l="l" t="t" r="r" b="b"/>
              <a:pathLst>
                <a:path w="870" h="1620" fill="none" extrusionOk="0">
                  <a:moveTo>
                    <a:pt x="0" y="1619"/>
                  </a:moveTo>
                  <a:lnTo>
                    <a:pt x="870" y="822"/>
                  </a:ln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9">
              <a:extLst>
                <a:ext uri="{FF2B5EF4-FFF2-40B4-BE49-F238E27FC236}">
                  <a16:creationId xmlns:a16="http://schemas.microsoft.com/office/drawing/2014/main" id="{D5B81B25-A95A-ADAB-286F-C7A788F215BF}"/>
                </a:ext>
              </a:extLst>
            </p:cNvPr>
            <p:cNvSpPr/>
            <p:nvPr/>
          </p:nvSpPr>
          <p:spPr>
            <a:xfrm>
              <a:off x="2480905" y="4706974"/>
              <a:ext cx="34052" cy="63876"/>
            </a:xfrm>
            <a:custGeom>
              <a:avLst/>
              <a:gdLst/>
              <a:ahLst/>
              <a:cxnLst/>
              <a:rect l="l" t="t" r="r" b="b"/>
              <a:pathLst>
                <a:path w="870" h="1632" fill="none" extrusionOk="0">
                  <a:moveTo>
                    <a:pt x="870" y="1"/>
                  </a:moveTo>
                  <a:lnTo>
                    <a:pt x="0" y="822"/>
                  </a:lnTo>
                  <a:lnTo>
                    <a:pt x="870" y="1632"/>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9">
              <a:extLst>
                <a:ext uri="{FF2B5EF4-FFF2-40B4-BE49-F238E27FC236}">
                  <a16:creationId xmlns:a16="http://schemas.microsoft.com/office/drawing/2014/main" id="{9ACF83F0-B101-69C2-97BA-2846EC2C0A98}"/>
                </a:ext>
              </a:extLst>
            </p:cNvPr>
            <p:cNvSpPr/>
            <p:nvPr/>
          </p:nvSpPr>
          <p:spPr>
            <a:xfrm>
              <a:off x="2032125" y="4397533"/>
              <a:ext cx="80668" cy="69943"/>
            </a:xfrm>
            <a:custGeom>
              <a:avLst/>
              <a:gdLst/>
              <a:ahLst/>
              <a:cxnLst/>
              <a:rect l="l" t="t" r="r" b="b"/>
              <a:pathLst>
                <a:path w="2061" h="1787" fill="none" extrusionOk="0">
                  <a:moveTo>
                    <a:pt x="2060" y="1108"/>
                  </a:moveTo>
                  <a:lnTo>
                    <a:pt x="1037" y="1"/>
                  </a:lnTo>
                  <a:lnTo>
                    <a:pt x="1" y="1108"/>
                  </a:lnTo>
                  <a:lnTo>
                    <a:pt x="477" y="1108"/>
                  </a:lnTo>
                  <a:lnTo>
                    <a:pt x="477" y="1787"/>
                  </a:lnTo>
                  <a:lnTo>
                    <a:pt x="1584" y="1787"/>
                  </a:lnTo>
                  <a:lnTo>
                    <a:pt x="1584" y="1108"/>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9">
              <a:extLst>
                <a:ext uri="{FF2B5EF4-FFF2-40B4-BE49-F238E27FC236}">
                  <a16:creationId xmlns:a16="http://schemas.microsoft.com/office/drawing/2014/main" id="{13B10BE6-569F-32EB-659A-6A1D54C4D893}"/>
                </a:ext>
              </a:extLst>
            </p:cNvPr>
            <p:cNvSpPr/>
            <p:nvPr/>
          </p:nvSpPr>
          <p:spPr>
            <a:xfrm>
              <a:off x="2050756" y="4479570"/>
              <a:ext cx="43406" cy="14012"/>
            </a:xfrm>
            <a:custGeom>
              <a:avLst/>
              <a:gdLst/>
              <a:ahLst/>
              <a:cxnLst/>
              <a:rect l="l" t="t" r="r" b="b"/>
              <a:pathLst>
                <a:path w="1109" h="358" fill="none" extrusionOk="0">
                  <a:moveTo>
                    <a:pt x="1" y="0"/>
                  </a:moveTo>
                  <a:lnTo>
                    <a:pt x="1108" y="0"/>
                  </a:lnTo>
                  <a:lnTo>
                    <a:pt x="1108" y="358"/>
                  </a:lnTo>
                  <a:lnTo>
                    <a:pt x="1" y="358"/>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3" name="Google Shape;873;p39">
            <a:extLst>
              <a:ext uri="{FF2B5EF4-FFF2-40B4-BE49-F238E27FC236}">
                <a16:creationId xmlns:a16="http://schemas.microsoft.com/office/drawing/2014/main" id="{BA5A15F6-DA93-9DB6-84A2-44187D254174}"/>
              </a:ext>
            </a:extLst>
          </p:cNvPr>
          <p:cNvGrpSpPr/>
          <p:nvPr/>
        </p:nvGrpSpPr>
        <p:grpSpPr>
          <a:xfrm>
            <a:off x="7041509" y="962160"/>
            <a:ext cx="915918" cy="915918"/>
            <a:chOff x="6998874" y="164307"/>
            <a:chExt cx="409678" cy="409678"/>
          </a:xfrm>
        </p:grpSpPr>
        <p:sp>
          <p:nvSpPr>
            <p:cNvPr id="874" name="Google Shape;874;p39">
              <a:extLst>
                <a:ext uri="{FF2B5EF4-FFF2-40B4-BE49-F238E27FC236}">
                  <a16:creationId xmlns:a16="http://schemas.microsoft.com/office/drawing/2014/main" id="{5A65EF76-11E5-BC04-7B50-A715A46EB7AB}"/>
                </a:ext>
              </a:extLst>
            </p:cNvPr>
            <p:cNvSpPr/>
            <p:nvPr/>
          </p:nvSpPr>
          <p:spPr>
            <a:xfrm>
              <a:off x="7048269" y="214171"/>
              <a:ext cx="360284" cy="359814"/>
            </a:xfrm>
            <a:custGeom>
              <a:avLst/>
              <a:gdLst/>
              <a:ahLst/>
              <a:cxnLst/>
              <a:rect l="l" t="t" r="r" b="b"/>
              <a:pathLst>
                <a:path w="9205" h="9193" fill="none" extrusionOk="0">
                  <a:moveTo>
                    <a:pt x="9204" y="4596"/>
                  </a:moveTo>
                  <a:cubicBezTo>
                    <a:pt x="9204" y="2049"/>
                    <a:pt x="7156" y="1"/>
                    <a:pt x="4608" y="1"/>
                  </a:cubicBezTo>
                  <a:cubicBezTo>
                    <a:pt x="2060" y="1"/>
                    <a:pt x="1" y="2049"/>
                    <a:pt x="1" y="4596"/>
                  </a:cubicBezTo>
                  <a:cubicBezTo>
                    <a:pt x="1" y="7144"/>
                    <a:pt x="2060" y="9192"/>
                    <a:pt x="4608" y="9192"/>
                  </a:cubicBezTo>
                  <a:cubicBezTo>
                    <a:pt x="7156" y="9192"/>
                    <a:pt x="9204" y="7144"/>
                    <a:pt x="9204" y="4596"/>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9">
              <a:extLst>
                <a:ext uri="{FF2B5EF4-FFF2-40B4-BE49-F238E27FC236}">
                  <a16:creationId xmlns:a16="http://schemas.microsoft.com/office/drawing/2014/main" id="{BE4B6C90-0B3F-32C5-DF15-7B467B496F67}"/>
                </a:ext>
              </a:extLst>
            </p:cNvPr>
            <p:cNvSpPr/>
            <p:nvPr/>
          </p:nvSpPr>
          <p:spPr>
            <a:xfrm>
              <a:off x="6998874" y="164307"/>
              <a:ext cx="229791" cy="229791"/>
            </a:xfrm>
            <a:custGeom>
              <a:avLst/>
              <a:gdLst/>
              <a:ahLst/>
              <a:cxnLst/>
              <a:rect l="l" t="t" r="r" b="b"/>
              <a:pathLst>
                <a:path w="5871" h="5871" fill="none" extrusionOk="0">
                  <a:moveTo>
                    <a:pt x="5870" y="1"/>
                  </a:moveTo>
                  <a:cubicBezTo>
                    <a:pt x="2644" y="1"/>
                    <a:pt x="0" y="2620"/>
                    <a:pt x="0" y="5870"/>
                  </a:cubicBezTo>
                  <a:lnTo>
                    <a:pt x="5870" y="5870"/>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9">
              <a:extLst>
                <a:ext uri="{FF2B5EF4-FFF2-40B4-BE49-F238E27FC236}">
                  <a16:creationId xmlns:a16="http://schemas.microsoft.com/office/drawing/2014/main" id="{966B36D7-1284-CF14-C4DC-827ADF3E5E7B}"/>
                </a:ext>
              </a:extLst>
            </p:cNvPr>
            <p:cNvSpPr/>
            <p:nvPr/>
          </p:nvSpPr>
          <p:spPr>
            <a:xfrm>
              <a:off x="7124239" y="289672"/>
              <a:ext cx="208812" cy="208812"/>
            </a:xfrm>
            <a:custGeom>
              <a:avLst/>
              <a:gdLst/>
              <a:ahLst/>
              <a:cxnLst/>
              <a:rect l="l" t="t" r="r" b="b"/>
              <a:pathLst>
                <a:path w="5335" h="5335" fill="none" extrusionOk="0">
                  <a:moveTo>
                    <a:pt x="5334" y="2667"/>
                  </a:moveTo>
                  <a:cubicBezTo>
                    <a:pt x="5334" y="4144"/>
                    <a:pt x="4144" y="5334"/>
                    <a:pt x="2667" y="5334"/>
                  </a:cubicBezTo>
                  <a:cubicBezTo>
                    <a:pt x="1191" y="5334"/>
                    <a:pt x="0" y="4144"/>
                    <a:pt x="0" y="2667"/>
                  </a:cubicBezTo>
                  <a:cubicBezTo>
                    <a:pt x="0" y="1191"/>
                    <a:pt x="1191" y="0"/>
                    <a:pt x="2667" y="0"/>
                  </a:cubicBezTo>
                  <a:lnTo>
                    <a:pt x="2667" y="266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9">
              <a:extLst>
                <a:ext uri="{FF2B5EF4-FFF2-40B4-BE49-F238E27FC236}">
                  <a16:creationId xmlns:a16="http://schemas.microsoft.com/office/drawing/2014/main" id="{7F13BE2D-5CF7-D104-32B6-A9CBD99A79EE}"/>
                </a:ext>
              </a:extLst>
            </p:cNvPr>
            <p:cNvSpPr/>
            <p:nvPr/>
          </p:nvSpPr>
          <p:spPr>
            <a:xfrm>
              <a:off x="7182010" y="347443"/>
              <a:ext cx="93231" cy="93271"/>
            </a:xfrm>
            <a:custGeom>
              <a:avLst/>
              <a:gdLst/>
              <a:ahLst/>
              <a:cxnLst/>
              <a:rect l="l" t="t" r="r" b="b"/>
              <a:pathLst>
                <a:path w="2382" h="2383" fill="none" extrusionOk="0">
                  <a:moveTo>
                    <a:pt x="2382" y="1191"/>
                  </a:moveTo>
                  <a:cubicBezTo>
                    <a:pt x="2382" y="537"/>
                    <a:pt x="1846" y="1"/>
                    <a:pt x="1191" y="1"/>
                  </a:cubicBezTo>
                  <a:cubicBezTo>
                    <a:pt x="536" y="1"/>
                    <a:pt x="1" y="537"/>
                    <a:pt x="1" y="1191"/>
                  </a:cubicBezTo>
                  <a:cubicBezTo>
                    <a:pt x="1" y="1846"/>
                    <a:pt x="536" y="2382"/>
                    <a:pt x="1191" y="2382"/>
                  </a:cubicBezTo>
                  <a:cubicBezTo>
                    <a:pt x="1846" y="2382"/>
                    <a:pt x="2382" y="1846"/>
                    <a:pt x="2382" y="1191"/>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8" name="Google Shape;878;p39">
            <a:extLst>
              <a:ext uri="{FF2B5EF4-FFF2-40B4-BE49-F238E27FC236}">
                <a16:creationId xmlns:a16="http://schemas.microsoft.com/office/drawing/2014/main" id="{E4D9E289-46ED-17B3-E05E-081134FE9BBA}"/>
              </a:ext>
            </a:extLst>
          </p:cNvPr>
          <p:cNvSpPr/>
          <p:nvPr/>
        </p:nvSpPr>
        <p:spPr>
          <a:xfrm>
            <a:off x="1267946" y="3310979"/>
            <a:ext cx="172921" cy="179457"/>
          </a:xfrm>
          <a:custGeom>
            <a:avLst/>
            <a:gdLst/>
            <a:ahLst/>
            <a:cxnLst/>
            <a:rect l="l" t="t" r="r" b="b"/>
            <a:pathLst>
              <a:path w="4418" h="4585" extrusionOk="0">
                <a:moveTo>
                  <a:pt x="1" y="0"/>
                </a:moveTo>
                <a:lnTo>
                  <a:pt x="1632" y="4584"/>
                </a:lnTo>
                <a:lnTo>
                  <a:pt x="2453" y="2727"/>
                </a:lnTo>
                <a:lnTo>
                  <a:pt x="4418" y="2167"/>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11964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C5D96A71-1513-9582-7FB7-2D9217642730}"/>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24F752AD-BBDA-3E51-F4C0-9F513D472CA9}"/>
              </a:ext>
            </a:extLst>
          </p:cNvPr>
          <p:cNvSpPr txBox="1">
            <a:spLocks noGrp="1"/>
          </p:cNvSpPr>
          <p:nvPr>
            <p:ph type="title"/>
          </p:nvPr>
        </p:nvSpPr>
        <p:spPr>
          <a:xfrm>
            <a:off x="720000" y="445025"/>
            <a:ext cx="6114638" cy="121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Kernfragen des Kapitels</a:t>
            </a:r>
            <a:endParaRPr sz="2400" b="0" dirty="0">
              <a:latin typeface="Lexend Deca Light"/>
              <a:ea typeface="Lexend Deca Light"/>
              <a:cs typeface="Lexend Deca Light"/>
              <a:sym typeface="Lexend Deca Light"/>
            </a:endParaRPr>
          </a:p>
        </p:txBody>
      </p:sp>
      <p:sp>
        <p:nvSpPr>
          <p:cNvPr id="891" name="Google Shape;891;p41">
            <a:extLst>
              <a:ext uri="{FF2B5EF4-FFF2-40B4-BE49-F238E27FC236}">
                <a16:creationId xmlns:a16="http://schemas.microsoft.com/office/drawing/2014/main" id="{5967A810-8E10-5195-DF56-49D14AB35567}"/>
              </a:ext>
            </a:extLst>
          </p:cNvPr>
          <p:cNvSpPr txBox="1">
            <a:spLocks noGrp="1"/>
          </p:cNvSpPr>
          <p:nvPr>
            <p:ph type="subTitle" idx="1"/>
          </p:nvPr>
        </p:nvSpPr>
        <p:spPr>
          <a:xfrm>
            <a:off x="720000" y="1700300"/>
            <a:ext cx="6724740" cy="2298300"/>
          </a:xfrm>
          <a:prstGeom prst="rect">
            <a:avLst/>
          </a:prstGeom>
        </p:spPr>
        <p:txBody>
          <a:bodyPr spcFirstLastPara="1" wrap="square" lIns="91425" tIns="91425" rIns="91425" bIns="91425" anchor="t" anchorCtr="0">
            <a:noAutofit/>
          </a:bodyPr>
          <a:lstStyle/>
          <a:p>
            <a:pPr marL="285750" indent="-285750">
              <a:buSzPts val="1100"/>
            </a:pPr>
            <a:r>
              <a:rPr lang="de-DE" dirty="0"/>
              <a:t>Welche Rolle spielen Single Node, verteilte Systeme, Replikation und </a:t>
            </a:r>
            <a:r>
              <a:rPr lang="de-DE" dirty="0" err="1"/>
              <a:t>Sharding</a:t>
            </a:r>
            <a:r>
              <a:rPr lang="de-DE" dirty="0"/>
              <a:t>?</a:t>
            </a:r>
          </a:p>
          <a:p>
            <a:pPr marL="285750" indent="-285750">
              <a:buSzPts val="1100"/>
            </a:pPr>
            <a:r>
              <a:rPr lang="de-DE" dirty="0"/>
              <a:t>Warum sind OLTP, OLAP und ACID architektonisch wichtig?</a:t>
            </a:r>
          </a:p>
          <a:p>
            <a:pPr marL="285750" indent="-285750">
              <a:buSzPts val="1100"/>
            </a:pPr>
            <a:r>
              <a:rPr lang="de-DE" dirty="0"/>
              <a:t>Welche Werkzeuge setzt man in der Praxis typischerweise ein?</a:t>
            </a:r>
          </a:p>
        </p:txBody>
      </p:sp>
    </p:spTree>
    <p:extLst>
      <p:ext uri="{BB962C8B-B14F-4D97-AF65-F5344CB8AC3E}">
        <p14:creationId xmlns:p14="http://schemas.microsoft.com/office/powerpoint/2010/main" val="80411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A14A1101-BD5A-705E-1A47-F2B40F926C15}"/>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64B87060-A266-D458-9291-124769968EAE}"/>
              </a:ext>
            </a:extLst>
          </p:cNvPr>
          <p:cNvSpPr txBox="1">
            <a:spLocks noGrp="1"/>
          </p:cNvSpPr>
          <p:nvPr>
            <p:ph type="title"/>
          </p:nvPr>
        </p:nvSpPr>
        <p:spPr>
          <a:xfrm>
            <a:off x="720000" y="445025"/>
            <a:ext cx="4575900" cy="1218300"/>
          </a:xfrm>
          <a:prstGeom prst="rect">
            <a:avLst/>
          </a:prstGeom>
        </p:spPr>
        <p:txBody>
          <a:bodyPr spcFirstLastPara="1" wrap="square" lIns="91425" tIns="91425" rIns="91425" bIns="91425" anchor="t" anchorCtr="0">
            <a:noAutofit/>
          </a:bodyPr>
          <a:lstStyle/>
          <a:p>
            <a:pPr lvl="0"/>
            <a:r>
              <a:rPr lang="de-DE" sz="2400" dirty="0"/>
              <a:t>Architektur ist mehr als nur „wo läuft die Datenbank?“</a:t>
            </a:r>
            <a:endParaRPr sz="2400" b="0" dirty="0">
              <a:latin typeface="Lexend Deca Light"/>
              <a:ea typeface="Lexend Deca Light"/>
              <a:cs typeface="Lexend Deca Light"/>
              <a:sym typeface="Lexend Deca Light"/>
            </a:endParaRPr>
          </a:p>
        </p:txBody>
      </p:sp>
      <p:sp>
        <p:nvSpPr>
          <p:cNvPr id="891" name="Google Shape;891;p41">
            <a:extLst>
              <a:ext uri="{FF2B5EF4-FFF2-40B4-BE49-F238E27FC236}">
                <a16:creationId xmlns:a16="http://schemas.microsoft.com/office/drawing/2014/main" id="{31153F24-63FE-64F4-8D16-419CC3D8308E}"/>
              </a:ext>
            </a:extLst>
          </p:cNvPr>
          <p:cNvSpPr txBox="1">
            <a:spLocks noGrp="1"/>
          </p:cNvSpPr>
          <p:nvPr>
            <p:ph type="subTitle" idx="1"/>
          </p:nvPr>
        </p:nvSpPr>
        <p:spPr>
          <a:xfrm>
            <a:off x="720000" y="1700300"/>
            <a:ext cx="6724740" cy="684760"/>
          </a:xfrm>
          <a:prstGeom prst="rect">
            <a:avLst/>
          </a:prstGeom>
        </p:spPr>
        <p:txBody>
          <a:bodyPr spcFirstLastPara="1" wrap="square" lIns="91425" tIns="91425" rIns="91425" bIns="91425" anchor="t" anchorCtr="0">
            <a:noAutofit/>
          </a:bodyPr>
          <a:lstStyle/>
          <a:p>
            <a:pPr marL="285750" indent="-285750">
              <a:buSzPts val="1100"/>
            </a:pPr>
            <a:r>
              <a:rPr lang="de-DE" dirty="0"/>
              <a:t>Bei der Architektur geht es nicht nur um Installation, sondern um grundlegende Systementscheidungen.</a:t>
            </a:r>
          </a:p>
        </p:txBody>
      </p:sp>
      <p:pic>
        <p:nvPicPr>
          <p:cNvPr id="3" name="Grafik 2">
            <a:extLst>
              <a:ext uri="{FF2B5EF4-FFF2-40B4-BE49-F238E27FC236}">
                <a16:creationId xmlns:a16="http://schemas.microsoft.com/office/drawing/2014/main" id="{BAAAEA1C-01D8-CB52-6E17-C034A90CDC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69938" y="2900429"/>
            <a:ext cx="1080000" cy="1080000"/>
          </a:xfrm>
          <a:prstGeom prst="rect">
            <a:avLst/>
          </a:prstGeom>
        </p:spPr>
      </p:pic>
      <p:pic>
        <p:nvPicPr>
          <p:cNvPr id="5" name="Grafik 4">
            <a:extLst>
              <a:ext uri="{FF2B5EF4-FFF2-40B4-BE49-F238E27FC236}">
                <a16:creationId xmlns:a16="http://schemas.microsoft.com/office/drawing/2014/main" id="{9CD19CF4-FEED-1F56-415E-596FC0C7939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32000" y="2900429"/>
            <a:ext cx="1080000" cy="1080000"/>
          </a:xfrm>
          <a:prstGeom prst="rect">
            <a:avLst/>
          </a:prstGeom>
        </p:spPr>
      </p:pic>
      <p:pic>
        <p:nvPicPr>
          <p:cNvPr id="7" name="Grafik 6">
            <a:extLst>
              <a:ext uri="{FF2B5EF4-FFF2-40B4-BE49-F238E27FC236}">
                <a16:creationId xmlns:a16="http://schemas.microsoft.com/office/drawing/2014/main" id="{EC25D1C5-FD6D-AF1A-F569-1B723D0B000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96124" y="2761709"/>
            <a:ext cx="1080000" cy="1080000"/>
          </a:xfrm>
          <a:prstGeom prst="rect">
            <a:avLst/>
          </a:prstGeom>
        </p:spPr>
      </p:pic>
      <p:pic>
        <p:nvPicPr>
          <p:cNvPr id="8" name="Grafik 7">
            <a:extLst>
              <a:ext uri="{FF2B5EF4-FFF2-40B4-BE49-F238E27FC236}">
                <a16:creationId xmlns:a16="http://schemas.microsoft.com/office/drawing/2014/main" id="{222438CF-8674-6F45-3B17-0DFCBBF09510}"/>
              </a:ext>
            </a:extLst>
          </p:cNvPr>
          <p:cNvPicPr>
            <a:picLocks noChangeAspect="1"/>
          </p:cNvPicPr>
          <p:nvPr/>
        </p:nvPicPr>
        <p:blipFill>
          <a:blip r:embed="rId5">
            <a:extLst>
              <a:ext uri="{96DAC541-7B7A-43D3-8B79-37D633B846F1}">
                <asvg:svgBlip xmlns:asvg="http://schemas.microsoft.com/office/drawing/2016/SVG/main" r:embed="rId9"/>
              </a:ext>
            </a:extLst>
          </a:blip>
          <a:stretch>
            <a:fillRect/>
          </a:stretch>
        </p:blipFill>
        <p:spPr>
          <a:xfrm>
            <a:off x="6093180" y="3740878"/>
            <a:ext cx="252000" cy="252000"/>
          </a:xfrm>
          <a:prstGeom prst="rect">
            <a:avLst/>
          </a:prstGeom>
        </p:spPr>
      </p:pic>
      <p:pic>
        <p:nvPicPr>
          <p:cNvPr id="9" name="Grafik 8">
            <a:extLst>
              <a:ext uri="{FF2B5EF4-FFF2-40B4-BE49-F238E27FC236}">
                <a16:creationId xmlns:a16="http://schemas.microsoft.com/office/drawing/2014/main" id="{29EE3A6C-8253-07CA-8E12-887139DD5C40}"/>
              </a:ext>
            </a:extLst>
          </p:cNvPr>
          <p:cNvPicPr>
            <a:picLocks noChangeAspect="1"/>
          </p:cNvPicPr>
          <p:nvPr/>
        </p:nvPicPr>
        <p:blipFill>
          <a:blip r:embed="rId5">
            <a:extLst>
              <a:ext uri="{96DAC541-7B7A-43D3-8B79-37D633B846F1}">
                <asvg:svgBlip xmlns:asvg="http://schemas.microsoft.com/office/drawing/2016/SVG/main" r:embed="rId9"/>
              </a:ext>
            </a:extLst>
          </a:blip>
          <a:stretch>
            <a:fillRect/>
          </a:stretch>
        </p:blipFill>
        <p:spPr>
          <a:xfrm>
            <a:off x="6410124" y="3740878"/>
            <a:ext cx="252000" cy="252000"/>
          </a:xfrm>
          <a:prstGeom prst="rect">
            <a:avLst/>
          </a:prstGeom>
        </p:spPr>
      </p:pic>
      <p:pic>
        <p:nvPicPr>
          <p:cNvPr id="10" name="Grafik 9">
            <a:extLst>
              <a:ext uri="{FF2B5EF4-FFF2-40B4-BE49-F238E27FC236}">
                <a16:creationId xmlns:a16="http://schemas.microsoft.com/office/drawing/2014/main" id="{1F158859-4A8A-A7DE-B39C-E052EE20888B}"/>
              </a:ext>
            </a:extLst>
          </p:cNvPr>
          <p:cNvPicPr>
            <a:picLocks noChangeAspect="1"/>
          </p:cNvPicPr>
          <p:nvPr/>
        </p:nvPicPr>
        <p:blipFill>
          <a:blip r:embed="rId5">
            <a:extLst>
              <a:ext uri="{96DAC541-7B7A-43D3-8B79-37D633B846F1}">
                <asvg:svgBlip xmlns:asvg="http://schemas.microsoft.com/office/drawing/2016/SVG/main" r:embed="rId9"/>
              </a:ext>
            </a:extLst>
          </a:blip>
          <a:stretch>
            <a:fillRect/>
          </a:stretch>
        </p:blipFill>
        <p:spPr>
          <a:xfrm>
            <a:off x="6727068" y="3740878"/>
            <a:ext cx="252000" cy="252000"/>
          </a:xfrm>
          <a:prstGeom prst="rect">
            <a:avLst/>
          </a:prstGeom>
        </p:spPr>
      </p:pic>
      <p:sp>
        <p:nvSpPr>
          <p:cNvPr id="11" name="Textfeld 10">
            <a:extLst>
              <a:ext uri="{FF2B5EF4-FFF2-40B4-BE49-F238E27FC236}">
                <a16:creationId xmlns:a16="http://schemas.microsoft.com/office/drawing/2014/main" id="{612F9148-4D7B-A18E-3B3E-4FA14F6A6C33}"/>
              </a:ext>
            </a:extLst>
          </p:cNvPr>
          <p:cNvSpPr txBox="1"/>
          <p:nvPr/>
        </p:nvSpPr>
        <p:spPr>
          <a:xfrm>
            <a:off x="2158720" y="4236718"/>
            <a:ext cx="702436" cy="307777"/>
          </a:xfrm>
          <a:prstGeom prst="rect">
            <a:avLst/>
          </a:prstGeom>
          <a:noFill/>
          <a:ln>
            <a:noFill/>
          </a:ln>
        </p:spPr>
        <p:style>
          <a:lnRef idx="0">
            <a:scrgbClr r="0" g="0" b="0"/>
          </a:lnRef>
          <a:fillRef idx="0">
            <a:scrgbClr r="0" g="0" b="0"/>
          </a:fillRef>
          <a:effectRef idx="0">
            <a:scrgbClr r="0" g="0" b="0"/>
          </a:effectRef>
          <a:fontRef idx="minor">
            <a:schemeClr val="dk1"/>
          </a:fontRef>
        </p:style>
        <p:txBody>
          <a:bodyPr wrap="none" rtlCol="0">
            <a:spAutoFit/>
          </a:bodyPr>
          <a:lstStyle/>
          <a:p>
            <a:r>
              <a:rPr lang="de-DE" dirty="0"/>
              <a:t> Cloud</a:t>
            </a:r>
          </a:p>
        </p:txBody>
      </p:sp>
      <p:sp>
        <p:nvSpPr>
          <p:cNvPr id="12" name="Textfeld 11">
            <a:extLst>
              <a:ext uri="{FF2B5EF4-FFF2-40B4-BE49-F238E27FC236}">
                <a16:creationId xmlns:a16="http://schemas.microsoft.com/office/drawing/2014/main" id="{BBC66E54-A8F6-7EA5-2B52-779A77C1F215}"/>
              </a:ext>
            </a:extLst>
          </p:cNvPr>
          <p:cNvSpPr txBox="1"/>
          <p:nvPr/>
        </p:nvSpPr>
        <p:spPr>
          <a:xfrm>
            <a:off x="4215973" y="4236719"/>
            <a:ext cx="712054" cy="307777"/>
          </a:xfrm>
          <a:prstGeom prst="rect">
            <a:avLst/>
          </a:prstGeom>
          <a:noFill/>
          <a:ln>
            <a:noFill/>
          </a:ln>
        </p:spPr>
        <p:style>
          <a:lnRef idx="0">
            <a:scrgbClr r="0" g="0" b="0"/>
          </a:lnRef>
          <a:fillRef idx="0">
            <a:scrgbClr r="0" g="0" b="0"/>
          </a:fillRef>
          <a:effectRef idx="0">
            <a:scrgbClr r="0" g="0" b="0"/>
          </a:effectRef>
          <a:fontRef idx="minor">
            <a:schemeClr val="dk1"/>
          </a:fontRef>
        </p:style>
        <p:txBody>
          <a:bodyPr wrap="none" rtlCol="0">
            <a:spAutoFit/>
          </a:bodyPr>
          <a:lstStyle/>
          <a:p>
            <a:r>
              <a:rPr lang="de-DE" dirty="0"/>
              <a:t>Server</a:t>
            </a:r>
          </a:p>
        </p:txBody>
      </p:sp>
      <p:sp>
        <p:nvSpPr>
          <p:cNvPr id="13" name="Textfeld 12">
            <a:extLst>
              <a:ext uri="{FF2B5EF4-FFF2-40B4-BE49-F238E27FC236}">
                <a16:creationId xmlns:a16="http://schemas.microsoft.com/office/drawing/2014/main" id="{D24443DE-2735-358B-3E20-0B802ED27704}"/>
              </a:ext>
            </a:extLst>
          </p:cNvPr>
          <p:cNvSpPr txBox="1"/>
          <p:nvPr/>
        </p:nvSpPr>
        <p:spPr>
          <a:xfrm>
            <a:off x="5916403" y="4236718"/>
            <a:ext cx="1239442" cy="307777"/>
          </a:xfrm>
          <a:prstGeom prst="rect">
            <a:avLst/>
          </a:prstGeom>
          <a:noFill/>
          <a:ln>
            <a:noFill/>
          </a:ln>
        </p:spPr>
        <p:style>
          <a:lnRef idx="0">
            <a:scrgbClr r="0" g="0" b="0"/>
          </a:lnRef>
          <a:fillRef idx="0">
            <a:scrgbClr r="0" g="0" b="0"/>
          </a:fillRef>
          <a:effectRef idx="0">
            <a:scrgbClr r="0" g="0" b="0"/>
          </a:effectRef>
          <a:fontRef idx="minor">
            <a:schemeClr val="dk1"/>
          </a:fontRef>
        </p:style>
        <p:txBody>
          <a:bodyPr wrap="none" rtlCol="0">
            <a:spAutoFit/>
          </a:bodyPr>
          <a:lstStyle/>
          <a:p>
            <a:r>
              <a:rPr lang="de-DE" dirty="0"/>
              <a:t>Servercluster</a:t>
            </a:r>
          </a:p>
        </p:txBody>
      </p:sp>
    </p:spTree>
    <p:extLst>
      <p:ext uri="{BB962C8B-B14F-4D97-AF65-F5344CB8AC3E}">
        <p14:creationId xmlns:p14="http://schemas.microsoft.com/office/powerpoint/2010/main" val="1363325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2DEE387A-E674-2E3D-F7DF-5414840F7FB4}"/>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ADA872D0-6F66-FFFD-DD3A-E4B4F6AAB4A3}"/>
              </a:ext>
            </a:extLst>
          </p:cNvPr>
          <p:cNvSpPr txBox="1">
            <a:spLocks noGrp="1"/>
          </p:cNvSpPr>
          <p:nvPr>
            <p:ph type="title"/>
          </p:nvPr>
        </p:nvSpPr>
        <p:spPr>
          <a:xfrm>
            <a:off x="720000" y="445025"/>
            <a:ext cx="6114638" cy="1218300"/>
          </a:xfrm>
          <a:prstGeom prst="rect">
            <a:avLst/>
          </a:prstGeom>
        </p:spPr>
        <p:txBody>
          <a:bodyPr spcFirstLastPara="1" wrap="square" lIns="91425" tIns="91425" rIns="91425" bIns="91425" anchor="t" anchorCtr="0">
            <a:noAutofit/>
          </a:bodyPr>
          <a:lstStyle/>
          <a:p>
            <a:pPr lvl="0"/>
            <a:r>
              <a:rPr lang="de-DE" sz="2400" dirty="0"/>
              <a:t>Single Node vs. Distributed</a:t>
            </a:r>
            <a:endParaRPr sz="2400" b="0" dirty="0">
              <a:latin typeface="Lexend Deca Light"/>
              <a:ea typeface="Lexend Deca Light"/>
              <a:cs typeface="Lexend Deca Light"/>
              <a:sym typeface="Lexend Deca Light"/>
            </a:endParaRPr>
          </a:p>
        </p:txBody>
      </p:sp>
      <p:sp>
        <p:nvSpPr>
          <p:cNvPr id="891" name="Google Shape;891;p41">
            <a:extLst>
              <a:ext uri="{FF2B5EF4-FFF2-40B4-BE49-F238E27FC236}">
                <a16:creationId xmlns:a16="http://schemas.microsoft.com/office/drawing/2014/main" id="{DD4BE4ED-9AF3-ED10-1693-6C59001D604A}"/>
              </a:ext>
            </a:extLst>
          </p:cNvPr>
          <p:cNvSpPr txBox="1">
            <a:spLocks noGrp="1"/>
          </p:cNvSpPr>
          <p:nvPr>
            <p:ph type="subTitle" idx="1"/>
          </p:nvPr>
        </p:nvSpPr>
        <p:spPr>
          <a:xfrm>
            <a:off x="719998" y="1181876"/>
            <a:ext cx="3620183" cy="2298300"/>
          </a:xfrm>
          <a:prstGeom prst="rect">
            <a:avLst/>
          </a:prstGeom>
        </p:spPr>
        <p:txBody>
          <a:bodyPr spcFirstLastPara="1" wrap="square" lIns="91425" tIns="91425" rIns="91425" bIns="91425" anchor="t" anchorCtr="0">
            <a:noAutofit/>
          </a:bodyPr>
          <a:lstStyle/>
          <a:p>
            <a:pPr marL="0" indent="0">
              <a:buSzPts val="1100"/>
              <a:buNone/>
            </a:pPr>
            <a:r>
              <a:rPr lang="de-DE" dirty="0"/>
              <a:t>Single Node</a:t>
            </a:r>
          </a:p>
          <a:p>
            <a:pPr marL="285750" indent="-285750">
              <a:buSzPts val="1100"/>
            </a:pPr>
            <a:r>
              <a:rPr lang="de-DE" dirty="0"/>
              <a:t>einfaches Setup</a:t>
            </a:r>
          </a:p>
          <a:p>
            <a:pPr marL="285750" indent="-285750">
              <a:buSzPts val="1100"/>
            </a:pPr>
            <a:r>
              <a:rPr lang="de-DE" dirty="0"/>
              <a:t>gut für Demo, Lehre, kleinere Projekte</a:t>
            </a:r>
          </a:p>
          <a:p>
            <a:pPr marL="285750" indent="-285750">
              <a:buSzPts val="1100"/>
            </a:pPr>
            <a:r>
              <a:rPr lang="de-DE" dirty="0"/>
              <a:t>weniger Betriebsaufwand</a:t>
            </a:r>
          </a:p>
        </p:txBody>
      </p:sp>
      <p:sp>
        <p:nvSpPr>
          <p:cNvPr id="3" name="Google Shape;891;p41">
            <a:extLst>
              <a:ext uri="{FF2B5EF4-FFF2-40B4-BE49-F238E27FC236}">
                <a16:creationId xmlns:a16="http://schemas.microsoft.com/office/drawing/2014/main" id="{EB64733E-11B1-79D2-0144-E03E840DA70F}"/>
              </a:ext>
            </a:extLst>
          </p:cNvPr>
          <p:cNvSpPr txBox="1">
            <a:spLocks/>
          </p:cNvSpPr>
          <p:nvPr/>
        </p:nvSpPr>
        <p:spPr>
          <a:xfrm>
            <a:off x="4572000" y="1181876"/>
            <a:ext cx="3710940" cy="2298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SzPts val="1100"/>
              <a:buNone/>
            </a:pPr>
            <a:r>
              <a:rPr lang="de-DE" dirty="0"/>
              <a:t>Distributed</a:t>
            </a:r>
          </a:p>
          <a:p>
            <a:pPr marL="285750" indent="-285750">
              <a:buSzPts val="1100"/>
            </a:pPr>
            <a:r>
              <a:rPr lang="de-DE" dirty="0"/>
              <a:t>mehrere Server</a:t>
            </a:r>
          </a:p>
          <a:p>
            <a:pPr marL="285750" indent="-285750">
              <a:buSzPts val="1100"/>
            </a:pPr>
            <a:r>
              <a:rPr lang="de-DE" dirty="0"/>
              <a:t>potenziell mehr Skalierung </a:t>
            </a:r>
          </a:p>
          <a:p>
            <a:pPr marL="285750" indent="-285750">
              <a:buSzPts val="1100"/>
            </a:pPr>
            <a:r>
              <a:rPr lang="de-DE" dirty="0"/>
              <a:t>komplexerer Betrieb</a:t>
            </a:r>
          </a:p>
        </p:txBody>
      </p:sp>
      <p:sp>
        <p:nvSpPr>
          <p:cNvPr id="8" name="Google Shape;891;p41">
            <a:extLst>
              <a:ext uri="{FF2B5EF4-FFF2-40B4-BE49-F238E27FC236}">
                <a16:creationId xmlns:a16="http://schemas.microsoft.com/office/drawing/2014/main" id="{CAB10EA5-90DF-5130-B81A-6808E2169A8F}"/>
              </a:ext>
            </a:extLst>
          </p:cNvPr>
          <p:cNvSpPr txBox="1">
            <a:spLocks/>
          </p:cNvSpPr>
          <p:nvPr/>
        </p:nvSpPr>
        <p:spPr>
          <a:xfrm>
            <a:off x="1877311" y="4067171"/>
            <a:ext cx="4925739" cy="4814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SzPts val="1100"/>
              <a:buNone/>
            </a:pPr>
            <a:r>
              <a:rPr lang="de-DE" dirty="0"/>
              <a:t>Graph Datenbanken können auf einem einzelnen Knoten </a:t>
            </a:r>
          </a:p>
          <a:p>
            <a:pPr marL="0" indent="0">
              <a:buSzPts val="1100"/>
              <a:buNone/>
            </a:pPr>
            <a:r>
              <a:rPr lang="de-DE" dirty="0"/>
              <a:t>laufen oder als verteiltes Mehrknotensystem</a:t>
            </a:r>
          </a:p>
        </p:txBody>
      </p:sp>
      <p:pic>
        <p:nvPicPr>
          <p:cNvPr id="13" name="Grafik 12">
            <a:extLst>
              <a:ext uri="{FF2B5EF4-FFF2-40B4-BE49-F238E27FC236}">
                <a16:creationId xmlns:a16="http://schemas.microsoft.com/office/drawing/2014/main" id="{49FB0008-58A0-091E-A945-7BF06864485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90089" y="2704758"/>
            <a:ext cx="1080000" cy="1080000"/>
          </a:xfrm>
          <a:prstGeom prst="rect">
            <a:avLst/>
          </a:prstGeom>
        </p:spPr>
      </p:pic>
      <p:pic>
        <p:nvPicPr>
          <p:cNvPr id="14" name="Grafik 13">
            <a:extLst>
              <a:ext uri="{FF2B5EF4-FFF2-40B4-BE49-F238E27FC236}">
                <a16:creationId xmlns:a16="http://schemas.microsoft.com/office/drawing/2014/main" id="{08C6D337-621C-BA2A-80B2-BA5C2B6209C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39864" y="2576449"/>
            <a:ext cx="1080000" cy="1080000"/>
          </a:xfrm>
          <a:prstGeom prst="rect">
            <a:avLst/>
          </a:prstGeom>
        </p:spPr>
      </p:pic>
      <p:pic>
        <p:nvPicPr>
          <p:cNvPr id="15" name="Grafik 14">
            <a:extLst>
              <a:ext uri="{FF2B5EF4-FFF2-40B4-BE49-F238E27FC236}">
                <a16:creationId xmlns:a16="http://schemas.microsoft.com/office/drawing/2014/main" id="{E6E73789-6100-F82E-73B5-A09D3803944A}"/>
              </a:ext>
            </a:extLst>
          </p:cNvPr>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5536920" y="3555618"/>
            <a:ext cx="252000" cy="252000"/>
          </a:xfrm>
          <a:prstGeom prst="rect">
            <a:avLst/>
          </a:prstGeom>
        </p:spPr>
      </p:pic>
      <p:pic>
        <p:nvPicPr>
          <p:cNvPr id="16" name="Grafik 15">
            <a:extLst>
              <a:ext uri="{FF2B5EF4-FFF2-40B4-BE49-F238E27FC236}">
                <a16:creationId xmlns:a16="http://schemas.microsoft.com/office/drawing/2014/main" id="{D27B326D-9900-92FD-BCF4-38930C54B24B}"/>
              </a:ext>
            </a:extLst>
          </p:cNvPr>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5853864" y="3555618"/>
            <a:ext cx="252000" cy="252000"/>
          </a:xfrm>
          <a:prstGeom prst="rect">
            <a:avLst/>
          </a:prstGeom>
        </p:spPr>
      </p:pic>
      <p:pic>
        <p:nvPicPr>
          <p:cNvPr id="17" name="Grafik 16">
            <a:extLst>
              <a:ext uri="{FF2B5EF4-FFF2-40B4-BE49-F238E27FC236}">
                <a16:creationId xmlns:a16="http://schemas.microsoft.com/office/drawing/2014/main" id="{1B01B16B-52D7-B514-833E-03AED9D80639}"/>
              </a:ext>
            </a:extLst>
          </p:cNvPr>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6170808" y="3555618"/>
            <a:ext cx="252000" cy="252000"/>
          </a:xfrm>
          <a:prstGeom prst="rect">
            <a:avLst/>
          </a:prstGeom>
        </p:spPr>
      </p:pic>
    </p:spTree>
    <p:extLst>
      <p:ext uri="{BB962C8B-B14F-4D97-AF65-F5344CB8AC3E}">
        <p14:creationId xmlns:p14="http://schemas.microsoft.com/office/powerpoint/2010/main" val="220193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 grpId="0" uiExpand="1" build="p"/>
      <p:bldP spid="3" grpId="0" uiExpand="1" build="p"/>
      <p:bldP spid="8"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11801499-060C-B2C2-E9FB-4D01BBD91CCD}"/>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54516CF8-9DFF-0D4B-B5E5-B6B5323AABC2}"/>
              </a:ext>
            </a:extLst>
          </p:cNvPr>
          <p:cNvSpPr txBox="1">
            <a:spLocks noGrp="1"/>
          </p:cNvSpPr>
          <p:nvPr>
            <p:ph type="title"/>
          </p:nvPr>
        </p:nvSpPr>
        <p:spPr>
          <a:xfrm>
            <a:off x="720000" y="445025"/>
            <a:ext cx="6114638" cy="1218300"/>
          </a:xfrm>
          <a:prstGeom prst="rect">
            <a:avLst/>
          </a:prstGeom>
        </p:spPr>
        <p:txBody>
          <a:bodyPr spcFirstLastPara="1" wrap="square" lIns="91425" tIns="91425" rIns="91425" bIns="91425" anchor="t" anchorCtr="0">
            <a:noAutofit/>
          </a:bodyPr>
          <a:lstStyle/>
          <a:p>
            <a:pPr lvl="0"/>
            <a:r>
              <a:rPr lang="de-DE" sz="2400" dirty="0"/>
              <a:t>Replikation</a:t>
            </a:r>
            <a:endParaRPr sz="2400" b="0" dirty="0">
              <a:latin typeface="Lexend Deca Light"/>
              <a:ea typeface="Lexend Deca Light"/>
              <a:cs typeface="Lexend Deca Light"/>
              <a:sym typeface="Lexend Deca Light"/>
            </a:endParaRPr>
          </a:p>
        </p:txBody>
      </p:sp>
      <p:sp>
        <p:nvSpPr>
          <p:cNvPr id="891" name="Google Shape;891;p41">
            <a:extLst>
              <a:ext uri="{FF2B5EF4-FFF2-40B4-BE49-F238E27FC236}">
                <a16:creationId xmlns:a16="http://schemas.microsoft.com/office/drawing/2014/main" id="{7F3AF424-58FE-5273-C417-B7906DF0222E}"/>
              </a:ext>
            </a:extLst>
          </p:cNvPr>
          <p:cNvSpPr txBox="1">
            <a:spLocks noGrp="1"/>
          </p:cNvSpPr>
          <p:nvPr>
            <p:ph type="subTitle" idx="1"/>
          </p:nvPr>
        </p:nvSpPr>
        <p:spPr>
          <a:xfrm>
            <a:off x="751328" y="1166900"/>
            <a:ext cx="4255860" cy="2298300"/>
          </a:xfrm>
          <a:prstGeom prst="rect">
            <a:avLst/>
          </a:prstGeom>
        </p:spPr>
        <p:txBody>
          <a:bodyPr spcFirstLastPara="1" wrap="square" lIns="91425" tIns="91425" rIns="91425" bIns="91425" anchor="t" anchorCtr="0">
            <a:noAutofit/>
          </a:bodyPr>
          <a:lstStyle/>
          <a:p>
            <a:pPr marL="285750" indent="-285750">
              <a:buSzPts val="1100"/>
            </a:pPr>
            <a:r>
              <a:rPr lang="de-DE" dirty="0"/>
              <a:t>Replikation bedeutet, dass Kopien der Daten auf mehreren Servern gehalten werden</a:t>
            </a:r>
          </a:p>
          <a:p>
            <a:pPr marL="285750" indent="-285750">
              <a:buSzPts val="1100"/>
            </a:pPr>
            <a:endParaRPr lang="de-DE" dirty="0"/>
          </a:p>
          <a:p>
            <a:pPr marL="0" indent="0">
              <a:buSzPts val="1100"/>
              <a:buNone/>
            </a:pPr>
            <a:r>
              <a:rPr lang="de-DE" dirty="0"/>
              <a:t>Das verbessert</a:t>
            </a:r>
          </a:p>
          <a:p>
            <a:pPr marL="285750" indent="-285750">
              <a:buSzPts val="1100"/>
            </a:pPr>
            <a:r>
              <a:rPr lang="de-DE" dirty="0"/>
              <a:t>Verfügbarkeit</a:t>
            </a:r>
          </a:p>
          <a:p>
            <a:pPr marL="285750" indent="-285750">
              <a:buSzPts val="1100"/>
            </a:pPr>
            <a:r>
              <a:rPr lang="de-DE" dirty="0"/>
              <a:t>Fehlertoleranz</a:t>
            </a:r>
          </a:p>
          <a:p>
            <a:pPr marL="285750" indent="-285750">
              <a:buSzPts val="1100"/>
            </a:pPr>
            <a:r>
              <a:rPr lang="de-DE" dirty="0"/>
              <a:t>Last pro Maschine</a:t>
            </a:r>
          </a:p>
        </p:txBody>
      </p:sp>
      <p:pic>
        <p:nvPicPr>
          <p:cNvPr id="3" name="Grafik 2">
            <a:extLst>
              <a:ext uri="{FF2B5EF4-FFF2-40B4-BE49-F238E27FC236}">
                <a16:creationId xmlns:a16="http://schemas.microsoft.com/office/drawing/2014/main" id="{5ABE2E3C-3E60-EAED-1229-1928835FABD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92408" y="1373010"/>
            <a:ext cx="720000" cy="720000"/>
          </a:xfrm>
          <a:prstGeom prst="rect">
            <a:avLst/>
          </a:prstGeom>
        </p:spPr>
      </p:pic>
      <p:pic>
        <p:nvPicPr>
          <p:cNvPr id="4" name="Grafik 3">
            <a:extLst>
              <a:ext uri="{FF2B5EF4-FFF2-40B4-BE49-F238E27FC236}">
                <a16:creationId xmlns:a16="http://schemas.microsoft.com/office/drawing/2014/main" id="{46C4A4AE-74EA-EC3C-27BF-58EA2538C66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20748" y="1393380"/>
            <a:ext cx="720000" cy="720000"/>
          </a:xfrm>
          <a:prstGeom prst="rect">
            <a:avLst/>
          </a:prstGeom>
        </p:spPr>
      </p:pic>
      <p:pic>
        <p:nvPicPr>
          <p:cNvPr id="5" name="Grafik 4">
            <a:extLst>
              <a:ext uri="{FF2B5EF4-FFF2-40B4-BE49-F238E27FC236}">
                <a16:creationId xmlns:a16="http://schemas.microsoft.com/office/drawing/2014/main" id="{203BC466-65D3-B067-A164-F94B264DAD1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49088" y="1373010"/>
            <a:ext cx="720000" cy="720000"/>
          </a:xfrm>
          <a:prstGeom prst="rect">
            <a:avLst/>
          </a:prstGeom>
        </p:spPr>
      </p:pic>
      <p:pic>
        <p:nvPicPr>
          <p:cNvPr id="6" name="Grafik 5">
            <a:extLst>
              <a:ext uri="{FF2B5EF4-FFF2-40B4-BE49-F238E27FC236}">
                <a16:creationId xmlns:a16="http://schemas.microsoft.com/office/drawing/2014/main" id="{B8A5C9B1-F000-4409-C565-370A29C6526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40748" y="3228241"/>
            <a:ext cx="1080000" cy="1080000"/>
          </a:xfrm>
          <a:prstGeom prst="rect">
            <a:avLst/>
          </a:prstGeom>
        </p:spPr>
      </p:pic>
      <p:cxnSp>
        <p:nvCxnSpPr>
          <p:cNvPr id="9" name="Gerade Verbindung mit Pfeil 8">
            <a:extLst>
              <a:ext uri="{FF2B5EF4-FFF2-40B4-BE49-F238E27FC236}">
                <a16:creationId xmlns:a16="http://schemas.microsoft.com/office/drawing/2014/main" id="{E42A9B24-8EFF-9E3E-0FC1-D68EE969E89A}"/>
              </a:ext>
            </a:extLst>
          </p:cNvPr>
          <p:cNvCxnSpPr>
            <a:cxnSpLocks/>
            <a:stCxn id="6" idx="0"/>
            <a:endCxn id="3" idx="2"/>
          </p:cNvCxnSpPr>
          <p:nvPr/>
        </p:nvCxnSpPr>
        <p:spPr>
          <a:xfrm flipH="1" flipV="1">
            <a:off x="5952408" y="2093010"/>
            <a:ext cx="1028340" cy="11352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Gerade Verbindung mit Pfeil 11">
            <a:extLst>
              <a:ext uri="{FF2B5EF4-FFF2-40B4-BE49-F238E27FC236}">
                <a16:creationId xmlns:a16="http://schemas.microsoft.com/office/drawing/2014/main" id="{6138F289-D103-220E-573C-D5352B71719B}"/>
              </a:ext>
            </a:extLst>
          </p:cNvPr>
          <p:cNvCxnSpPr>
            <a:cxnSpLocks/>
            <a:stCxn id="6" idx="0"/>
            <a:endCxn id="4" idx="2"/>
          </p:cNvCxnSpPr>
          <p:nvPr/>
        </p:nvCxnSpPr>
        <p:spPr>
          <a:xfrm flipV="1">
            <a:off x="6980748" y="2113380"/>
            <a:ext cx="0" cy="11148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Gerade Verbindung mit Pfeil 16">
            <a:extLst>
              <a:ext uri="{FF2B5EF4-FFF2-40B4-BE49-F238E27FC236}">
                <a16:creationId xmlns:a16="http://schemas.microsoft.com/office/drawing/2014/main" id="{FC89BD0E-1B92-FC5A-A2C7-7878D50AEA88}"/>
              </a:ext>
            </a:extLst>
          </p:cNvPr>
          <p:cNvCxnSpPr>
            <a:cxnSpLocks/>
            <a:stCxn id="6" idx="0"/>
            <a:endCxn id="5" idx="2"/>
          </p:cNvCxnSpPr>
          <p:nvPr/>
        </p:nvCxnSpPr>
        <p:spPr>
          <a:xfrm flipV="1">
            <a:off x="6980748" y="2093010"/>
            <a:ext cx="1028340" cy="11352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071277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9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9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9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C13FBBA8-7F5D-7A71-7CCA-E84728B4ED0B}"/>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623A49A3-1FE1-AC5C-A27D-050836DABE3A}"/>
              </a:ext>
            </a:extLst>
          </p:cNvPr>
          <p:cNvSpPr txBox="1">
            <a:spLocks noGrp="1"/>
          </p:cNvSpPr>
          <p:nvPr>
            <p:ph type="title"/>
          </p:nvPr>
        </p:nvSpPr>
        <p:spPr>
          <a:xfrm>
            <a:off x="720000" y="445025"/>
            <a:ext cx="6114638" cy="1218300"/>
          </a:xfrm>
          <a:prstGeom prst="rect">
            <a:avLst/>
          </a:prstGeom>
        </p:spPr>
        <p:txBody>
          <a:bodyPr spcFirstLastPara="1" wrap="square" lIns="91425" tIns="91425" rIns="91425" bIns="91425" anchor="t" anchorCtr="0">
            <a:noAutofit/>
          </a:bodyPr>
          <a:lstStyle/>
          <a:p>
            <a:pPr lvl="0"/>
            <a:r>
              <a:rPr lang="de-DE" sz="2400" dirty="0" err="1"/>
              <a:t>Sharding</a:t>
            </a:r>
            <a:endParaRPr sz="2400" b="0" dirty="0">
              <a:latin typeface="Lexend Deca Light"/>
              <a:ea typeface="Lexend Deca Light"/>
              <a:cs typeface="Lexend Deca Light"/>
              <a:sym typeface="Lexend Deca Light"/>
            </a:endParaRPr>
          </a:p>
        </p:txBody>
      </p:sp>
      <p:sp>
        <p:nvSpPr>
          <p:cNvPr id="891" name="Google Shape;891;p41">
            <a:extLst>
              <a:ext uri="{FF2B5EF4-FFF2-40B4-BE49-F238E27FC236}">
                <a16:creationId xmlns:a16="http://schemas.microsoft.com/office/drawing/2014/main" id="{7B32E41A-A428-D7EF-4013-28A972649D44}"/>
              </a:ext>
            </a:extLst>
          </p:cNvPr>
          <p:cNvSpPr txBox="1">
            <a:spLocks noGrp="1"/>
          </p:cNvSpPr>
          <p:nvPr>
            <p:ph type="subTitle" idx="1"/>
          </p:nvPr>
        </p:nvSpPr>
        <p:spPr>
          <a:xfrm>
            <a:off x="747503" y="1163165"/>
            <a:ext cx="4255860" cy="2856460"/>
          </a:xfrm>
          <a:prstGeom prst="rect">
            <a:avLst/>
          </a:prstGeom>
        </p:spPr>
        <p:txBody>
          <a:bodyPr spcFirstLastPara="1" wrap="square" lIns="91425" tIns="91425" rIns="91425" bIns="91425" anchor="t" anchorCtr="0">
            <a:noAutofit/>
          </a:bodyPr>
          <a:lstStyle/>
          <a:p>
            <a:pPr marL="285750" indent="-285750">
              <a:buSzPts val="1100"/>
            </a:pPr>
            <a:r>
              <a:rPr lang="de-DE" dirty="0" err="1"/>
              <a:t>Sharding</a:t>
            </a:r>
            <a:r>
              <a:rPr lang="de-DE" dirty="0"/>
              <a:t> bedeutet, dass der Graph in Teile zerlegt und über mehrere Server verteilt wird</a:t>
            </a:r>
          </a:p>
          <a:p>
            <a:pPr marL="285750" indent="-285750">
              <a:buSzPts val="1100"/>
            </a:pPr>
            <a:endParaRPr lang="de-DE" dirty="0"/>
          </a:p>
          <a:p>
            <a:pPr marL="0" indent="0">
              <a:buSzPts val="1100"/>
              <a:buNone/>
            </a:pPr>
            <a:r>
              <a:rPr lang="de-DE" dirty="0"/>
              <a:t>Das verbessert</a:t>
            </a:r>
          </a:p>
          <a:p>
            <a:pPr marL="285750" indent="-285750">
              <a:buSzPts val="1100"/>
            </a:pPr>
            <a:r>
              <a:rPr lang="de-DE" dirty="0"/>
              <a:t>Performance</a:t>
            </a:r>
          </a:p>
          <a:p>
            <a:pPr marL="285750" indent="-285750">
              <a:buSzPts val="1100"/>
            </a:pPr>
            <a:r>
              <a:rPr lang="de-DE" dirty="0"/>
              <a:t>Speicher pro Maschine</a:t>
            </a:r>
          </a:p>
          <a:p>
            <a:pPr marL="285750" indent="-285750">
              <a:buSzPts val="1100"/>
            </a:pPr>
            <a:r>
              <a:rPr lang="de-DE" dirty="0"/>
              <a:t>Last pro Maschine</a:t>
            </a:r>
          </a:p>
          <a:p>
            <a:pPr marL="285750" indent="-285750">
              <a:buSzPts val="1100"/>
            </a:pPr>
            <a:endParaRPr lang="de-DE" dirty="0"/>
          </a:p>
          <a:p>
            <a:pPr marL="285750" indent="-285750">
              <a:buSzPts val="1100"/>
            </a:pPr>
            <a:r>
              <a:rPr lang="de-DE" dirty="0"/>
              <a:t>Bei Graphen ist </a:t>
            </a:r>
            <a:r>
              <a:rPr lang="de-DE" dirty="0" err="1"/>
              <a:t>Sharding</a:t>
            </a:r>
            <a:r>
              <a:rPr lang="de-DE" dirty="0"/>
              <a:t> schwieriger als bei Tabellen, weil viele Verbindungen über Partitionsgrenzen hinweg laufen können.</a:t>
            </a:r>
          </a:p>
        </p:txBody>
      </p:sp>
      <p:pic>
        <p:nvPicPr>
          <p:cNvPr id="3" name="Grafik 2">
            <a:extLst>
              <a:ext uri="{FF2B5EF4-FFF2-40B4-BE49-F238E27FC236}">
                <a16:creationId xmlns:a16="http://schemas.microsoft.com/office/drawing/2014/main" id="{502CBE4B-EF4F-CF47-D3FF-4F339F2173C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92408" y="803165"/>
            <a:ext cx="720000" cy="720000"/>
          </a:xfrm>
          <a:prstGeom prst="rect">
            <a:avLst/>
          </a:prstGeom>
        </p:spPr>
      </p:pic>
      <p:pic>
        <p:nvPicPr>
          <p:cNvPr id="4" name="Grafik 3">
            <a:extLst>
              <a:ext uri="{FF2B5EF4-FFF2-40B4-BE49-F238E27FC236}">
                <a16:creationId xmlns:a16="http://schemas.microsoft.com/office/drawing/2014/main" id="{D1584D3E-2A2A-8AE1-9197-B68F8A0247D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2408" y="804205"/>
            <a:ext cx="720000" cy="720000"/>
          </a:xfrm>
          <a:prstGeom prst="rect">
            <a:avLst/>
          </a:prstGeom>
        </p:spPr>
      </p:pic>
      <p:pic>
        <p:nvPicPr>
          <p:cNvPr id="5" name="Grafik 4">
            <a:extLst>
              <a:ext uri="{FF2B5EF4-FFF2-40B4-BE49-F238E27FC236}">
                <a16:creationId xmlns:a16="http://schemas.microsoft.com/office/drawing/2014/main" id="{FD607D46-B92E-BD8B-B02B-8AD9EDF769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52408" y="803165"/>
            <a:ext cx="720000" cy="720000"/>
          </a:xfrm>
          <a:prstGeom prst="rect">
            <a:avLst/>
          </a:prstGeom>
        </p:spPr>
      </p:pic>
      <p:pic>
        <p:nvPicPr>
          <p:cNvPr id="6" name="Grafik 5">
            <a:extLst>
              <a:ext uri="{FF2B5EF4-FFF2-40B4-BE49-F238E27FC236}">
                <a16:creationId xmlns:a16="http://schemas.microsoft.com/office/drawing/2014/main" id="{A848881C-CA0B-9A94-AF3E-682DCAA2C87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92408" y="3724016"/>
            <a:ext cx="1080000" cy="1080000"/>
          </a:xfrm>
          <a:prstGeom prst="rect">
            <a:avLst/>
          </a:prstGeom>
        </p:spPr>
      </p:pic>
      <p:cxnSp>
        <p:nvCxnSpPr>
          <p:cNvPr id="9" name="Gerade Verbindung mit Pfeil 8">
            <a:extLst>
              <a:ext uri="{FF2B5EF4-FFF2-40B4-BE49-F238E27FC236}">
                <a16:creationId xmlns:a16="http://schemas.microsoft.com/office/drawing/2014/main" id="{F29D277F-9E03-A41B-CB86-D0ECCE724064}"/>
              </a:ext>
            </a:extLst>
          </p:cNvPr>
          <p:cNvCxnSpPr>
            <a:cxnSpLocks/>
            <a:stCxn id="10" idx="0"/>
            <a:endCxn id="3" idx="2"/>
          </p:cNvCxnSpPr>
          <p:nvPr/>
        </p:nvCxnSpPr>
        <p:spPr>
          <a:xfrm flipV="1">
            <a:off x="5952408" y="1523165"/>
            <a:ext cx="0" cy="62104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Gerade Verbindung mit Pfeil 11">
            <a:extLst>
              <a:ext uri="{FF2B5EF4-FFF2-40B4-BE49-F238E27FC236}">
                <a16:creationId xmlns:a16="http://schemas.microsoft.com/office/drawing/2014/main" id="{B55B4F22-742E-8BEB-7550-A597F0E9E92A}"/>
              </a:ext>
            </a:extLst>
          </p:cNvPr>
          <p:cNvCxnSpPr>
            <a:cxnSpLocks/>
            <a:stCxn id="20" idx="0"/>
            <a:endCxn id="4" idx="2"/>
          </p:cNvCxnSpPr>
          <p:nvPr/>
        </p:nvCxnSpPr>
        <p:spPr>
          <a:xfrm flipV="1">
            <a:off x="7032408" y="1524205"/>
            <a:ext cx="0" cy="6200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Gerade Verbindung mit Pfeil 16">
            <a:extLst>
              <a:ext uri="{FF2B5EF4-FFF2-40B4-BE49-F238E27FC236}">
                <a16:creationId xmlns:a16="http://schemas.microsoft.com/office/drawing/2014/main" id="{4DCA482E-B9CC-D096-EE2D-1EAF9D95CA9D}"/>
              </a:ext>
            </a:extLst>
          </p:cNvPr>
          <p:cNvCxnSpPr>
            <a:cxnSpLocks/>
            <a:stCxn id="24" idx="0"/>
            <a:endCxn id="5" idx="2"/>
          </p:cNvCxnSpPr>
          <p:nvPr/>
        </p:nvCxnSpPr>
        <p:spPr>
          <a:xfrm flipH="1" flipV="1">
            <a:off x="8112408" y="1523165"/>
            <a:ext cx="828" cy="62104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0" name="Grafik 9">
            <a:extLst>
              <a:ext uri="{FF2B5EF4-FFF2-40B4-BE49-F238E27FC236}">
                <a16:creationId xmlns:a16="http://schemas.microsoft.com/office/drawing/2014/main" id="{5BC0B306-4C63-3AEB-AC1F-2C5843EB7DB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92408" y="2144205"/>
            <a:ext cx="720000" cy="720000"/>
          </a:xfrm>
          <a:prstGeom prst="rect">
            <a:avLst/>
          </a:prstGeom>
        </p:spPr>
      </p:pic>
      <p:pic>
        <p:nvPicPr>
          <p:cNvPr id="20" name="Grafik 19">
            <a:extLst>
              <a:ext uri="{FF2B5EF4-FFF2-40B4-BE49-F238E27FC236}">
                <a16:creationId xmlns:a16="http://schemas.microsoft.com/office/drawing/2014/main" id="{8665592A-22E3-7132-5AF6-2102685080A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72408" y="2144205"/>
            <a:ext cx="720000" cy="720000"/>
          </a:xfrm>
          <a:prstGeom prst="rect">
            <a:avLst/>
          </a:prstGeom>
        </p:spPr>
      </p:pic>
      <p:pic>
        <p:nvPicPr>
          <p:cNvPr id="24" name="Grafik 23">
            <a:extLst>
              <a:ext uri="{FF2B5EF4-FFF2-40B4-BE49-F238E27FC236}">
                <a16:creationId xmlns:a16="http://schemas.microsoft.com/office/drawing/2014/main" id="{C8E07D15-4344-5DE0-246C-B409662EB86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53236" y="2144205"/>
            <a:ext cx="720000" cy="720000"/>
          </a:xfrm>
          <a:prstGeom prst="rect">
            <a:avLst/>
          </a:prstGeom>
        </p:spPr>
      </p:pic>
      <p:cxnSp>
        <p:nvCxnSpPr>
          <p:cNvPr id="26" name="Gerade Verbindung mit Pfeil 25">
            <a:extLst>
              <a:ext uri="{FF2B5EF4-FFF2-40B4-BE49-F238E27FC236}">
                <a16:creationId xmlns:a16="http://schemas.microsoft.com/office/drawing/2014/main" id="{018CD7CE-6D1C-C7F0-A34A-A51FC4D59542}"/>
              </a:ext>
            </a:extLst>
          </p:cNvPr>
          <p:cNvCxnSpPr>
            <a:cxnSpLocks/>
            <a:stCxn id="6" idx="0"/>
            <a:endCxn id="10" idx="2"/>
          </p:cNvCxnSpPr>
          <p:nvPr/>
        </p:nvCxnSpPr>
        <p:spPr>
          <a:xfrm flipH="1" flipV="1">
            <a:off x="5952408" y="2864205"/>
            <a:ext cx="1080000" cy="85981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 name="Gerade Verbindung mit Pfeil 29">
            <a:extLst>
              <a:ext uri="{FF2B5EF4-FFF2-40B4-BE49-F238E27FC236}">
                <a16:creationId xmlns:a16="http://schemas.microsoft.com/office/drawing/2014/main" id="{2BA31D19-85E3-B67A-FB06-A423495B2322}"/>
              </a:ext>
            </a:extLst>
          </p:cNvPr>
          <p:cNvCxnSpPr>
            <a:cxnSpLocks/>
            <a:stCxn id="6" idx="0"/>
            <a:endCxn id="20" idx="2"/>
          </p:cNvCxnSpPr>
          <p:nvPr/>
        </p:nvCxnSpPr>
        <p:spPr>
          <a:xfrm flipV="1">
            <a:off x="7032408" y="2864205"/>
            <a:ext cx="0" cy="85981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67" name="Gerade Verbindung mit Pfeil 866">
            <a:extLst>
              <a:ext uri="{FF2B5EF4-FFF2-40B4-BE49-F238E27FC236}">
                <a16:creationId xmlns:a16="http://schemas.microsoft.com/office/drawing/2014/main" id="{FC9CE81A-5B2F-A598-477B-0530AFD9558D}"/>
              </a:ext>
            </a:extLst>
          </p:cNvPr>
          <p:cNvCxnSpPr>
            <a:cxnSpLocks/>
            <a:stCxn id="6" idx="0"/>
            <a:endCxn id="24" idx="2"/>
          </p:cNvCxnSpPr>
          <p:nvPr/>
        </p:nvCxnSpPr>
        <p:spPr>
          <a:xfrm flipV="1">
            <a:off x="7032408" y="2864205"/>
            <a:ext cx="1080828" cy="85981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06752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9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9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9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277E841C-647E-94DA-94FC-F10BD483FEE0}"/>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18F7DBEF-1C92-6CEE-77CA-3EE08F0EAAE4}"/>
              </a:ext>
            </a:extLst>
          </p:cNvPr>
          <p:cNvSpPr txBox="1">
            <a:spLocks noGrp="1"/>
          </p:cNvSpPr>
          <p:nvPr>
            <p:ph type="title"/>
          </p:nvPr>
        </p:nvSpPr>
        <p:spPr>
          <a:xfrm>
            <a:off x="720000" y="445025"/>
            <a:ext cx="7711194" cy="1218300"/>
          </a:xfrm>
          <a:prstGeom prst="rect">
            <a:avLst/>
          </a:prstGeom>
        </p:spPr>
        <p:txBody>
          <a:bodyPr spcFirstLastPara="1" wrap="square" lIns="91425" tIns="91425" rIns="91425" bIns="91425" anchor="t" anchorCtr="0">
            <a:noAutofit/>
          </a:bodyPr>
          <a:lstStyle/>
          <a:p>
            <a:pPr lvl="0"/>
            <a:r>
              <a:rPr lang="de-DE" sz="2400" dirty="0"/>
              <a:t>Replikation vs. </a:t>
            </a:r>
            <a:r>
              <a:rPr lang="de-DE" sz="2400" dirty="0" err="1"/>
              <a:t>Sharding</a:t>
            </a:r>
            <a:endParaRPr sz="2400" b="0" dirty="0">
              <a:latin typeface="Lexend Deca Light"/>
              <a:ea typeface="Lexend Deca Light"/>
              <a:cs typeface="Lexend Deca Light"/>
              <a:sym typeface="Lexend Deca Light"/>
            </a:endParaRPr>
          </a:p>
        </p:txBody>
      </p:sp>
      <p:sp>
        <p:nvSpPr>
          <p:cNvPr id="891" name="Google Shape;891;p41">
            <a:extLst>
              <a:ext uri="{FF2B5EF4-FFF2-40B4-BE49-F238E27FC236}">
                <a16:creationId xmlns:a16="http://schemas.microsoft.com/office/drawing/2014/main" id="{55FFCE5B-3605-69DC-298B-4983BF2E5CFD}"/>
              </a:ext>
            </a:extLst>
          </p:cNvPr>
          <p:cNvSpPr txBox="1">
            <a:spLocks noGrp="1"/>
          </p:cNvSpPr>
          <p:nvPr>
            <p:ph type="subTitle" idx="1"/>
          </p:nvPr>
        </p:nvSpPr>
        <p:spPr>
          <a:xfrm>
            <a:off x="784680" y="1100619"/>
            <a:ext cx="4255860" cy="428991"/>
          </a:xfrm>
          <a:prstGeom prst="rect">
            <a:avLst/>
          </a:prstGeom>
        </p:spPr>
        <p:txBody>
          <a:bodyPr spcFirstLastPara="1" wrap="square" lIns="91425" tIns="91425" rIns="91425" bIns="91425" anchor="t" anchorCtr="0">
            <a:noAutofit/>
          </a:bodyPr>
          <a:lstStyle/>
          <a:p>
            <a:pPr marL="0" indent="0">
              <a:buSzPts val="1100"/>
              <a:buNone/>
            </a:pPr>
            <a:r>
              <a:rPr lang="de-DE" dirty="0"/>
              <a:t>Replikation = dieselben Daten mehrfach</a:t>
            </a:r>
          </a:p>
        </p:txBody>
      </p:sp>
      <p:pic>
        <p:nvPicPr>
          <p:cNvPr id="3" name="Grafik 2">
            <a:extLst>
              <a:ext uri="{FF2B5EF4-FFF2-40B4-BE49-F238E27FC236}">
                <a16:creationId xmlns:a16="http://schemas.microsoft.com/office/drawing/2014/main" id="{A6B9F978-7D41-B67A-49AB-0AB47AC7383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32060" y="1719152"/>
            <a:ext cx="360000" cy="360000"/>
          </a:xfrm>
          <a:prstGeom prst="rect">
            <a:avLst/>
          </a:prstGeom>
        </p:spPr>
      </p:pic>
      <p:pic>
        <p:nvPicPr>
          <p:cNvPr id="4" name="Grafik 3">
            <a:extLst>
              <a:ext uri="{FF2B5EF4-FFF2-40B4-BE49-F238E27FC236}">
                <a16:creationId xmlns:a16="http://schemas.microsoft.com/office/drawing/2014/main" id="{39C78CCB-A8D0-B641-DB97-23243ABC9B6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72060" y="1719152"/>
            <a:ext cx="360000" cy="360000"/>
          </a:xfrm>
          <a:prstGeom prst="rect">
            <a:avLst/>
          </a:prstGeom>
        </p:spPr>
      </p:pic>
      <p:pic>
        <p:nvPicPr>
          <p:cNvPr id="5" name="Grafik 4">
            <a:extLst>
              <a:ext uri="{FF2B5EF4-FFF2-40B4-BE49-F238E27FC236}">
                <a16:creationId xmlns:a16="http://schemas.microsoft.com/office/drawing/2014/main" id="{491D8A6B-9342-B85C-FC8B-966101E2EB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2060" y="1719152"/>
            <a:ext cx="360000" cy="360000"/>
          </a:xfrm>
          <a:prstGeom prst="rect">
            <a:avLst/>
          </a:prstGeom>
        </p:spPr>
      </p:pic>
      <p:pic>
        <p:nvPicPr>
          <p:cNvPr id="6" name="Grafik 5">
            <a:extLst>
              <a:ext uri="{FF2B5EF4-FFF2-40B4-BE49-F238E27FC236}">
                <a16:creationId xmlns:a16="http://schemas.microsoft.com/office/drawing/2014/main" id="{1B34180E-9A01-5DDA-943D-86550BD2F73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82474" y="2991774"/>
            <a:ext cx="540000" cy="540000"/>
          </a:xfrm>
          <a:prstGeom prst="rect">
            <a:avLst/>
          </a:prstGeom>
        </p:spPr>
      </p:pic>
      <p:cxnSp>
        <p:nvCxnSpPr>
          <p:cNvPr id="9" name="Gerade Verbindung mit Pfeil 8">
            <a:extLst>
              <a:ext uri="{FF2B5EF4-FFF2-40B4-BE49-F238E27FC236}">
                <a16:creationId xmlns:a16="http://schemas.microsoft.com/office/drawing/2014/main" id="{B57CDCB4-011F-EBB5-8EE7-8270CC9E9FF1}"/>
              </a:ext>
            </a:extLst>
          </p:cNvPr>
          <p:cNvCxnSpPr>
            <a:cxnSpLocks/>
            <a:stCxn id="10" idx="0"/>
            <a:endCxn id="3" idx="2"/>
          </p:cNvCxnSpPr>
          <p:nvPr/>
        </p:nvCxnSpPr>
        <p:spPr>
          <a:xfrm flipV="1">
            <a:off x="5412060" y="2079152"/>
            <a:ext cx="0" cy="2027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Gerade Verbindung mit Pfeil 11">
            <a:extLst>
              <a:ext uri="{FF2B5EF4-FFF2-40B4-BE49-F238E27FC236}">
                <a16:creationId xmlns:a16="http://schemas.microsoft.com/office/drawing/2014/main" id="{9780714C-E6E5-34FB-4B1D-89A3C5873620}"/>
              </a:ext>
            </a:extLst>
          </p:cNvPr>
          <p:cNvCxnSpPr>
            <a:cxnSpLocks/>
            <a:stCxn id="20" idx="0"/>
            <a:endCxn id="4" idx="2"/>
          </p:cNvCxnSpPr>
          <p:nvPr/>
        </p:nvCxnSpPr>
        <p:spPr>
          <a:xfrm flipH="1" flipV="1">
            <a:off x="5952060" y="2079152"/>
            <a:ext cx="414" cy="20262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Gerade Verbindung mit Pfeil 16">
            <a:extLst>
              <a:ext uri="{FF2B5EF4-FFF2-40B4-BE49-F238E27FC236}">
                <a16:creationId xmlns:a16="http://schemas.microsoft.com/office/drawing/2014/main" id="{D8925553-FF82-D14F-BB8B-9E6A05C94959}"/>
              </a:ext>
            </a:extLst>
          </p:cNvPr>
          <p:cNvCxnSpPr>
            <a:cxnSpLocks/>
            <a:stCxn id="24" idx="0"/>
            <a:endCxn id="5" idx="2"/>
          </p:cNvCxnSpPr>
          <p:nvPr/>
        </p:nvCxnSpPr>
        <p:spPr>
          <a:xfrm flipH="1" flipV="1">
            <a:off x="6492060" y="2079152"/>
            <a:ext cx="414" cy="20262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0" name="Grafik 9">
            <a:extLst>
              <a:ext uri="{FF2B5EF4-FFF2-40B4-BE49-F238E27FC236}">
                <a16:creationId xmlns:a16="http://schemas.microsoft.com/office/drawing/2014/main" id="{E765B15A-CBB0-337F-286C-5A15B58DEAB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32060" y="2281879"/>
            <a:ext cx="360000" cy="360000"/>
          </a:xfrm>
          <a:prstGeom prst="rect">
            <a:avLst/>
          </a:prstGeom>
        </p:spPr>
      </p:pic>
      <p:pic>
        <p:nvPicPr>
          <p:cNvPr id="20" name="Grafik 19">
            <a:extLst>
              <a:ext uri="{FF2B5EF4-FFF2-40B4-BE49-F238E27FC236}">
                <a16:creationId xmlns:a16="http://schemas.microsoft.com/office/drawing/2014/main" id="{718DEB49-BE4A-3B44-4EFE-4D95A24E47A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772474" y="2281774"/>
            <a:ext cx="360000" cy="360000"/>
          </a:xfrm>
          <a:prstGeom prst="rect">
            <a:avLst/>
          </a:prstGeom>
        </p:spPr>
      </p:pic>
      <p:pic>
        <p:nvPicPr>
          <p:cNvPr id="24" name="Grafik 23">
            <a:extLst>
              <a:ext uri="{FF2B5EF4-FFF2-40B4-BE49-F238E27FC236}">
                <a16:creationId xmlns:a16="http://schemas.microsoft.com/office/drawing/2014/main" id="{18D3ACE6-F39B-BB24-FE59-7BB105403CB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12474" y="2281774"/>
            <a:ext cx="360000" cy="360000"/>
          </a:xfrm>
          <a:prstGeom prst="rect">
            <a:avLst/>
          </a:prstGeom>
        </p:spPr>
      </p:pic>
      <p:cxnSp>
        <p:nvCxnSpPr>
          <p:cNvPr id="26" name="Gerade Verbindung mit Pfeil 25">
            <a:extLst>
              <a:ext uri="{FF2B5EF4-FFF2-40B4-BE49-F238E27FC236}">
                <a16:creationId xmlns:a16="http://schemas.microsoft.com/office/drawing/2014/main" id="{1D334EC0-737D-075A-B81F-FA42F6AA22A9}"/>
              </a:ext>
            </a:extLst>
          </p:cNvPr>
          <p:cNvCxnSpPr>
            <a:cxnSpLocks/>
            <a:stCxn id="6" idx="0"/>
            <a:endCxn id="10" idx="2"/>
          </p:cNvCxnSpPr>
          <p:nvPr/>
        </p:nvCxnSpPr>
        <p:spPr>
          <a:xfrm flipH="1" flipV="1">
            <a:off x="5412060" y="2641879"/>
            <a:ext cx="540414" cy="34989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 name="Gerade Verbindung mit Pfeil 29">
            <a:extLst>
              <a:ext uri="{FF2B5EF4-FFF2-40B4-BE49-F238E27FC236}">
                <a16:creationId xmlns:a16="http://schemas.microsoft.com/office/drawing/2014/main" id="{2E63FCDF-B88B-5CD2-49C6-CD71672FC0FA}"/>
              </a:ext>
            </a:extLst>
          </p:cNvPr>
          <p:cNvCxnSpPr>
            <a:cxnSpLocks/>
            <a:stCxn id="6" idx="0"/>
            <a:endCxn id="20" idx="2"/>
          </p:cNvCxnSpPr>
          <p:nvPr/>
        </p:nvCxnSpPr>
        <p:spPr>
          <a:xfrm flipV="1">
            <a:off x="5952474" y="2641774"/>
            <a:ext cx="0" cy="3500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67" name="Gerade Verbindung mit Pfeil 866">
            <a:extLst>
              <a:ext uri="{FF2B5EF4-FFF2-40B4-BE49-F238E27FC236}">
                <a16:creationId xmlns:a16="http://schemas.microsoft.com/office/drawing/2014/main" id="{B2914068-66F9-0F2F-05D2-386C947A003D}"/>
              </a:ext>
            </a:extLst>
          </p:cNvPr>
          <p:cNvCxnSpPr>
            <a:cxnSpLocks/>
            <a:stCxn id="6" idx="0"/>
            <a:endCxn id="24" idx="2"/>
          </p:cNvCxnSpPr>
          <p:nvPr/>
        </p:nvCxnSpPr>
        <p:spPr>
          <a:xfrm flipV="1">
            <a:off x="5952474" y="2641774"/>
            <a:ext cx="540000" cy="3500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21" name="Grafik 20">
            <a:extLst>
              <a:ext uri="{FF2B5EF4-FFF2-40B4-BE49-F238E27FC236}">
                <a16:creationId xmlns:a16="http://schemas.microsoft.com/office/drawing/2014/main" id="{6F35DDC0-6338-39FC-85C2-7CA7EDF3301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53988" y="1719152"/>
            <a:ext cx="360000" cy="360000"/>
          </a:xfrm>
          <a:prstGeom prst="rect">
            <a:avLst/>
          </a:prstGeom>
        </p:spPr>
      </p:pic>
      <p:pic>
        <p:nvPicPr>
          <p:cNvPr id="22" name="Grafik 21">
            <a:extLst>
              <a:ext uri="{FF2B5EF4-FFF2-40B4-BE49-F238E27FC236}">
                <a16:creationId xmlns:a16="http://schemas.microsoft.com/office/drawing/2014/main" id="{A626F42B-EEBC-03FE-95BB-7433AE53F5E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08431" y="1726772"/>
            <a:ext cx="360000" cy="360000"/>
          </a:xfrm>
          <a:prstGeom prst="rect">
            <a:avLst/>
          </a:prstGeom>
        </p:spPr>
      </p:pic>
      <p:pic>
        <p:nvPicPr>
          <p:cNvPr id="23" name="Grafik 22">
            <a:extLst>
              <a:ext uri="{FF2B5EF4-FFF2-40B4-BE49-F238E27FC236}">
                <a16:creationId xmlns:a16="http://schemas.microsoft.com/office/drawing/2014/main" id="{75A4CDB4-9C5B-0537-390B-23853D6A766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58877" y="1720622"/>
            <a:ext cx="360000" cy="360000"/>
          </a:xfrm>
          <a:prstGeom prst="rect">
            <a:avLst/>
          </a:prstGeom>
        </p:spPr>
      </p:pic>
      <p:pic>
        <p:nvPicPr>
          <p:cNvPr id="25" name="Grafik 24">
            <a:extLst>
              <a:ext uri="{FF2B5EF4-FFF2-40B4-BE49-F238E27FC236}">
                <a16:creationId xmlns:a16="http://schemas.microsoft.com/office/drawing/2014/main" id="{619256F4-5E67-5A84-7AB5-C9AC622F342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18431" y="2998957"/>
            <a:ext cx="540000" cy="540000"/>
          </a:xfrm>
          <a:prstGeom prst="rect">
            <a:avLst/>
          </a:prstGeom>
        </p:spPr>
      </p:pic>
      <p:cxnSp>
        <p:nvCxnSpPr>
          <p:cNvPr id="27" name="Gerade Verbindung mit Pfeil 26">
            <a:extLst>
              <a:ext uri="{FF2B5EF4-FFF2-40B4-BE49-F238E27FC236}">
                <a16:creationId xmlns:a16="http://schemas.microsoft.com/office/drawing/2014/main" id="{18027694-FDE8-BBF8-DCEC-438D0964C6A0}"/>
              </a:ext>
            </a:extLst>
          </p:cNvPr>
          <p:cNvCxnSpPr>
            <a:cxnSpLocks/>
            <a:stCxn id="25" idx="0"/>
            <a:endCxn id="21" idx="2"/>
          </p:cNvCxnSpPr>
          <p:nvPr/>
        </p:nvCxnSpPr>
        <p:spPr>
          <a:xfrm flipH="1" flipV="1">
            <a:off x="1833988" y="2079152"/>
            <a:ext cx="554443" cy="91980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8" name="Gerade Verbindung mit Pfeil 27">
            <a:extLst>
              <a:ext uri="{FF2B5EF4-FFF2-40B4-BE49-F238E27FC236}">
                <a16:creationId xmlns:a16="http://schemas.microsoft.com/office/drawing/2014/main" id="{A4422C6C-0D56-0DA2-101F-E31B6853D1CC}"/>
              </a:ext>
            </a:extLst>
          </p:cNvPr>
          <p:cNvCxnSpPr>
            <a:cxnSpLocks/>
            <a:stCxn id="25" idx="0"/>
            <a:endCxn id="22" idx="2"/>
          </p:cNvCxnSpPr>
          <p:nvPr/>
        </p:nvCxnSpPr>
        <p:spPr>
          <a:xfrm flipV="1">
            <a:off x="2388431" y="2086772"/>
            <a:ext cx="0" cy="91218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9" name="Gerade Verbindung mit Pfeil 28">
            <a:extLst>
              <a:ext uri="{FF2B5EF4-FFF2-40B4-BE49-F238E27FC236}">
                <a16:creationId xmlns:a16="http://schemas.microsoft.com/office/drawing/2014/main" id="{50500C64-89E1-2B9B-C3B4-4386571E4CAF}"/>
              </a:ext>
            </a:extLst>
          </p:cNvPr>
          <p:cNvCxnSpPr>
            <a:cxnSpLocks/>
            <a:stCxn id="25" idx="0"/>
            <a:endCxn id="23" idx="2"/>
          </p:cNvCxnSpPr>
          <p:nvPr/>
        </p:nvCxnSpPr>
        <p:spPr>
          <a:xfrm flipV="1">
            <a:off x="2388431" y="2080622"/>
            <a:ext cx="550446" cy="9183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876" name="Google Shape;891;p41">
            <a:extLst>
              <a:ext uri="{FF2B5EF4-FFF2-40B4-BE49-F238E27FC236}">
                <a16:creationId xmlns:a16="http://schemas.microsoft.com/office/drawing/2014/main" id="{091EF29A-5739-C368-34E8-8267FAAA2E72}"/>
              </a:ext>
            </a:extLst>
          </p:cNvPr>
          <p:cNvSpPr txBox="1">
            <a:spLocks/>
          </p:cNvSpPr>
          <p:nvPr/>
        </p:nvSpPr>
        <p:spPr>
          <a:xfrm>
            <a:off x="4835820" y="1103340"/>
            <a:ext cx="4255860" cy="42627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SzPts val="1100"/>
              <a:buNone/>
            </a:pPr>
            <a:r>
              <a:rPr lang="de-DE" dirty="0" err="1"/>
              <a:t>Sharding</a:t>
            </a:r>
            <a:r>
              <a:rPr lang="de-DE" dirty="0"/>
              <a:t> = Daten aufteilen</a:t>
            </a:r>
          </a:p>
        </p:txBody>
      </p:sp>
      <p:sp>
        <p:nvSpPr>
          <p:cNvPr id="877" name="Google Shape;891;p41">
            <a:extLst>
              <a:ext uri="{FF2B5EF4-FFF2-40B4-BE49-F238E27FC236}">
                <a16:creationId xmlns:a16="http://schemas.microsoft.com/office/drawing/2014/main" id="{69E1B5E7-54CA-9284-68EB-C167DA13FB91}"/>
              </a:ext>
            </a:extLst>
          </p:cNvPr>
          <p:cNvSpPr txBox="1">
            <a:spLocks/>
          </p:cNvSpPr>
          <p:nvPr/>
        </p:nvSpPr>
        <p:spPr>
          <a:xfrm>
            <a:off x="1834031" y="3806809"/>
            <a:ext cx="5424017" cy="42899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SzPts val="1100"/>
              <a:buNone/>
            </a:pPr>
            <a:r>
              <a:rPr lang="de-DE" dirty="0"/>
              <a:t>Diese beiden Mechanismen lösen unterschiedliche Probleme</a:t>
            </a:r>
          </a:p>
        </p:txBody>
      </p:sp>
    </p:spTree>
    <p:extLst>
      <p:ext uri="{BB962C8B-B14F-4D97-AF65-F5344CB8AC3E}">
        <p14:creationId xmlns:p14="http://schemas.microsoft.com/office/powerpoint/2010/main" val="7537722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189D6436-CA61-5CDF-55BA-4227F2E705D3}"/>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19FB3371-B94C-E26D-53CC-2F1B872981A8}"/>
              </a:ext>
            </a:extLst>
          </p:cNvPr>
          <p:cNvSpPr txBox="1">
            <a:spLocks noGrp="1"/>
          </p:cNvSpPr>
          <p:nvPr>
            <p:ph type="title"/>
          </p:nvPr>
        </p:nvSpPr>
        <p:spPr>
          <a:xfrm>
            <a:off x="720000" y="445025"/>
            <a:ext cx="7711194" cy="1218300"/>
          </a:xfrm>
          <a:prstGeom prst="rect">
            <a:avLst/>
          </a:prstGeom>
        </p:spPr>
        <p:txBody>
          <a:bodyPr spcFirstLastPara="1" wrap="square" lIns="91425" tIns="91425" rIns="91425" bIns="91425" anchor="t" anchorCtr="0">
            <a:noAutofit/>
          </a:bodyPr>
          <a:lstStyle/>
          <a:p>
            <a:pPr lvl="0"/>
            <a:r>
              <a:rPr lang="de-DE" sz="2400" dirty="0"/>
              <a:t>OLTP vs. OLAP</a:t>
            </a:r>
            <a:endParaRPr sz="2400" b="0" dirty="0">
              <a:latin typeface="Lexend Deca Light"/>
              <a:ea typeface="Lexend Deca Light"/>
              <a:cs typeface="Lexend Deca Light"/>
              <a:sym typeface="Lexend Deca Light"/>
            </a:endParaRPr>
          </a:p>
        </p:txBody>
      </p:sp>
      <p:sp>
        <p:nvSpPr>
          <p:cNvPr id="891" name="Google Shape;891;p41">
            <a:extLst>
              <a:ext uri="{FF2B5EF4-FFF2-40B4-BE49-F238E27FC236}">
                <a16:creationId xmlns:a16="http://schemas.microsoft.com/office/drawing/2014/main" id="{833DDA84-103B-863A-8A5B-1D2BFFC9C6CC}"/>
              </a:ext>
            </a:extLst>
          </p:cNvPr>
          <p:cNvSpPr txBox="1">
            <a:spLocks noGrp="1"/>
          </p:cNvSpPr>
          <p:nvPr>
            <p:ph type="subTitle" idx="1"/>
          </p:nvPr>
        </p:nvSpPr>
        <p:spPr>
          <a:xfrm>
            <a:off x="784680" y="1100619"/>
            <a:ext cx="3627300" cy="1901661"/>
          </a:xfrm>
          <a:prstGeom prst="rect">
            <a:avLst/>
          </a:prstGeom>
        </p:spPr>
        <p:txBody>
          <a:bodyPr spcFirstLastPara="1" wrap="square" lIns="91425" tIns="91425" rIns="91425" bIns="91425" anchor="t" anchorCtr="0">
            <a:noAutofit/>
          </a:bodyPr>
          <a:lstStyle/>
          <a:p>
            <a:pPr marL="0" indent="0">
              <a:buSzPts val="1100"/>
              <a:buNone/>
            </a:pPr>
            <a:r>
              <a:rPr lang="de-DE" dirty="0"/>
              <a:t>OLTP (Online Transaction Processing)</a:t>
            </a:r>
          </a:p>
          <a:p>
            <a:pPr marL="285750" indent="-285750">
              <a:buSzPts val="1100"/>
            </a:pPr>
            <a:r>
              <a:rPr lang="de-DE" dirty="0"/>
              <a:t>kleine, interaktive, transaktionale, lokale Anfragen</a:t>
            </a:r>
          </a:p>
          <a:p>
            <a:pPr marL="285750" indent="-285750">
              <a:buSzPts val="1100"/>
            </a:pPr>
            <a:endParaRPr lang="de-DE" dirty="0"/>
          </a:p>
          <a:p>
            <a:pPr marL="0" indent="0">
              <a:buSzPts val="1100"/>
              <a:buNone/>
            </a:pPr>
            <a:r>
              <a:rPr lang="de-DE" dirty="0"/>
              <a:t>Beispiele:</a:t>
            </a:r>
          </a:p>
          <a:p>
            <a:pPr marL="285750" indent="-285750">
              <a:buSzPts val="1100"/>
            </a:pPr>
            <a:r>
              <a:rPr lang="de-DE" dirty="0"/>
              <a:t>Füge neue Freundschaft hinzu</a:t>
            </a:r>
          </a:p>
          <a:p>
            <a:pPr marL="285750" indent="-285750">
              <a:buSzPts val="1100"/>
            </a:pPr>
            <a:r>
              <a:rPr lang="de-DE" dirty="0"/>
              <a:t>Zeige alle Filme von Person X</a:t>
            </a:r>
          </a:p>
        </p:txBody>
      </p:sp>
      <p:sp>
        <p:nvSpPr>
          <p:cNvPr id="876" name="Google Shape;891;p41">
            <a:extLst>
              <a:ext uri="{FF2B5EF4-FFF2-40B4-BE49-F238E27FC236}">
                <a16:creationId xmlns:a16="http://schemas.microsoft.com/office/drawing/2014/main" id="{4CD19FDA-3719-77D3-1CC1-63056A113B7B}"/>
              </a:ext>
            </a:extLst>
          </p:cNvPr>
          <p:cNvSpPr txBox="1">
            <a:spLocks/>
          </p:cNvSpPr>
          <p:nvPr/>
        </p:nvSpPr>
        <p:spPr>
          <a:xfrm>
            <a:off x="4835820" y="1103340"/>
            <a:ext cx="3627300" cy="14684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SzPts val="1100"/>
              <a:buNone/>
            </a:pPr>
            <a:r>
              <a:rPr lang="de-DE" dirty="0"/>
              <a:t>OLAP (Online Analytical Processing)</a:t>
            </a:r>
          </a:p>
          <a:p>
            <a:pPr marL="285750" indent="-285750">
              <a:buSzPts val="1100"/>
            </a:pPr>
            <a:r>
              <a:rPr lang="de-DE" dirty="0"/>
              <a:t>große, analytische, </a:t>
            </a:r>
            <a:r>
              <a:rPr lang="de-DE" dirty="0" err="1"/>
              <a:t>graphweite</a:t>
            </a:r>
            <a:r>
              <a:rPr lang="de-DE" dirty="0"/>
              <a:t> Anfragen</a:t>
            </a:r>
          </a:p>
          <a:p>
            <a:pPr marL="285750" indent="-285750">
              <a:buSzPts val="1100"/>
            </a:pPr>
            <a:endParaRPr lang="de-DE" dirty="0"/>
          </a:p>
          <a:p>
            <a:pPr marL="0" indent="0">
              <a:buSzPts val="1100"/>
              <a:buNone/>
            </a:pPr>
            <a:r>
              <a:rPr lang="de-DE" dirty="0"/>
              <a:t>Beispiele:</a:t>
            </a:r>
          </a:p>
          <a:p>
            <a:pPr marL="285750" indent="-285750">
              <a:buSzPts val="1100"/>
            </a:pPr>
            <a:r>
              <a:rPr lang="de-DE" dirty="0"/>
              <a:t>Berechne zentrale Knoten im Netzwerk</a:t>
            </a:r>
          </a:p>
          <a:p>
            <a:pPr marL="285750" indent="-285750">
              <a:buSzPts val="1100"/>
            </a:pPr>
            <a:r>
              <a:rPr lang="de-DE" dirty="0"/>
              <a:t>Berechne zentrale Knoten im Netzwerk</a:t>
            </a:r>
          </a:p>
        </p:txBody>
      </p:sp>
      <p:sp>
        <p:nvSpPr>
          <p:cNvPr id="877" name="Google Shape;891;p41">
            <a:extLst>
              <a:ext uri="{FF2B5EF4-FFF2-40B4-BE49-F238E27FC236}">
                <a16:creationId xmlns:a16="http://schemas.microsoft.com/office/drawing/2014/main" id="{32AB3956-76F5-75E7-5446-DB0336DB2FBB}"/>
              </a:ext>
            </a:extLst>
          </p:cNvPr>
          <p:cNvSpPr txBox="1">
            <a:spLocks/>
          </p:cNvSpPr>
          <p:nvPr/>
        </p:nvSpPr>
        <p:spPr>
          <a:xfrm>
            <a:off x="784680" y="3825664"/>
            <a:ext cx="7803059" cy="42899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SzPts val="1100"/>
              <a:buNone/>
            </a:pPr>
            <a:r>
              <a:rPr lang="de-DE" dirty="0"/>
              <a:t>Architekturen unterscheiden sich auch danach, welche Art von Abfragen sie optimieren</a:t>
            </a:r>
          </a:p>
        </p:txBody>
      </p:sp>
    </p:spTree>
    <p:extLst>
      <p:ext uri="{BB962C8B-B14F-4D97-AF65-F5344CB8AC3E}">
        <p14:creationId xmlns:p14="http://schemas.microsoft.com/office/powerpoint/2010/main" val="11821746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70801351-F2CD-6123-49AB-663374C4AA1E}"/>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BDCC4C10-59AF-4EA4-7FCE-94D4AE569CF4}"/>
              </a:ext>
            </a:extLst>
          </p:cNvPr>
          <p:cNvSpPr txBox="1">
            <a:spLocks noGrp="1"/>
          </p:cNvSpPr>
          <p:nvPr>
            <p:ph type="title"/>
          </p:nvPr>
        </p:nvSpPr>
        <p:spPr>
          <a:xfrm>
            <a:off x="720000" y="445025"/>
            <a:ext cx="7711194" cy="1218300"/>
          </a:xfrm>
          <a:prstGeom prst="rect">
            <a:avLst/>
          </a:prstGeom>
        </p:spPr>
        <p:txBody>
          <a:bodyPr spcFirstLastPara="1" wrap="square" lIns="91425" tIns="91425" rIns="91425" bIns="91425" anchor="t" anchorCtr="0">
            <a:noAutofit/>
          </a:bodyPr>
          <a:lstStyle/>
          <a:p>
            <a:pPr lvl="0"/>
            <a:r>
              <a:rPr lang="de-DE" sz="2400" dirty="0"/>
              <a:t>ACID (</a:t>
            </a:r>
            <a:r>
              <a:rPr lang="en-US" sz="2400" dirty="0"/>
              <a:t>Atomicity, Consistency, Isolation, and Durability</a:t>
            </a:r>
            <a:endParaRPr sz="2400" dirty="0">
              <a:sym typeface="Lexend Deca Light"/>
            </a:endParaRPr>
          </a:p>
        </p:txBody>
      </p:sp>
      <p:sp>
        <p:nvSpPr>
          <p:cNvPr id="5" name="Google Shape;891;p41">
            <a:extLst>
              <a:ext uri="{FF2B5EF4-FFF2-40B4-BE49-F238E27FC236}">
                <a16:creationId xmlns:a16="http://schemas.microsoft.com/office/drawing/2014/main" id="{78C771F2-D766-62AF-71B0-C19B3407AD3A}"/>
              </a:ext>
            </a:extLst>
          </p:cNvPr>
          <p:cNvSpPr txBox="1">
            <a:spLocks noGrp="1"/>
          </p:cNvSpPr>
          <p:nvPr>
            <p:ph type="subTitle" idx="1"/>
          </p:nvPr>
        </p:nvSpPr>
        <p:spPr>
          <a:xfrm>
            <a:off x="751328" y="1287780"/>
            <a:ext cx="7981192" cy="3497581"/>
          </a:xfrm>
          <a:prstGeom prst="rect">
            <a:avLst/>
          </a:prstGeom>
        </p:spPr>
        <p:txBody>
          <a:bodyPr spcFirstLastPara="1" wrap="square" lIns="91425" tIns="91425" rIns="91425" bIns="91425" anchor="t" anchorCtr="0">
            <a:noAutofit/>
          </a:bodyPr>
          <a:lstStyle/>
          <a:p>
            <a:pPr marL="285750" indent="-285750">
              <a:buSzPts val="1100"/>
            </a:pPr>
            <a:r>
              <a:rPr lang="de-DE" dirty="0"/>
              <a:t>Atomicity (Atomarität): Eine Transaktion wird als unteilbare Einheit behandelt. Entweder werden alle Operationen erfolgreich ausgeführt, oder bei einem Fehler wird die gesamte Transaktion zurückgerollt (Rollback), sodass die Datenbank unverändert bleibt.</a:t>
            </a:r>
          </a:p>
          <a:p>
            <a:pPr marL="285750" indent="-285750">
              <a:buSzPts val="1100"/>
            </a:pPr>
            <a:endParaRPr lang="de-DE" dirty="0"/>
          </a:p>
          <a:p>
            <a:pPr marL="285750" indent="-285750">
              <a:buSzPts val="1100"/>
            </a:pPr>
            <a:r>
              <a:rPr lang="de-DE" dirty="0"/>
              <a:t>Consistency (Konsistenz): Stellt sicher, dass die Datenbank von einem konsistenten Zustand in einen anderen übergeht, indem festgelegte Regeln, Integritätsbedingungen (Constraints) und Trigger eingehalten werden.</a:t>
            </a:r>
          </a:p>
          <a:p>
            <a:pPr marL="285750" indent="-285750">
              <a:buSzPts val="1100"/>
            </a:pPr>
            <a:endParaRPr lang="de-DE" dirty="0"/>
          </a:p>
          <a:p>
            <a:pPr marL="285750" indent="-285750">
              <a:buSzPts val="1100"/>
            </a:pPr>
            <a:r>
              <a:rPr lang="de-DE" dirty="0"/>
              <a:t>Isolation (Isolation): </a:t>
            </a:r>
            <a:r>
              <a:rPr lang="de-DE" dirty="0" err="1"/>
              <a:t>Concurrent</a:t>
            </a:r>
            <a:r>
              <a:rPr lang="de-DE" dirty="0"/>
              <a:t> (gleichzeitige) Transaktionen stören sich nicht gegenseitig. Die Auswirkungen einer laufenden Transaktion sind für andere Transaktionen erst sichtbar, wenn sie abgeschlossen ist.</a:t>
            </a:r>
          </a:p>
          <a:p>
            <a:pPr marL="285750" indent="-285750">
              <a:buSzPts val="1100"/>
            </a:pPr>
            <a:endParaRPr lang="de-DE" dirty="0"/>
          </a:p>
          <a:p>
            <a:pPr marL="285750" indent="-285750">
              <a:buSzPts val="1100"/>
            </a:pPr>
            <a:r>
              <a:rPr lang="de-DE" dirty="0"/>
              <a:t>Durability (Dauerhaftigkeit): Einmal festgeschriebene (</a:t>
            </a:r>
            <a:r>
              <a:rPr lang="de-DE" dirty="0" err="1"/>
              <a:t>committed</a:t>
            </a:r>
            <a:r>
              <a:rPr lang="de-DE" dirty="0"/>
              <a:t>) Änderungen bleiben dauerhaft erhalten, auch im Falle eines Systemausfalls oder Absturzes.</a:t>
            </a:r>
          </a:p>
          <a:p>
            <a:pPr marL="285750" indent="-285750">
              <a:buSzPts val="1100"/>
            </a:pPr>
            <a:endParaRPr lang="de-DE" dirty="0"/>
          </a:p>
        </p:txBody>
      </p:sp>
    </p:spTree>
    <p:extLst>
      <p:ext uri="{BB962C8B-B14F-4D97-AF65-F5344CB8AC3E}">
        <p14:creationId xmlns:p14="http://schemas.microsoft.com/office/powerpoint/2010/main" val="1082351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290CEAF5-2DA9-8263-46A8-05B54A75BF5C}"/>
            </a:ext>
          </a:extLst>
        </p:cNvPr>
        <p:cNvGrpSpPr/>
        <p:nvPr/>
      </p:nvGrpSpPr>
      <p:grpSpPr>
        <a:xfrm>
          <a:off x="0" y="0"/>
          <a:ext cx="0" cy="0"/>
          <a:chOff x="0" y="0"/>
          <a:chExt cx="0" cy="0"/>
        </a:xfrm>
      </p:grpSpPr>
      <p:pic>
        <p:nvPicPr>
          <p:cNvPr id="18448" name="Picture 16" descr="Neo4j – Wikipedia">
            <a:extLst>
              <a:ext uri="{FF2B5EF4-FFF2-40B4-BE49-F238E27FC236}">
                <a16:creationId xmlns:a16="http://schemas.microsoft.com/office/drawing/2014/main" id="{B6DE828C-1CE5-ECE5-7609-ADEB9857EA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6448" y="2400176"/>
            <a:ext cx="2877700" cy="1080000"/>
          </a:xfrm>
          <a:prstGeom prst="rect">
            <a:avLst/>
          </a:prstGeom>
          <a:noFill/>
          <a:extLst>
            <a:ext uri="{909E8E84-426E-40DD-AFC4-6F175D3DCCD1}">
              <a14:hiddenFill xmlns:a14="http://schemas.microsoft.com/office/drawing/2010/main">
                <a:solidFill>
                  <a:srgbClr val="FFFFFF"/>
                </a:solidFill>
              </a14:hiddenFill>
            </a:ext>
          </a:extLst>
        </p:spPr>
      </p:pic>
      <p:sp>
        <p:nvSpPr>
          <p:cNvPr id="890" name="Google Shape;890;p41">
            <a:extLst>
              <a:ext uri="{FF2B5EF4-FFF2-40B4-BE49-F238E27FC236}">
                <a16:creationId xmlns:a16="http://schemas.microsoft.com/office/drawing/2014/main" id="{3B8C743F-B08C-5955-6B06-1A813FB251EE}"/>
              </a:ext>
            </a:extLst>
          </p:cNvPr>
          <p:cNvSpPr txBox="1">
            <a:spLocks noGrp="1"/>
          </p:cNvSpPr>
          <p:nvPr>
            <p:ph type="title"/>
          </p:nvPr>
        </p:nvSpPr>
        <p:spPr>
          <a:xfrm>
            <a:off x="720000" y="445025"/>
            <a:ext cx="7711194" cy="1218300"/>
          </a:xfrm>
          <a:prstGeom prst="rect">
            <a:avLst/>
          </a:prstGeom>
        </p:spPr>
        <p:txBody>
          <a:bodyPr spcFirstLastPara="1" wrap="square" lIns="91425" tIns="91425" rIns="91425" bIns="91425" anchor="t" anchorCtr="0">
            <a:noAutofit/>
          </a:bodyPr>
          <a:lstStyle/>
          <a:p>
            <a:pPr lvl="0"/>
            <a:r>
              <a:rPr lang="de-DE" sz="2400" dirty="0"/>
              <a:t>Open Source und Cloud</a:t>
            </a:r>
            <a:endParaRPr sz="2400" dirty="0">
              <a:sym typeface="Lexend Deca Light"/>
            </a:endParaRPr>
          </a:p>
        </p:txBody>
      </p:sp>
      <p:sp>
        <p:nvSpPr>
          <p:cNvPr id="5" name="Google Shape;891;p41">
            <a:extLst>
              <a:ext uri="{FF2B5EF4-FFF2-40B4-BE49-F238E27FC236}">
                <a16:creationId xmlns:a16="http://schemas.microsoft.com/office/drawing/2014/main" id="{C2E9F14E-4104-D0CD-705F-69FBFDD98AAA}"/>
              </a:ext>
            </a:extLst>
          </p:cNvPr>
          <p:cNvSpPr txBox="1">
            <a:spLocks noGrp="1"/>
          </p:cNvSpPr>
          <p:nvPr>
            <p:ph type="subTitle" idx="1"/>
          </p:nvPr>
        </p:nvSpPr>
        <p:spPr>
          <a:xfrm>
            <a:off x="751328" y="1287780"/>
            <a:ext cx="7981192" cy="3497581"/>
          </a:xfrm>
          <a:prstGeom prst="rect">
            <a:avLst/>
          </a:prstGeom>
        </p:spPr>
        <p:txBody>
          <a:bodyPr spcFirstLastPara="1" wrap="square" lIns="91425" tIns="91425" rIns="91425" bIns="91425" anchor="t" anchorCtr="0">
            <a:noAutofit/>
          </a:bodyPr>
          <a:lstStyle/>
          <a:p>
            <a:pPr marL="285750" indent="-285750">
              <a:buSzPts val="1100"/>
            </a:pPr>
            <a:r>
              <a:rPr lang="de-DE" dirty="0"/>
              <a:t>Neo4j als prominente Graph Datenbank im Property-Graph-Umfeld</a:t>
            </a:r>
          </a:p>
          <a:p>
            <a:pPr marL="285750" indent="-285750">
              <a:buSzPts val="1100"/>
            </a:pPr>
            <a:r>
              <a:rPr lang="de-DE" dirty="0"/>
              <a:t>Amazon Neptune als verwalteter Graph Datenbankdienst</a:t>
            </a:r>
          </a:p>
          <a:p>
            <a:pPr marL="285750" indent="-285750">
              <a:buSzPts val="1100"/>
            </a:pPr>
            <a:r>
              <a:rPr lang="de-DE" dirty="0" err="1"/>
              <a:t>ArangoDB</a:t>
            </a:r>
            <a:r>
              <a:rPr lang="de-DE" dirty="0"/>
              <a:t> und </a:t>
            </a:r>
            <a:r>
              <a:rPr lang="de-DE" dirty="0" err="1"/>
              <a:t>OrientDB</a:t>
            </a:r>
            <a:r>
              <a:rPr lang="de-DE" dirty="0"/>
              <a:t> als weitere bekannte Systeme</a:t>
            </a:r>
          </a:p>
        </p:txBody>
      </p:sp>
      <p:pic>
        <p:nvPicPr>
          <p:cNvPr id="18444" name="Picture 12" descr="ArangoDB hosting on the cloud - Qoddi.com">
            <a:extLst>
              <a:ext uri="{FF2B5EF4-FFF2-40B4-BE49-F238E27FC236}">
                <a16:creationId xmlns:a16="http://schemas.microsoft.com/office/drawing/2014/main" id="{50D16981-068B-B1E3-ABAF-5A38D25166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2067" y="3426445"/>
            <a:ext cx="1679602" cy="1464060"/>
          </a:xfrm>
          <a:prstGeom prst="rect">
            <a:avLst/>
          </a:prstGeom>
          <a:noFill/>
          <a:extLst>
            <a:ext uri="{909E8E84-426E-40DD-AFC4-6F175D3DCCD1}">
              <a14:hiddenFill xmlns:a14="http://schemas.microsoft.com/office/drawing/2010/main">
                <a:solidFill>
                  <a:srgbClr val="FFFFFF"/>
                </a:solidFill>
              </a14:hiddenFill>
            </a:ext>
          </a:extLst>
        </p:spPr>
      </p:pic>
      <p:pic>
        <p:nvPicPr>
          <p:cNvPr id="18446" name="Picture 14" descr="OrientDB Preise 2026 | OMR Reviews">
            <a:extLst>
              <a:ext uri="{FF2B5EF4-FFF2-40B4-BE49-F238E27FC236}">
                <a16:creationId xmlns:a16="http://schemas.microsoft.com/office/drawing/2014/main" id="{9A0B8E79-31A7-FB6E-410E-57791BA2D9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32408" y="3618475"/>
            <a:ext cx="2367887"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8450" name="Picture 18" descr="Data Visualization With Amazon Neptune">
            <a:extLst>
              <a:ext uri="{FF2B5EF4-FFF2-40B4-BE49-F238E27FC236}">
                <a16:creationId xmlns:a16="http://schemas.microsoft.com/office/drawing/2014/main" id="{A8E1623E-AFA3-A516-1947-F9CF341C710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09067" y="2355646"/>
            <a:ext cx="2014567" cy="1361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70877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817B7-BAA7-7468-ECC5-A2CF4A64530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4800D08-0A36-C735-0264-3CEC85303037}"/>
              </a:ext>
            </a:extLst>
          </p:cNvPr>
          <p:cNvSpPr>
            <a:spLocks noGrp="1"/>
          </p:cNvSpPr>
          <p:nvPr>
            <p:ph type="title"/>
          </p:nvPr>
        </p:nvSpPr>
        <p:spPr>
          <a:xfrm>
            <a:off x="720000" y="445025"/>
            <a:ext cx="7722960" cy="1218300"/>
          </a:xfrm>
        </p:spPr>
        <p:txBody>
          <a:bodyPr/>
          <a:lstStyle/>
          <a:p>
            <a:pPr marL="285750" indent="-285750">
              <a:buSzPts val="1100"/>
            </a:pPr>
            <a:r>
              <a:rPr lang="de-DE" sz="2400" dirty="0"/>
              <a:t>Architekturüberblick</a:t>
            </a:r>
          </a:p>
        </p:txBody>
      </p:sp>
      <p:sp>
        <p:nvSpPr>
          <p:cNvPr id="9" name="Rectangle 2">
            <a:extLst>
              <a:ext uri="{FF2B5EF4-FFF2-40B4-BE49-F238E27FC236}">
                <a16:creationId xmlns:a16="http://schemas.microsoft.com/office/drawing/2014/main" id="{E8961C41-8B6C-72F1-4A5B-527244D7DD40}"/>
              </a:ext>
            </a:extLst>
          </p:cNvPr>
          <p:cNvSpPr txBox="1">
            <a:spLocks noChangeArrowheads="1"/>
          </p:cNvSpPr>
          <p:nvPr/>
        </p:nvSpPr>
        <p:spPr bwMode="auto">
          <a:xfrm>
            <a:off x="1455208" y="1888488"/>
            <a:ext cx="5692352" cy="1366528"/>
          </a:xfrm>
          <a:prstGeom prst="rect">
            <a:avLst/>
          </a:prstGeom>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spcFirstLastPara="1"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139700" indent="0">
              <a:buNone/>
            </a:pPr>
            <a:r>
              <a:rPr lang="de-DE" sz="1800" dirty="0"/>
              <a:t>Die Architektur einer </a:t>
            </a:r>
            <a:r>
              <a:rPr lang="de-DE" sz="1800" dirty="0" err="1"/>
              <a:t>Graphdatenbank</a:t>
            </a:r>
            <a:r>
              <a:rPr lang="de-DE" sz="1800" dirty="0"/>
              <a:t> entscheidet darüber, wie gut sie skaliert, ausfälltolerant ist und welche Arten von </a:t>
            </a:r>
            <a:r>
              <a:rPr lang="de-DE" sz="1800" dirty="0" err="1"/>
              <a:t>Graphabfragen</a:t>
            </a:r>
            <a:r>
              <a:rPr lang="de-DE" sz="1800" dirty="0"/>
              <a:t> sie effizient unterstützt.</a:t>
            </a:r>
          </a:p>
        </p:txBody>
      </p:sp>
    </p:spTree>
    <p:extLst>
      <p:ext uri="{BB962C8B-B14F-4D97-AF65-F5344CB8AC3E}">
        <p14:creationId xmlns:p14="http://schemas.microsoft.com/office/powerpoint/2010/main" val="2568561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16">
          <a:extLst>
            <a:ext uri="{FF2B5EF4-FFF2-40B4-BE49-F238E27FC236}">
              <a16:creationId xmlns:a16="http://schemas.microsoft.com/office/drawing/2014/main" id="{9DD8799B-CADC-F16B-A22D-CD0490118BF5}"/>
            </a:ext>
          </a:extLst>
        </p:cNvPr>
        <p:cNvGrpSpPr/>
        <p:nvPr/>
      </p:nvGrpSpPr>
      <p:grpSpPr>
        <a:xfrm>
          <a:off x="0" y="0"/>
          <a:ext cx="0" cy="0"/>
          <a:chOff x="0" y="0"/>
          <a:chExt cx="0" cy="0"/>
        </a:xfrm>
      </p:grpSpPr>
      <p:sp>
        <p:nvSpPr>
          <p:cNvPr id="817" name="Google Shape;817;p39">
            <a:extLst>
              <a:ext uri="{FF2B5EF4-FFF2-40B4-BE49-F238E27FC236}">
                <a16:creationId xmlns:a16="http://schemas.microsoft.com/office/drawing/2014/main" id="{98257234-2440-D7EB-B107-A88377CB8818}"/>
              </a:ext>
            </a:extLst>
          </p:cNvPr>
          <p:cNvSpPr txBox="1">
            <a:spLocks noGrp="1"/>
          </p:cNvSpPr>
          <p:nvPr>
            <p:ph type="title"/>
          </p:nvPr>
        </p:nvSpPr>
        <p:spPr>
          <a:xfrm>
            <a:off x="584786" y="2554406"/>
            <a:ext cx="7958167" cy="858600"/>
          </a:xfrm>
          <a:prstGeom prst="rect">
            <a:avLst/>
          </a:prstGeom>
        </p:spPr>
        <p:txBody>
          <a:bodyPr spcFirstLastPara="1" wrap="square" lIns="91425" tIns="91425" rIns="91425" bIns="91425" anchor="b" anchorCtr="0">
            <a:noAutofit/>
          </a:bodyPr>
          <a:lstStyle/>
          <a:p>
            <a:pPr lvl="0"/>
            <a:r>
              <a:rPr lang="de-DE" sz="4400" dirty="0"/>
              <a:t>Vergleich zu </a:t>
            </a:r>
            <a:br>
              <a:rPr lang="de-DE" sz="4400" dirty="0"/>
            </a:br>
            <a:r>
              <a:rPr lang="de-DE" sz="4400" dirty="0"/>
              <a:t>relationalen Datenbanken</a:t>
            </a:r>
            <a:endParaRPr sz="4400" b="0" dirty="0">
              <a:latin typeface="Lexend Deca Light"/>
              <a:ea typeface="Lexend Deca Light"/>
              <a:cs typeface="Lexend Deca Light"/>
              <a:sym typeface="Lexend Deca Light"/>
            </a:endParaRPr>
          </a:p>
        </p:txBody>
      </p:sp>
      <p:sp>
        <p:nvSpPr>
          <p:cNvPr id="818" name="Google Shape;818;p39">
            <a:extLst>
              <a:ext uri="{FF2B5EF4-FFF2-40B4-BE49-F238E27FC236}">
                <a16:creationId xmlns:a16="http://schemas.microsoft.com/office/drawing/2014/main" id="{E2BF0A31-9C25-4C4E-37AA-523423AD7393}"/>
              </a:ext>
            </a:extLst>
          </p:cNvPr>
          <p:cNvSpPr txBox="1">
            <a:spLocks noGrp="1"/>
          </p:cNvSpPr>
          <p:nvPr>
            <p:ph type="title" idx="2"/>
          </p:nvPr>
        </p:nvSpPr>
        <p:spPr>
          <a:xfrm>
            <a:off x="3945150" y="1098100"/>
            <a:ext cx="12537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06</a:t>
            </a:r>
            <a:endParaRPr dirty="0"/>
          </a:p>
        </p:txBody>
      </p:sp>
      <p:sp>
        <p:nvSpPr>
          <p:cNvPr id="819" name="Google Shape;819;p39">
            <a:extLst>
              <a:ext uri="{FF2B5EF4-FFF2-40B4-BE49-F238E27FC236}">
                <a16:creationId xmlns:a16="http://schemas.microsoft.com/office/drawing/2014/main" id="{98860E8C-996B-B364-BEA3-EB0A24F4F2B4}"/>
              </a:ext>
            </a:extLst>
          </p:cNvPr>
          <p:cNvSpPr txBox="1">
            <a:spLocks noGrp="1"/>
          </p:cNvSpPr>
          <p:nvPr>
            <p:ph type="subTitle" idx="1"/>
          </p:nvPr>
        </p:nvSpPr>
        <p:spPr>
          <a:xfrm>
            <a:off x="1701575" y="3213200"/>
            <a:ext cx="5740800" cy="375000"/>
          </a:xfrm>
          <a:prstGeom prst="rect">
            <a:avLst/>
          </a:prstGeom>
        </p:spPr>
        <p:txBody>
          <a:bodyPr spcFirstLastPara="1" wrap="square" lIns="91425" tIns="91425" rIns="91425" bIns="91425" anchor="t" anchorCtr="0">
            <a:noAutofit/>
          </a:bodyPr>
          <a:lstStyle/>
          <a:p>
            <a:pPr marL="0" lvl="0" indent="0"/>
            <a:r>
              <a:rPr lang="de-DE" dirty="0"/>
              <a:t>Wann ist ein Graph sinnvoll?</a:t>
            </a:r>
          </a:p>
        </p:txBody>
      </p:sp>
      <p:grpSp>
        <p:nvGrpSpPr>
          <p:cNvPr id="820" name="Google Shape;820;p39">
            <a:extLst>
              <a:ext uri="{FF2B5EF4-FFF2-40B4-BE49-F238E27FC236}">
                <a16:creationId xmlns:a16="http://schemas.microsoft.com/office/drawing/2014/main" id="{46FE4A25-FAD3-4AF9-05D0-8F0FBCF8CC22}"/>
              </a:ext>
            </a:extLst>
          </p:cNvPr>
          <p:cNvGrpSpPr/>
          <p:nvPr/>
        </p:nvGrpSpPr>
        <p:grpSpPr>
          <a:xfrm>
            <a:off x="7826421" y="4156055"/>
            <a:ext cx="1104243" cy="852948"/>
            <a:chOff x="6614871" y="4003785"/>
            <a:chExt cx="690195" cy="533126"/>
          </a:xfrm>
        </p:grpSpPr>
        <p:sp>
          <p:nvSpPr>
            <p:cNvPr id="821" name="Google Shape;821;p39">
              <a:extLst>
                <a:ext uri="{FF2B5EF4-FFF2-40B4-BE49-F238E27FC236}">
                  <a16:creationId xmlns:a16="http://schemas.microsoft.com/office/drawing/2014/main" id="{EA379B24-39C2-CBB6-B2F4-6B812151F23A}"/>
                </a:ext>
              </a:extLst>
            </p:cNvPr>
            <p:cNvSpPr/>
            <p:nvPr/>
          </p:nvSpPr>
          <p:spPr>
            <a:xfrm>
              <a:off x="6740706" y="4285710"/>
              <a:ext cx="252140" cy="251201"/>
            </a:xfrm>
            <a:custGeom>
              <a:avLst/>
              <a:gdLst/>
              <a:ahLst/>
              <a:cxnLst/>
              <a:rect l="l" t="t" r="r" b="b"/>
              <a:pathLst>
                <a:path w="6442" h="6418" fill="none" extrusionOk="0">
                  <a:moveTo>
                    <a:pt x="5203" y="6418"/>
                  </a:moveTo>
                  <a:lnTo>
                    <a:pt x="1227" y="6418"/>
                  </a:lnTo>
                  <a:cubicBezTo>
                    <a:pt x="548" y="6418"/>
                    <a:pt x="0" y="5870"/>
                    <a:pt x="0" y="5191"/>
                  </a:cubicBezTo>
                  <a:lnTo>
                    <a:pt x="0" y="1227"/>
                  </a:lnTo>
                  <a:cubicBezTo>
                    <a:pt x="0" y="536"/>
                    <a:pt x="560" y="0"/>
                    <a:pt x="1227" y="0"/>
                  </a:cubicBezTo>
                  <a:lnTo>
                    <a:pt x="5203" y="0"/>
                  </a:lnTo>
                  <a:cubicBezTo>
                    <a:pt x="5882" y="0"/>
                    <a:pt x="6418" y="548"/>
                    <a:pt x="6418" y="1227"/>
                  </a:cubicBezTo>
                  <a:lnTo>
                    <a:pt x="6418" y="5191"/>
                  </a:lnTo>
                  <a:cubicBezTo>
                    <a:pt x="6442" y="5870"/>
                    <a:pt x="5882" y="6418"/>
                    <a:pt x="5203"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9">
              <a:extLst>
                <a:ext uri="{FF2B5EF4-FFF2-40B4-BE49-F238E27FC236}">
                  <a16:creationId xmlns:a16="http://schemas.microsoft.com/office/drawing/2014/main" id="{3C99F97F-88CB-94C2-D366-F99891AA21A9}"/>
                </a:ext>
              </a:extLst>
            </p:cNvPr>
            <p:cNvSpPr/>
            <p:nvPr/>
          </p:nvSpPr>
          <p:spPr>
            <a:xfrm>
              <a:off x="6843684" y="4365399"/>
              <a:ext cx="66225" cy="74131"/>
            </a:xfrm>
            <a:custGeom>
              <a:avLst/>
              <a:gdLst/>
              <a:ahLst/>
              <a:cxnLst/>
              <a:rect l="l" t="t" r="r" b="b"/>
              <a:pathLst>
                <a:path w="1692" h="1894" extrusionOk="0">
                  <a:moveTo>
                    <a:pt x="846" y="203"/>
                  </a:moveTo>
                  <a:cubicBezTo>
                    <a:pt x="1025" y="203"/>
                    <a:pt x="1168" y="274"/>
                    <a:pt x="1275" y="405"/>
                  </a:cubicBezTo>
                  <a:cubicBezTo>
                    <a:pt x="1382" y="536"/>
                    <a:pt x="1429" y="715"/>
                    <a:pt x="1429" y="953"/>
                  </a:cubicBezTo>
                  <a:cubicBezTo>
                    <a:pt x="1429" y="1179"/>
                    <a:pt x="1382" y="1358"/>
                    <a:pt x="1275" y="1489"/>
                  </a:cubicBezTo>
                  <a:cubicBezTo>
                    <a:pt x="1168" y="1620"/>
                    <a:pt x="1025" y="1691"/>
                    <a:pt x="846" y="1691"/>
                  </a:cubicBezTo>
                  <a:cubicBezTo>
                    <a:pt x="667" y="1691"/>
                    <a:pt x="525" y="1620"/>
                    <a:pt x="417" y="1489"/>
                  </a:cubicBezTo>
                  <a:cubicBezTo>
                    <a:pt x="322" y="1358"/>
                    <a:pt x="263" y="1179"/>
                    <a:pt x="263" y="953"/>
                  </a:cubicBezTo>
                  <a:cubicBezTo>
                    <a:pt x="263" y="715"/>
                    <a:pt x="322" y="536"/>
                    <a:pt x="417" y="405"/>
                  </a:cubicBezTo>
                  <a:cubicBezTo>
                    <a:pt x="525" y="274"/>
                    <a:pt x="667" y="203"/>
                    <a:pt x="846" y="203"/>
                  </a:cubicBezTo>
                  <a:close/>
                  <a:moveTo>
                    <a:pt x="846" y="0"/>
                  </a:moveTo>
                  <a:cubicBezTo>
                    <a:pt x="596" y="0"/>
                    <a:pt x="394" y="96"/>
                    <a:pt x="239" y="262"/>
                  </a:cubicBezTo>
                  <a:cubicBezTo>
                    <a:pt x="84" y="429"/>
                    <a:pt x="1" y="655"/>
                    <a:pt x="1" y="953"/>
                  </a:cubicBezTo>
                  <a:cubicBezTo>
                    <a:pt x="1" y="1239"/>
                    <a:pt x="84" y="1465"/>
                    <a:pt x="239" y="1631"/>
                  </a:cubicBezTo>
                  <a:cubicBezTo>
                    <a:pt x="394" y="1810"/>
                    <a:pt x="596" y="1893"/>
                    <a:pt x="846" y="1893"/>
                  </a:cubicBezTo>
                  <a:cubicBezTo>
                    <a:pt x="1108" y="1893"/>
                    <a:pt x="1310" y="1810"/>
                    <a:pt x="1453" y="1631"/>
                  </a:cubicBezTo>
                  <a:cubicBezTo>
                    <a:pt x="1608" y="1465"/>
                    <a:pt x="1691" y="1239"/>
                    <a:pt x="1691" y="953"/>
                  </a:cubicBezTo>
                  <a:cubicBezTo>
                    <a:pt x="1691" y="655"/>
                    <a:pt x="1608" y="429"/>
                    <a:pt x="1453" y="262"/>
                  </a:cubicBezTo>
                  <a:cubicBezTo>
                    <a:pt x="1310" y="96"/>
                    <a:pt x="1108" y="0"/>
                    <a:pt x="8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9">
              <a:extLst>
                <a:ext uri="{FF2B5EF4-FFF2-40B4-BE49-F238E27FC236}">
                  <a16:creationId xmlns:a16="http://schemas.microsoft.com/office/drawing/2014/main" id="{F558C163-8BC6-8BDF-E70E-E8602228A916}"/>
                </a:ext>
              </a:extLst>
            </p:cNvPr>
            <p:cNvSpPr/>
            <p:nvPr/>
          </p:nvSpPr>
          <p:spPr>
            <a:xfrm>
              <a:off x="7053396" y="4285710"/>
              <a:ext cx="251670" cy="251201"/>
            </a:xfrm>
            <a:custGeom>
              <a:avLst/>
              <a:gdLst/>
              <a:ahLst/>
              <a:cxnLst/>
              <a:rect l="l" t="t" r="r" b="b"/>
              <a:pathLst>
                <a:path w="6430" h="6418" fill="none" extrusionOk="0">
                  <a:moveTo>
                    <a:pt x="5204" y="6418"/>
                  </a:moveTo>
                  <a:lnTo>
                    <a:pt x="1215" y="6418"/>
                  </a:lnTo>
                  <a:cubicBezTo>
                    <a:pt x="536" y="6418"/>
                    <a:pt x="1" y="5870"/>
                    <a:pt x="1" y="5191"/>
                  </a:cubicBezTo>
                  <a:lnTo>
                    <a:pt x="1" y="1227"/>
                  </a:lnTo>
                  <a:cubicBezTo>
                    <a:pt x="1" y="536"/>
                    <a:pt x="548" y="0"/>
                    <a:pt x="1215" y="0"/>
                  </a:cubicBezTo>
                  <a:lnTo>
                    <a:pt x="5192" y="0"/>
                  </a:lnTo>
                  <a:cubicBezTo>
                    <a:pt x="5870" y="0"/>
                    <a:pt x="6406" y="548"/>
                    <a:pt x="6406" y="1227"/>
                  </a:cubicBezTo>
                  <a:lnTo>
                    <a:pt x="6406" y="5191"/>
                  </a:lnTo>
                  <a:cubicBezTo>
                    <a:pt x="6430" y="5870"/>
                    <a:pt x="5870"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9">
              <a:extLst>
                <a:ext uri="{FF2B5EF4-FFF2-40B4-BE49-F238E27FC236}">
                  <a16:creationId xmlns:a16="http://schemas.microsoft.com/office/drawing/2014/main" id="{444EA45F-F568-749F-29B5-4365B93374E4}"/>
                </a:ext>
              </a:extLst>
            </p:cNvPr>
            <p:cNvSpPr/>
            <p:nvPr/>
          </p:nvSpPr>
          <p:spPr>
            <a:xfrm>
              <a:off x="7163379" y="4366808"/>
              <a:ext cx="46185" cy="71313"/>
            </a:xfrm>
            <a:custGeom>
              <a:avLst/>
              <a:gdLst/>
              <a:ahLst/>
              <a:cxnLst/>
              <a:rect l="l" t="t" r="r" b="b"/>
              <a:pathLst>
                <a:path w="1180" h="1822" extrusionOk="0">
                  <a:moveTo>
                    <a:pt x="560" y="202"/>
                  </a:moveTo>
                  <a:cubicBezTo>
                    <a:pt x="667" y="202"/>
                    <a:pt x="762" y="238"/>
                    <a:pt x="822" y="298"/>
                  </a:cubicBezTo>
                  <a:cubicBezTo>
                    <a:pt x="881" y="357"/>
                    <a:pt x="917" y="441"/>
                    <a:pt x="917" y="548"/>
                  </a:cubicBezTo>
                  <a:cubicBezTo>
                    <a:pt x="917" y="655"/>
                    <a:pt x="881" y="738"/>
                    <a:pt x="822" y="798"/>
                  </a:cubicBezTo>
                  <a:cubicBezTo>
                    <a:pt x="762" y="857"/>
                    <a:pt x="667" y="881"/>
                    <a:pt x="560" y="881"/>
                  </a:cubicBezTo>
                  <a:lnTo>
                    <a:pt x="250" y="881"/>
                  </a:lnTo>
                  <a:lnTo>
                    <a:pt x="250" y="202"/>
                  </a:lnTo>
                  <a:close/>
                  <a:moveTo>
                    <a:pt x="0" y="0"/>
                  </a:moveTo>
                  <a:lnTo>
                    <a:pt x="0" y="1822"/>
                  </a:lnTo>
                  <a:lnTo>
                    <a:pt x="250" y="1822"/>
                  </a:lnTo>
                  <a:lnTo>
                    <a:pt x="250" y="1083"/>
                  </a:lnTo>
                  <a:lnTo>
                    <a:pt x="560" y="1083"/>
                  </a:lnTo>
                  <a:cubicBezTo>
                    <a:pt x="762" y="1083"/>
                    <a:pt x="917" y="1048"/>
                    <a:pt x="1012" y="953"/>
                  </a:cubicBezTo>
                  <a:cubicBezTo>
                    <a:pt x="1120" y="857"/>
                    <a:pt x="1179" y="726"/>
                    <a:pt x="1179" y="548"/>
                  </a:cubicBezTo>
                  <a:cubicBezTo>
                    <a:pt x="1179" y="369"/>
                    <a:pt x="1120" y="238"/>
                    <a:pt x="1012" y="143"/>
                  </a:cubicBezTo>
                  <a:cubicBezTo>
                    <a:pt x="917" y="48"/>
                    <a:pt x="762" y="0"/>
                    <a:pt x="5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9">
              <a:extLst>
                <a:ext uri="{FF2B5EF4-FFF2-40B4-BE49-F238E27FC236}">
                  <a16:creationId xmlns:a16="http://schemas.microsoft.com/office/drawing/2014/main" id="{935E9376-75CF-54A3-A79C-8CFF0D876FD2}"/>
                </a:ext>
              </a:extLst>
            </p:cNvPr>
            <p:cNvSpPr/>
            <p:nvPr/>
          </p:nvSpPr>
          <p:spPr>
            <a:xfrm>
              <a:off x="6614871" y="4003785"/>
              <a:ext cx="251240" cy="251201"/>
            </a:xfrm>
            <a:custGeom>
              <a:avLst/>
              <a:gdLst/>
              <a:ahLst/>
              <a:cxnLst/>
              <a:rect l="l" t="t" r="r" b="b"/>
              <a:pathLst>
                <a:path w="6419" h="6418" fill="none" extrusionOk="0">
                  <a:moveTo>
                    <a:pt x="5204" y="6418"/>
                  </a:moveTo>
                  <a:lnTo>
                    <a:pt x="1227" y="6418"/>
                  </a:lnTo>
                  <a:cubicBezTo>
                    <a:pt x="548" y="6418"/>
                    <a:pt x="1" y="5870"/>
                    <a:pt x="1" y="5191"/>
                  </a:cubicBezTo>
                  <a:lnTo>
                    <a:pt x="1" y="1226"/>
                  </a:lnTo>
                  <a:cubicBezTo>
                    <a:pt x="1" y="536"/>
                    <a:pt x="560" y="0"/>
                    <a:pt x="1227" y="0"/>
                  </a:cubicBezTo>
                  <a:lnTo>
                    <a:pt x="5204" y="0"/>
                  </a:lnTo>
                  <a:cubicBezTo>
                    <a:pt x="5882" y="0"/>
                    <a:pt x="6418" y="548"/>
                    <a:pt x="6418" y="1226"/>
                  </a:cubicBezTo>
                  <a:lnTo>
                    <a:pt x="6418" y="5191"/>
                  </a:lnTo>
                  <a:cubicBezTo>
                    <a:pt x="6418" y="5870"/>
                    <a:pt x="5871"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9">
              <a:extLst>
                <a:ext uri="{FF2B5EF4-FFF2-40B4-BE49-F238E27FC236}">
                  <a16:creationId xmlns:a16="http://schemas.microsoft.com/office/drawing/2014/main" id="{1B3C2B02-9896-7EBA-69AA-4EDF6FB6423B}"/>
                </a:ext>
              </a:extLst>
            </p:cNvPr>
            <p:cNvSpPr/>
            <p:nvPr/>
          </p:nvSpPr>
          <p:spPr>
            <a:xfrm>
              <a:off x="6927091" y="4003785"/>
              <a:ext cx="252179" cy="251201"/>
            </a:xfrm>
            <a:custGeom>
              <a:avLst/>
              <a:gdLst/>
              <a:ahLst/>
              <a:cxnLst/>
              <a:rect l="l" t="t" r="r" b="b"/>
              <a:pathLst>
                <a:path w="6443" h="6418" fill="none" extrusionOk="0">
                  <a:moveTo>
                    <a:pt x="5204" y="6418"/>
                  </a:moveTo>
                  <a:lnTo>
                    <a:pt x="1227" y="6418"/>
                  </a:lnTo>
                  <a:cubicBezTo>
                    <a:pt x="549" y="6418"/>
                    <a:pt x="1" y="5870"/>
                    <a:pt x="1" y="5191"/>
                  </a:cubicBezTo>
                  <a:lnTo>
                    <a:pt x="1" y="1226"/>
                  </a:lnTo>
                  <a:cubicBezTo>
                    <a:pt x="1" y="536"/>
                    <a:pt x="561" y="0"/>
                    <a:pt x="1227" y="0"/>
                  </a:cubicBezTo>
                  <a:lnTo>
                    <a:pt x="5204" y="0"/>
                  </a:lnTo>
                  <a:cubicBezTo>
                    <a:pt x="5883" y="0"/>
                    <a:pt x="6418" y="548"/>
                    <a:pt x="6418" y="1226"/>
                  </a:cubicBezTo>
                  <a:lnTo>
                    <a:pt x="6418" y="5191"/>
                  </a:lnTo>
                  <a:cubicBezTo>
                    <a:pt x="6442" y="5870"/>
                    <a:pt x="5883"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9">
              <a:extLst>
                <a:ext uri="{FF2B5EF4-FFF2-40B4-BE49-F238E27FC236}">
                  <a16:creationId xmlns:a16="http://schemas.microsoft.com/office/drawing/2014/main" id="{08E6E5BD-F452-43E4-9EEB-56240892C24E}"/>
                </a:ext>
              </a:extLst>
            </p:cNvPr>
            <p:cNvSpPr/>
            <p:nvPr/>
          </p:nvSpPr>
          <p:spPr>
            <a:xfrm>
              <a:off x="6718318" y="4141244"/>
              <a:ext cx="49003" cy="74131"/>
            </a:xfrm>
            <a:custGeom>
              <a:avLst/>
              <a:gdLst/>
              <a:ahLst/>
              <a:cxnLst/>
              <a:rect l="l" t="t" r="r" b="b"/>
              <a:pathLst>
                <a:path w="1252" h="1894" extrusionOk="0">
                  <a:moveTo>
                    <a:pt x="608" y="203"/>
                  </a:moveTo>
                  <a:cubicBezTo>
                    <a:pt x="715" y="203"/>
                    <a:pt x="799" y="239"/>
                    <a:pt x="858" y="310"/>
                  </a:cubicBezTo>
                  <a:cubicBezTo>
                    <a:pt x="930" y="393"/>
                    <a:pt x="965" y="489"/>
                    <a:pt x="965" y="620"/>
                  </a:cubicBezTo>
                  <a:cubicBezTo>
                    <a:pt x="965" y="750"/>
                    <a:pt x="930" y="858"/>
                    <a:pt x="858" y="929"/>
                  </a:cubicBezTo>
                  <a:cubicBezTo>
                    <a:pt x="799" y="1012"/>
                    <a:pt x="715" y="1048"/>
                    <a:pt x="608" y="1048"/>
                  </a:cubicBezTo>
                  <a:cubicBezTo>
                    <a:pt x="489" y="1048"/>
                    <a:pt x="406" y="1012"/>
                    <a:pt x="334" y="929"/>
                  </a:cubicBezTo>
                  <a:cubicBezTo>
                    <a:pt x="275" y="858"/>
                    <a:pt x="239" y="750"/>
                    <a:pt x="239" y="620"/>
                  </a:cubicBezTo>
                  <a:cubicBezTo>
                    <a:pt x="239" y="489"/>
                    <a:pt x="275" y="393"/>
                    <a:pt x="334" y="310"/>
                  </a:cubicBezTo>
                  <a:cubicBezTo>
                    <a:pt x="406" y="239"/>
                    <a:pt x="489" y="203"/>
                    <a:pt x="608" y="203"/>
                  </a:cubicBezTo>
                  <a:close/>
                  <a:moveTo>
                    <a:pt x="608" y="0"/>
                  </a:moveTo>
                  <a:cubicBezTo>
                    <a:pt x="418" y="0"/>
                    <a:pt x="275" y="60"/>
                    <a:pt x="168" y="179"/>
                  </a:cubicBezTo>
                  <a:cubicBezTo>
                    <a:pt x="49" y="286"/>
                    <a:pt x="1" y="441"/>
                    <a:pt x="1" y="620"/>
                  </a:cubicBezTo>
                  <a:cubicBezTo>
                    <a:pt x="1" y="810"/>
                    <a:pt x="49" y="965"/>
                    <a:pt x="156" y="1072"/>
                  </a:cubicBezTo>
                  <a:cubicBezTo>
                    <a:pt x="263" y="1179"/>
                    <a:pt x="406" y="1239"/>
                    <a:pt x="584" y="1239"/>
                  </a:cubicBezTo>
                  <a:cubicBezTo>
                    <a:pt x="680" y="1239"/>
                    <a:pt x="751" y="1215"/>
                    <a:pt x="822" y="1179"/>
                  </a:cubicBezTo>
                  <a:cubicBezTo>
                    <a:pt x="894" y="1143"/>
                    <a:pt x="953" y="1096"/>
                    <a:pt x="1001" y="1024"/>
                  </a:cubicBezTo>
                  <a:lnTo>
                    <a:pt x="1001" y="1024"/>
                  </a:lnTo>
                  <a:cubicBezTo>
                    <a:pt x="989" y="1251"/>
                    <a:pt x="942" y="1405"/>
                    <a:pt x="858" y="1524"/>
                  </a:cubicBezTo>
                  <a:cubicBezTo>
                    <a:pt x="775" y="1632"/>
                    <a:pt x="644" y="1679"/>
                    <a:pt x="489" y="1679"/>
                  </a:cubicBezTo>
                  <a:cubicBezTo>
                    <a:pt x="430" y="1679"/>
                    <a:pt x="358" y="1679"/>
                    <a:pt x="299" y="1655"/>
                  </a:cubicBezTo>
                  <a:cubicBezTo>
                    <a:pt x="239" y="1643"/>
                    <a:pt x="180" y="1620"/>
                    <a:pt x="108" y="1596"/>
                  </a:cubicBezTo>
                  <a:lnTo>
                    <a:pt x="108" y="1822"/>
                  </a:lnTo>
                  <a:cubicBezTo>
                    <a:pt x="180" y="1846"/>
                    <a:pt x="251" y="1858"/>
                    <a:pt x="310" y="1870"/>
                  </a:cubicBezTo>
                  <a:cubicBezTo>
                    <a:pt x="370" y="1882"/>
                    <a:pt x="441" y="1893"/>
                    <a:pt x="501" y="1893"/>
                  </a:cubicBezTo>
                  <a:cubicBezTo>
                    <a:pt x="727" y="1893"/>
                    <a:pt x="906" y="1810"/>
                    <a:pt x="1049" y="1632"/>
                  </a:cubicBezTo>
                  <a:cubicBezTo>
                    <a:pt x="1180" y="1465"/>
                    <a:pt x="1251" y="1239"/>
                    <a:pt x="1251" y="953"/>
                  </a:cubicBezTo>
                  <a:cubicBezTo>
                    <a:pt x="1251" y="643"/>
                    <a:pt x="1192" y="405"/>
                    <a:pt x="1084" y="250"/>
                  </a:cubicBezTo>
                  <a:cubicBezTo>
                    <a:pt x="977" y="84"/>
                    <a:pt x="811" y="0"/>
                    <a:pt x="6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9">
              <a:extLst>
                <a:ext uri="{FF2B5EF4-FFF2-40B4-BE49-F238E27FC236}">
                  <a16:creationId xmlns:a16="http://schemas.microsoft.com/office/drawing/2014/main" id="{72F71A68-EF7A-7F66-4F8F-2E25BFAE3AF1}"/>
                </a:ext>
              </a:extLst>
            </p:cNvPr>
            <p:cNvSpPr/>
            <p:nvPr/>
          </p:nvSpPr>
          <p:spPr>
            <a:xfrm>
              <a:off x="6733231" y="4041985"/>
              <a:ext cx="12173" cy="47085"/>
            </a:xfrm>
            <a:custGeom>
              <a:avLst/>
              <a:gdLst/>
              <a:ahLst/>
              <a:cxnLst/>
              <a:rect l="l" t="t" r="r" b="b"/>
              <a:pathLst>
                <a:path w="311" h="1203" extrusionOk="0">
                  <a:moveTo>
                    <a:pt x="1" y="0"/>
                  </a:moveTo>
                  <a:cubicBezTo>
                    <a:pt x="60" y="108"/>
                    <a:pt x="108" y="203"/>
                    <a:pt x="132" y="298"/>
                  </a:cubicBezTo>
                  <a:cubicBezTo>
                    <a:pt x="168" y="405"/>
                    <a:pt x="180" y="500"/>
                    <a:pt x="180" y="608"/>
                  </a:cubicBezTo>
                  <a:cubicBezTo>
                    <a:pt x="180" y="703"/>
                    <a:pt x="168" y="798"/>
                    <a:pt x="132" y="905"/>
                  </a:cubicBezTo>
                  <a:cubicBezTo>
                    <a:pt x="108" y="1000"/>
                    <a:pt x="60" y="1096"/>
                    <a:pt x="1" y="1203"/>
                  </a:cubicBezTo>
                  <a:lnTo>
                    <a:pt x="108" y="1203"/>
                  </a:lnTo>
                  <a:cubicBezTo>
                    <a:pt x="180" y="1096"/>
                    <a:pt x="227" y="1000"/>
                    <a:pt x="263" y="893"/>
                  </a:cubicBezTo>
                  <a:cubicBezTo>
                    <a:pt x="287" y="798"/>
                    <a:pt x="310" y="703"/>
                    <a:pt x="310" y="608"/>
                  </a:cubicBezTo>
                  <a:cubicBezTo>
                    <a:pt x="310" y="500"/>
                    <a:pt x="287" y="405"/>
                    <a:pt x="263" y="310"/>
                  </a:cubicBezTo>
                  <a:cubicBezTo>
                    <a:pt x="227" y="215"/>
                    <a:pt x="180" y="108"/>
                    <a:pt x="1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9">
              <a:extLst>
                <a:ext uri="{FF2B5EF4-FFF2-40B4-BE49-F238E27FC236}">
                  <a16:creationId xmlns:a16="http://schemas.microsoft.com/office/drawing/2014/main" id="{C81CA453-BD17-2EEF-0127-ADFE78BFCA37}"/>
                </a:ext>
              </a:extLst>
            </p:cNvPr>
            <p:cNvSpPr/>
            <p:nvPr/>
          </p:nvSpPr>
          <p:spPr>
            <a:xfrm>
              <a:off x="7029168" y="4141244"/>
              <a:ext cx="48964" cy="74131"/>
            </a:xfrm>
            <a:custGeom>
              <a:avLst/>
              <a:gdLst/>
              <a:ahLst/>
              <a:cxnLst/>
              <a:rect l="l" t="t" r="r" b="b"/>
              <a:pathLst>
                <a:path w="1251" h="1894" extrusionOk="0">
                  <a:moveTo>
                    <a:pt x="631" y="203"/>
                  </a:moveTo>
                  <a:cubicBezTo>
                    <a:pt x="750" y="203"/>
                    <a:pt x="846" y="262"/>
                    <a:pt x="917" y="381"/>
                  </a:cubicBezTo>
                  <a:cubicBezTo>
                    <a:pt x="977" y="512"/>
                    <a:pt x="1012" y="703"/>
                    <a:pt x="1012" y="953"/>
                  </a:cubicBezTo>
                  <a:cubicBezTo>
                    <a:pt x="1012" y="1203"/>
                    <a:pt x="977" y="1382"/>
                    <a:pt x="917" y="1512"/>
                  </a:cubicBezTo>
                  <a:cubicBezTo>
                    <a:pt x="846" y="1632"/>
                    <a:pt x="750" y="1691"/>
                    <a:pt x="631" y="1691"/>
                  </a:cubicBezTo>
                  <a:cubicBezTo>
                    <a:pt x="500" y="1691"/>
                    <a:pt x="405" y="1632"/>
                    <a:pt x="346" y="1512"/>
                  </a:cubicBezTo>
                  <a:cubicBezTo>
                    <a:pt x="274" y="1382"/>
                    <a:pt x="250" y="1203"/>
                    <a:pt x="250" y="953"/>
                  </a:cubicBezTo>
                  <a:cubicBezTo>
                    <a:pt x="250" y="703"/>
                    <a:pt x="274" y="512"/>
                    <a:pt x="346" y="381"/>
                  </a:cubicBezTo>
                  <a:cubicBezTo>
                    <a:pt x="405" y="262"/>
                    <a:pt x="500" y="203"/>
                    <a:pt x="631" y="203"/>
                  </a:cubicBezTo>
                  <a:close/>
                  <a:moveTo>
                    <a:pt x="631" y="0"/>
                  </a:moveTo>
                  <a:cubicBezTo>
                    <a:pt x="417" y="0"/>
                    <a:pt x="262" y="84"/>
                    <a:pt x="155" y="250"/>
                  </a:cubicBezTo>
                  <a:cubicBezTo>
                    <a:pt x="48" y="405"/>
                    <a:pt x="0" y="643"/>
                    <a:pt x="0" y="953"/>
                  </a:cubicBezTo>
                  <a:cubicBezTo>
                    <a:pt x="0" y="1251"/>
                    <a:pt x="48" y="1489"/>
                    <a:pt x="155" y="1643"/>
                  </a:cubicBezTo>
                  <a:cubicBezTo>
                    <a:pt x="262" y="1810"/>
                    <a:pt x="417" y="1893"/>
                    <a:pt x="631" y="1893"/>
                  </a:cubicBezTo>
                  <a:cubicBezTo>
                    <a:pt x="834" y="1893"/>
                    <a:pt x="989" y="1810"/>
                    <a:pt x="1096" y="1643"/>
                  </a:cubicBezTo>
                  <a:cubicBezTo>
                    <a:pt x="1203" y="1489"/>
                    <a:pt x="1251" y="1251"/>
                    <a:pt x="1251" y="953"/>
                  </a:cubicBezTo>
                  <a:cubicBezTo>
                    <a:pt x="1251" y="643"/>
                    <a:pt x="1203" y="405"/>
                    <a:pt x="1096" y="250"/>
                  </a:cubicBezTo>
                  <a:cubicBezTo>
                    <a:pt x="989" y="84"/>
                    <a:pt x="834" y="0"/>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9">
              <a:extLst>
                <a:ext uri="{FF2B5EF4-FFF2-40B4-BE49-F238E27FC236}">
                  <a16:creationId xmlns:a16="http://schemas.microsoft.com/office/drawing/2014/main" id="{7C18BD79-309B-9295-8FE3-E5D0670CEB29}"/>
                </a:ext>
              </a:extLst>
            </p:cNvPr>
            <p:cNvSpPr/>
            <p:nvPr/>
          </p:nvSpPr>
          <p:spPr>
            <a:xfrm>
              <a:off x="7041263" y="4050831"/>
              <a:ext cx="42937" cy="19609"/>
            </a:xfrm>
            <a:custGeom>
              <a:avLst/>
              <a:gdLst/>
              <a:ahLst/>
              <a:cxnLst/>
              <a:rect l="l" t="t" r="r" b="b"/>
              <a:pathLst>
                <a:path w="1097" h="501" extrusionOk="0">
                  <a:moveTo>
                    <a:pt x="1" y="1"/>
                  </a:moveTo>
                  <a:lnTo>
                    <a:pt x="1" y="143"/>
                  </a:lnTo>
                  <a:lnTo>
                    <a:pt x="1096" y="143"/>
                  </a:lnTo>
                  <a:lnTo>
                    <a:pt x="1096" y="1"/>
                  </a:lnTo>
                  <a:close/>
                  <a:moveTo>
                    <a:pt x="1" y="358"/>
                  </a:moveTo>
                  <a:lnTo>
                    <a:pt x="1" y="501"/>
                  </a:lnTo>
                  <a:lnTo>
                    <a:pt x="1096" y="501"/>
                  </a:lnTo>
                  <a:lnTo>
                    <a:pt x="1096" y="35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 name="Google Shape;831;p39">
            <a:extLst>
              <a:ext uri="{FF2B5EF4-FFF2-40B4-BE49-F238E27FC236}">
                <a16:creationId xmlns:a16="http://schemas.microsoft.com/office/drawing/2014/main" id="{F64DE422-1EEB-9507-788B-885E130FFA33}"/>
              </a:ext>
            </a:extLst>
          </p:cNvPr>
          <p:cNvGrpSpPr/>
          <p:nvPr/>
        </p:nvGrpSpPr>
        <p:grpSpPr>
          <a:xfrm>
            <a:off x="3790627" y="4106605"/>
            <a:ext cx="1562747" cy="497391"/>
            <a:chOff x="2376988" y="575316"/>
            <a:chExt cx="976778" cy="310889"/>
          </a:xfrm>
        </p:grpSpPr>
        <p:sp>
          <p:nvSpPr>
            <p:cNvPr id="832" name="Google Shape;832;p39">
              <a:extLst>
                <a:ext uri="{FF2B5EF4-FFF2-40B4-BE49-F238E27FC236}">
                  <a16:creationId xmlns:a16="http://schemas.microsoft.com/office/drawing/2014/main" id="{589CF96B-DF20-3EA6-9754-520DD3A408DF}"/>
                </a:ext>
              </a:extLst>
            </p:cNvPr>
            <p:cNvSpPr/>
            <p:nvPr/>
          </p:nvSpPr>
          <p:spPr>
            <a:xfrm>
              <a:off x="2401685" y="575316"/>
              <a:ext cx="444591" cy="136599"/>
            </a:xfrm>
            <a:custGeom>
              <a:avLst/>
              <a:gdLst/>
              <a:ahLst/>
              <a:cxnLst/>
              <a:rect l="l" t="t" r="r" b="b"/>
              <a:pathLst>
                <a:path w="11359" h="3490" extrusionOk="0">
                  <a:moveTo>
                    <a:pt x="5763" y="1"/>
                  </a:moveTo>
                  <a:lnTo>
                    <a:pt x="5763" y="144"/>
                  </a:lnTo>
                  <a:lnTo>
                    <a:pt x="5811" y="144"/>
                  </a:lnTo>
                  <a:cubicBezTo>
                    <a:pt x="5942" y="144"/>
                    <a:pt x="6073" y="144"/>
                    <a:pt x="6215" y="156"/>
                  </a:cubicBezTo>
                  <a:lnTo>
                    <a:pt x="6227" y="13"/>
                  </a:lnTo>
                  <a:cubicBezTo>
                    <a:pt x="6073" y="1"/>
                    <a:pt x="5942" y="1"/>
                    <a:pt x="5811" y="1"/>
                  </a:cubicBezTo>
                  <a:close/>
                  <a:moveTo>
                    <a:pt x="5322" y="13"/>
                  </a:moveTo>
                  <a:lnTo>
                    <a:pt x="4870" y="60"/>
                  </a:lnTo>
                  <a:lnTo>
                    <a:pt x="4882" y="203"/>
                  </a:lnTo>
                  <a:cubicBezTo>
                    <a:pt x="5037" y="191"/>
                    <a:pt x="5180" y="180"/>
                    <a:pt x="5322" y="156"/>
                  </a:cubicBezTo>
                  <a:lnTo>
                    <a:pt x="5322" y="13"/>
                  </a:lnTo>
                  <a:close/>
                  <a:moveTo>
                    <a:pt x="6668" y="60"/>
                  </a:moveTo>
                  <a:lnTo>
                    <a:pt x="6656" y="203"/>
                  </a:lnTo>
                  <a:cubicBezTo>
                    <a:pt x="6811" y="215"/>
                    <a:pt x="6954" y="251"/>
                    <a:pt x="7085" y="275"/>
                  </a:cubicBezTo>
                  <a:lnTo>
                    <a:pt x="7120" y="132"/>
                  </a:lnTo>
                  <a:cubicBezTo>
                    <a:pt x="6965" y="96"/>
                    <a:pt x="6823" y="72"/>
                    <a:pt x="6668" y="60"/>
                  </a:cubicBezTo>
                  <a:close/>
                  <a:moveTo>
                    <a:pt x="4429" y="144"/>
                  </a:moveTo>
                  <a:cubicBezTo>
                    <a:pt x="4275" y="180"/>
                    <a:pt x="4132" y="215"/>
                    <a:pt x="3977" y="251"/>
                  </a:cubicBezTo>
                  <a:lnTo>
                    <a:pt x="4025" y="394"/>
                  </a:lnTo>
                  <a:cubicBezTo>
                    <a:pt x="4156" y="346"/>
                    <a:pt x="4310" y="322"/>
                    <a:pt x="4453" y="299"/>
                  </a:cubicBezTo>
                  <a:lnTo>
                    <a:pt x="4429" y="144"/>
                  </a:lnTo>
                  <a:close/>
                  <a:moveTo>
                    <a:pt x="7549" y="239"/>
                  </a:moveTo>
                  <a:lnTo>
                    <a:pt x="7501" y="382"/>
                  </a:lnTo>
                  <a:cubicBezTo>
                    <a:pt x="7656" y="430"/>
                    <a:pt x="7787" y="477"/>
                    <a:pt x="7918" y="513"/>
                  </a:cubicBezTo>
                  <a:lnTo>
                    <a:pt x="7966" y="382"/>
                  </a:lnTo>
                  <a:cubicBezTo>
                    <a:pt x="7847" y="311"/>
                    <a:pt x="7704" y="263"/>
                    <a:pt x="7549" y="239"/>
                  </a:cubicBezTo>
                  <a:close/>
                  <a:moveTo>
                    <a:pt x="3560" y="394"/>
                  </a:moveTo>
                  <a:cubicBezTo>
                    <a:pt x="3417" y="441"/>
                    <a:pt x="3275" y="501"/>
                    <a:pt x="3144" y="561"/>
                  </a:cubicBezTo>
                  <a:lnTo>
                    <a:pt x="3203" y="692"/>
                  </a:lnTo>
                  <a:cubicBezTo>
                    <a:pt x="3334" y="632"/>
                    <a:pt x="3477" y="572"/>
                    <a:pt x="3620" y="537"/>
                  </a:cubicBezTo>
                  <a:lnTo>
                    <a:pt x="3560" y="394"/>
                  </a:lnTo>
                  <a:close/>
                  <a:moveTo>
                    <a:pt x="8394" y="537"/>
                  </a:moveTo>
                  <a:lnTo>
                    <a:pt x="8335" y="668"/>
                  </a:lnTo>
                  <a:cubicBezTo>
                    <a:pt x="8478" y="727"/>
                    <a:pt x="8609" y="787"/>
                    <a:pt x="8740" y="858"/>
                  </a:cubicBezTo>
                  <a:lnTo>
                    <a:pt x="8799" y="727"/>
                  </a:lnTo>
                  <a:cubicBezTo>
                    <a:pt x="8680" y="656"/>
                    <a:pt x="8549" y="596"/>
                    <a:pt x="8394" y="537"/>
                  </a:cubicBezTo>
                  <a:close/>
                  <a:moveTo>
                    <a:pt x="2727" y="751"/>
                  </a:moveTo>
                  <a:cubicBezTo>
                    <a:pt x="2596" y="834"/>
                    <a:pt x="2465" y="906"/>
                    <a:pt x="2346" y="977"/>
                  </a:cubicBezTo>
                  <a:lnTo>
                    <a:pt x="2417" y="1108"/>
                  </a:lnTo>
                  <a:cubicBezTo>
                    <a:pt x="2548" y="1037"/>
                    <a:pt x="2667" y="965"/>
                    <a:pt x="2798" y="894"/>
                  </a:cubicBezTo>
                  <a:lnTo>
                    <a:pt x="2727" y="751"/>
                  </a:lnTo>
                  <a:close/>
                  <a:moveTo>
                    <a:pt x="9204" y="930"/>
                  </a:moveTo>
                  <a:lnTo>
                    <a:pt x="9132" y="1073"/>
                  </a:lnTo>
                  <a:cubicBezTo>
                    <a:pt x="9251" y="1144"/>
                    <a:pt x="9382" y="1215"/>
                    <a:pt x="9502" y="1311"/>
                  </a:cubicBezTo>
                  <a:lnTo>
                    <a:pt x="9585" y="1192"/>
                  </a:lnTo>
                  <a:cubicBezTo>
                    <a:pt x="9466" y="1096"/>
                    <a:pt x="9335" y="1013"/>
                    <a:pt x="9204" y="930"/>
                  </a:cubicBezTo>
                  <a:close/>
                  <a:moveTo>
                    <a:pt x="1965" y="1227"/>
                  </a:moveTo>
                  <a:cubicBezTo>
                    <a:pt x="1846" y="1323"/>
                    <a:pt x="1727" y="1406"/>
                    <a:pt x="1608" y="1513"/>
                  </a:cubicBezTo>
                  <a:lnTo>
                    <a:pt x="1703" y="1632"/>
                  </a:lnTo>
                  <a:cubicBezTo>
                    <a:pt x="1822" y="1549"/>
                    <a:pt x="1929" y="1454"/>
                    <a:pt x="2060" y="1370"/>
                  </a:cubicBezTo>
                  <a:lnTo>
                    <a:pt x="1965" y="1227"/>
                  </a:lnTo>
                  <a:close/>
                  <a:moveTo>
                    <a:pt x="9942" y="1454"/>
                  </a:moveTo>
                  <a:lnTo>
                    <a:pt x="9859" y="1573"/>
                  </a:lnTo>
                  <a:cubicBezTo>
                    <a:pt x="9978" y="1668"/>
                    <a:pt x="10085" y="1763"/>
                    <a:pt x="10180" y="1858"/>
                  </a:cubicBezTo>
                  <a:lnTo>
                    <a:pt x="10287" y="1751"/>
                  </a:lnTo>
                  <a:cubicBezTo>
                    <a:pt x="10180" y="1644"/>
                    <a:pt x="10061" y="1549"/>
                    <a:pt x="9942" y="1454"/>
                  </a:cubicBezTo>
                  <a:close/>
                  <a:moveTo>
                    <a:pt x="1274" y="1811"/>
                  </a:moveTo>
                  <a:cubicBezTo>
                    <a:pt x="1167" y="1918"/>
                    <a:pt x="1048" y="2025"/>
                    <a:pt x="953" y="2132"/>
                  </a:cubicBezTo>
                  <a:lnTo>
                    <a:pt x="1060" y="2239"/>
                  </a:lnTo>
                  <a:lnTo>
                    <a:pt x="1370" y="1930"/>
                  </a:lnTo>
                  <a:lnTo>
                    <a:pt x="1274" y="1811"/>
                  </a:lnTo>
                  <a:close/>
                  <a:moveTo>
                    <a:pt x="10621" y="2061"/>
                  </a:moveTo>
                  <a:lnTo>
                    <a:pt x="10514" y="2168"/>
                  </a:lnTo>
                  <a:cubicBezTo>
                    <a:pt x="10621" y="2275"/>
                    <a:pt x="10704" y="2394"/>
                    <a:pt x="10811" y="2501"/>
                  </a:cubicBezTo>
                  <a:lnTo>
                    <a:pt x="10930" y="2406"/>
                  </a:lnTo>
                  <a:cubicBezTo>
                    <a:pt x="10811" y="2287"/>
                    <a:pt x="10716" y="2180"/>
                    <a:pt x="10621" y="2061"/>
                  </a:cubicBezTo>
                  <a:close/>
                  <a:moveTo>
                    <a:pt x="655" y="2466"/>
                  </a:moveTo>
                  <a:lnTo>
                    <a:pt x="393" y="2823"/>
                  </a:lnTo>
                  <a:lnTo>
                    <a:pt x="512" y="2918"/>
                  </a:lnTo>
                  <a:lnTo>
                    <a:pt x="774" y="2561"/>
                  </a:lnTo>
                  <a:lnTo>
                    <a:pt x="655" y="2466"/>
                  </a:lnTo>
                  <a:close/>
                  <a:moveTo>
                    <a:pt x="11192" y="2763"/>
                  </a:moveTo>
                  <a:lnTo>
                    <a:pt x="11073" y="2858"/>
                  </a:lnTo>
                  <a:cubicBezTo>
                    <a:pt x="11097" y="2882"/>
                    <a:pt x="11121" y="2918"/>
                    <a:pt x="11133" y="2942"/>
                  </a:cubicBezTo>
                  <a:cubicBezTo>
                    <a:pt x="11168" y="2989"/>
                    <a:pt x="11192" y="3025"/>
                    <a:pt x="11228" y="3061"/>
                  </a:cubicBezTo>
                  <a:cubicBezTo>
                    <a:pt x="11276" y="3037"/>
                    <a:pt x="11311" y="3001"/>
                    <a:pt x="11359" y="2989"/>
                  </a:cubicBezTo>
                  <a:cubicBezTo>
                    <a:pt x="11299" y="2942"/>
                    <a:pt x="11276" y="2894"/>
                    <a:pt x="11252" y="2858"/>
                  </a:cubicBezTo>
                  <a:cubicBezTo>
                    <a:pt x="11240" y="2823"/>
                    <a:pt x="11216" y="2799"/>
                    <a:pt x="11192" y="2763"/>
                  </a:cubicBezTo>
                  <a:close/>
                  <a:moveTo>
                    <a:pt x="143" y="3216"/>
                  </a:moveTo>
                  <a:cubicBezTo>
                    <a:pt x="119" y="3239"/>
                    <a:pt x="96" y="3287"/>
                    <a:pt x="84" y="3311"/>
                  </a:cubicBezTo>
                  <a:cubicBezTo>
                    <a:pt x="48" y="3359"/>
                    <a:pt x="24" y="3406"/>
                    <a:pt x="0" y="3454"/>
                  </a:cubicBezTo>
                  <a:cubicBezTo>
                    <a:pt x="60" y="3454"/>
                    <a:pt x="107" y="3466"/>
                    <a:pt x="155" y="3489"/>
                  </a:cubicBezTo>
                  <a:cubicBezTo>
                    <a:pt x="179" y="3454"/>
                    <a:pt x="203" y="3406"/>
                    <a:pt x="227" y="3359"/>
                  </a:cubicBezTo>
                  <a:cubicBezTo>
                    <a:pt x="238" y="3335"/>
                    <a:pt x="262" y="3299"/>
                    <a:pt x="274" y="3287"/>
                  </a:cubicBezTo>
                  <a:lnTo>
                    <a:pt x="143" y="321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9">
              <a:extLst>
                <a:ext uri="{FF2B5EF4-FFF2-40B4-BE49-F238E27FC236}">
                  <a16:creationId xmlns:a16="http://schemas.microsoft.com/office/drawing/2014/main" id="{170B210A-1E4A-2D64-813D-9B26F4867C13}"/>
                </a:ext>
              </a:extLst>
            </p:cNvPr>
            <p:cNvSpPr/>
            <p:nvPr/>
          </p:nvSpPr>
          <p:spPr>
            <a:xfrm>
              <a:off x="2877001" y="741700"/>
              <a:ext cx="451128" cy="144505"/>
            </a:xfrm>
            <a:custGeom>
              <a:avLst/>
              <a:gdLst/>
              <a:ahLst/>
              <a:cxnLst/>
              <a:rect l="l" t="t" r="r" b="b"/>
              <a:pathLst>
                <a:path w="11526" h="3692" extrusionOk="0">
                  <a:moveTo>
                    <a:pt x="11347" y="0"/>
                  </a:moveTo>
                  <a:cubicBezTo>
                    <a:pt x="11324" y="48"/>
                    <a:pt x="11312" y="84"/>
                    <a:pt x="11288" y="131"/>
                  </a:cubicBezTo>
                  <a:cubicBezTo>
                    <a:pt x="10169" y="2203"/>
                    <a:pt x="7978" y="3525"/>
                    <a:pt x="5597" y="3525"/>
                  </a:cubicBezTo>
                  <a:cubicBezTo>
                    <a:pt x="3406" y="3525"/>
                    <a:pt x="1382" y="2429"/>
                    <a:pt x="215" y="632"/>
                  </a:cubicBezTo>
                  <a:cubicBezTo>
                    <a:pt x="179" y="596"/>
                    <a:pt x="167" y="548"/>
                    <a:pt x="132" y="501"/>
                  </a:cubicBezTo>
                  <a:cubicBezTo>
                    <a:pt x="96" y="524"/>
                    <a:pt x="48" y="548"/>
                    <a:pt x="1" y="560"/>
                  </a:cubicBezTo>
                  <a:lnTo>
                    <a:pt x="96" y="703"/>
                  </a:lnTo>
                  <a:cubicBezTo>
                    <a:pt x="1298" y="2548"/>
                    <a:pt x="3370" y="3691"/>
                    <a:pt x="5609" y="3691"/>
                  </a:cubicBezTo>
                  <a:cubicBezTo>
                    <a:pt x="8073" y="3691"/>
                    <a:pt x="10300" y="2334"/>
                    <a:pt x="11443" y="191"/>
                  </a:cubicBezTo>
                  <a:cubicBezTo>
                    <a:pt x="11478" y="155"/>
                    <a:pt x="11502" y="108"/>
                    <a:pt x="11526" y="60"/>
                  </a:cubicBezTo>
                  <a:cubicBezTo>
                    <a:pt x="11466" y="48"/>
                    <a:pt x="11419" y="36"/>
                    <a:pt x="11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9">
              <a:extLst>
                <a:ext uri="{FF2B5EF4-FFF2-40B4-BE49-F238E27FC236}">
                  <a16:creationId xmlns:a16="http://schemas.microsoft.com/office/drawing/2014/main" id="{9CB2BF64-4B14-9B8B-D01E-3ABAED3677C1}"/>
                </a:ext>
              </a:extLst>
            </p:cNvPr>
            <p:cNvSpPr/>
            <p:nvPr/>
          </p:nvSpPr>
          <p:spPr>
            <a:xfrm>
              <a:off x="2818291" y="681581"/>
              <a:ext cx="90922" cy="90922"/>
            </a:xfrm>
            <a:custGeom>
              <a:avLst/>
              <a:gdLst/>
              <a:ahLst/>
              <a:cxnLst/>
              <a:rect l="l" t="t" r="r" b="b"/>
              <a:pathLst>
                <a:path w="2323" h="2323" extrusionOk="0">
                  <a:moveTo>
                    <a:pt x="1132" y="167"/>
                  </a:moveTo>
                  <a:cubicBezTo>
                    <a:pt x="1679" y="167"/>
                    <a:pt x="2144" y="620"/>
                    <a:pt x="2144" y="1179"/>
                  </a:cubicBezTo>
                  <a:cubicBezTo>
                    <a:pt x="2144" y="1536"/>
                    <a:pt x="1953" y="1870"/>
                    <a:pt x="1644" y="2048"/>
                  </a:cubicBezTo>
                  <a:cubicBezTo>
                    <a:pt x="1596" y="2072"/>
                    <a:pt x="1548" y="2084"/>
                    <a:pt x="1501" y="2108"/>
                  </a:cubicBezTo>
                  <a:cubicBezTo>
                    <a:pt x="1382" y="2144"/>
                    <a:pt x="1263" y="2179"/>
                    <a:pt x="1132" y="2179"/>
                  </a:cubicBezTo>
                  <a:cubicBezTo>
                    <a:pt x="584" y="2179"/>
                    <a:pt x="120" y="1727"/>
                    <a:pt x="120" y="1167"/>
                  </a:cubicBezTo>
                  <a:cubicBezTo>
                    <a:pt x="120" y="822"/>
                    <a:pt x="286" y="524"/>
                    <a:pt x="548" y="346"/>
                  </a:cubicBezTo>
                  <a:cubicBezTo>
                    <a:pt x="596" y="322"/>
                    <a:pt x="643" y="286"/>
                    <a:pt x="691" y="274"/>
                  </a:cubicBezTo>
                  <a:cubicBezTo>
                    <a:pt x="822" y="203"/>
                    <a:pt x="989" y="167"/>
                    <a:pt x="1132" y="167"/>
                  </a:cubicBezTo>
                  <a:close/>
                  <a:moveTo>
                    <a:pt x="1144" y="1"/>
                  </a:moveTo>
                  <a:cubicBezTo>
                    <a:pt x="953" y="1"/>
                    <a:pt x="774" y="48"/>
                    <a:pt x="608" y="143"/>
                  </a:cubicBezTo>
                  <a:cubicBezTo>
                    <a:pt x="572" y="167"/>
                    <a:pt x="524" y="179"/>
                    <a:pt x="489" y="215"/>
                  </a:cubicBezTo>
                  <a:cubicBezTo>
                    <a:pt x="191" y="417"/>
                    <a:pt x="1" y="763"/>
                    <a:pt x="1" y="1167"/>
                  </a:cubicBezTo>
                  <a:cubicBezTo>
                    <a:pt x="1" y="1810"/>
                    <a:pt x="524" y="2322"/>
                    <a:pt x="1167" y="2322"/>
                  </a:cubicBezTo>
                  <a:cubicBezTo>
                    <a:pt x="1322" y="2322"/>
                    <a:pt x="1477" y="2298"/>
                    <a:pt x="1608" y="2239"/>
                  </a:cubicBezTo>
                  <a:cubicBezTo>
                    <a:pt x="1655" y="2227"/>
                    <a:pt x="1703" y="2191"/>
                    <a:pt x="1739" y="2168"/>
                  </a:cubicBezTo>
                  <a:cubicBezTo>
                    <a:pt x="2084" y="1953"/>
                    <a:pt x="2322" y="1584"/>
                    <a:pt x="2322" y="1167"/>
                  </a:cubicBezTo>
                  <a:cubicBezTo>
                    <a:pt x="2298" y="524"/>
                    <a:pt x="1786" y="1"/>
                    <a:pt x="1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9">
              <a:extLst>
                <a:ext uri="{FF2B5EF4-FFF2-40B4-BE49-F238E27FC236}">
                  <a16:creationId xmlns:a16="http://schemas.microsoft.com/office/drawing/2014/main" id="{E632A024-3FA6-2CFF-382D-2FDCF1AC4EB0}"/>
                </a:ext>
              </a:extLst>
            </p:cNvPr>
            <p:cNvSpPr/>
            <p:nvPr/>
          </p:nvSpPr>
          <p:spPr>
            <a:xfrm>
              <a:off x="2376988" y="704400"/>
              <a:ext cx="45716" cy="45716"/>
            </a:xfrm>
            <a:custGeom>
              <a:avLst/>
              <a:gdLst/>
              <a:ahLst/>
              <a:cxnLst/>
              <a:rect l="l" t="t" r="r" b="b"/>
              <a:pathLst>
                <a:path w="1168" h="1168" extrusionOk="0">
                  <a:moveTo>
                    <a:pt x="619" y="156"/>
                  </a:moveTo>
                  <a:cubicBezTo>
                    <a:pt x="667" y="156"/>
                    <a:pt x="727" y="168"/>
                    <a:pt x="774" y="191"/>
                  </a:cubicBezTo>
                  <a:cubicBezTo>
                    <a:pt x="917" y="275"/>
                    <a:pt x="1012" y="418"/>
                    <a:pt x="1012" y="584"/>
                  </a:cubicBezTo>
                  <a:cubicBezTo>
                    <a:pt x="1024" y="823"/>
                    <a:pt x="834" y="1013"/>
                    <a:pt x="572" y="1013"/>
                  </a:cubicBezTo>
                  <a:cubicBezTo>
                    <a:pt x="334" y="1013"/>
                    <a:pt x="143" y="823"/>
                    <a:pt x="143" y="584"/>
                  </a:cubicBezTo>
                  <a:cubicBezTo>
                    <a:pt x="143" y="346"/>
                    <a:pt x="334" y="156"/>
                    <a:pt x="572" y="156"/>
                  </a:cubicBezTo>
                  <a:close/>
                  <a:moveTo>
                    <a:pt x="572" y="1"/>
                  </a:moveTo>
                  <a:cubicBezTo>
                    <a:pt x="250" y="1"/>
                    <a:pt x="0" y="275"/>
                    <a:pt x="0" y="584"/>
                  </a:cubicBezTo>
                  <a:cubicBezTo>
                    <a:pt x="0" y="906"/>
                    <a:pt x="262" y="1168"/>
                    <a:pt x="572" y="1168"/>
                  </a:cubicBezTo>
                  <a:cubicBezTo>
                    <a:pt x="905" y="1168"/>
                    <a:pt x="1155" y="894"/>
                    <a:pt x="1155" y="584"/>
                  </a:cubicBezTo>
                  <a:cubicBezTo>
                    <a:pt x="1167" y="358"/>
                    <a:pt x="1036" y="168"/>
                    <a:pt x="858" y="61"/>
                  </a:cubicBezTo>
                  <a:cubicBezTo>
                    <a:pt x="810" y="37"/>
                    <a:pt x="774" y="13"/>
                    <a:pt x="715" y="13"/>
                  </a:cubicBezTo>
                  <a:cubicBezTo>
                    <a:pt x="667" y="1"/>
                    <a:pt x="619" y="1"/>
                    <a:pt x="5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9">
              <a:extLst>
                <a:ext uri="{FF2B5EF4-FFF2-40B4-BE49-F238E27FC236}">
                  <a16:creationId xmlns:a16="http://schemas.microsoft.com/office/drawing/2014/main" id="{6676E966-5100-AB12-CF14-9D4EC04A1155}"/>
                </a:ext>
              </a:extLst>
            </p:cNvPr>
            <p:cNvSpPr/>
            <p:nvPr/>
          </p:nvSpPr>
          <p:spPr>
            <a:xfrm>
              <a:off x="3308050" y="704400"/>
              <a:ext cx="45716" cy="45716"/>
            </a:xfrm>
            <a:custGeom>
              <a:avLst/>
              <a:gdLst/>
              <a:ahLst/>
              <a:cxnLst/>
              <a:rect l="l" t="t" r="r" b="b"/>
              <a:pathLst>
                <a:path w="1168" h="1168" extrusionOk="0">
                  <a:moveTo>
                    <a:pt x="584" y="132"/>
                  </a:moveTo>
                  <a:cubicBezTo>
                    <a:pt x="823" y="132"/>
                    <a:pt x="1013" y="334"/>
                    <a:pt x="1013" y="572"/>
                  </a:cubicBezTo>
                  <a:cubicBezTo>
                    <a:pt x="1013" y="823"/>
                    <a:pt x="823" y="1013"/>
                    <a:pt x="584" y="1013"/>
                  </a:cubicBezTo>
                  <a:cubicBezTo>
                    <a:pt x="549" y="1013"/>
                    <a:pt x="525" y="1013"/>
                    <a:pt x="513" y="1001"/>
                  </a:cubicBezTo>
                  <a:cubicBezTo>
                    <a:pt x="465" y="989"/>
                    <a:pt x="406" y="965"/>
                    <a:pt x="358" y="942"/>
                  </a:cubicBezTo>
                  <a:cubicBezTo>
                    <a:pt x="227" y="870"/>
                    <a:pt x="156" y="715"/>
                    <a:pt x="156" y="572"/>
                  </a:cubicBezTo>
                  <a:cubicBezTo>
                    <a:pt x="156" y="334"/>
                    <a:pt x="346" y="132"/>
                    <a:pt x="584" y="132"/>
                  </a:cubicBezTo>
                  <a:close/>
                  <a:moveTo>
                    <a:pt x="584" y="1"/>
                  </a:moveTo>
                  <a:cubicBezTo>
                    <a:pt x="251" y="1"/>
                    <a:pt x="1" y="275"/>
                    <a:pt x="1" y="584"/>
                  </a:cubicBezTo>
                  <a:cubicBezTo>
                    <a:pt x="1" y="811"/>
                    <a:pt x="120" y="989"/>
                    <a:pt x="299" y="1084"/>
                  </a:cubicBezTo>
                  <a:cubicBezTo>
                    <a:pt x="346" y="1120"/>
                    <a:pt x="394" y="1132"/>
                    <a:pt x="430" y="1144"/>
                  </a:cubicBezTo>
                  <a:cubicBezTo>
                    <a:pt x="477" y="1168"/>
                    <a:pt x="537" y="1168"/>
                    <a:pt x="584" y="1168"/>
                  </a:cubicBezTo>
                  <a:cubicBezTo>
                    <a:pt x="918" y="1168"/>
                    <a:pt x="1168" y="894"/>
                    <a:pt x="1168" y="584"/>
                  </a:cubicBezTo>
                  <a:cubicBezTo>
                    <a:pt x="1168" y="251"/>
                    <a:pt x="918"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9">
              <a:extLst>
                <a:ext uri="{FF2B5EF4-FFF2-40B4-BE49-F238E27FC236}">
                  <a16:creationId xmlns:a16="http://schemas.microsoft.com/office/drawing/2014/main" id="{D262F3B6-01F0-EBC0-7252-E15C0FC80D31}"/>
                </a:ext>
              </a:extLst>
            </p:cNvPr>
            <p:cNvSpPr/>
            <p:nvPr/>
          </p:nvSpPr>
          <p:spPr>
            <a:xfrm>
              <a:off x="2843458" y="707218"/>
              <a:ext cx="39649" cy="39649"/>
            </a:xfrm>
            <a:custGeom>
              <a:avLst/>
              <a:gdLst/>
              <a:ahLst/>
              <a:cxnLst/>
              <a:rect l="l" t="t" r="r" b="b"/>
              <a:pathLst>
                <a:path w="1013" h="1013" extrusionOk="0">
                  <a:moveTo>
                    <a:pt x="501" y="0"/>
                  </a:moveTo>
                  <a:cubicBezTo>
                    <a:pt x="227" y="0"/>
                    <a:pt x="0" y="227"/>
                    <a:pt x="0" y="512"/>
                  </a:cubicBezTo>
                  <a:cubicBezTo>
                    <a:pt x="0" y="798"/>
                    <a:pt x="227" y="1012"/>
                    <a:pt x="501" y="1012"/>
                  </a:cubicBezTo>
                  <a:cubicBezTo>
                    <a:pt x="786" y="1012"/>
                    <a:pt x="1012" y="798"/>
                    <a:pt x="1012" y="512"/>
                  </a:cubicBezTo>
                  <a:cubicBezTo>
                    <a:pt x="1012" y="227"/>
                    <a:pt x="786" y="0"/>
                    <a:pt x="5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838;p39">
            <a:extLst>
              <a:ext uri="{FF2B5EF4-FFF2-40B4-BE49-F238E27FC236}">
                <a16:creationId xmlns:a16="http://schemas.microsoft.com/office/drawing/2014/main" id="{09B64414-C73E-1C68-6F18-AC928B82CD4B}"/>
              </a:ext>
            </a:extLst>
          </p:cNvPr>
          <p:cNvGrpSpPr/>
          <p:nvPr/>
        </p:nvGrpSpPr>
        <p:grpSpPr>
          <a:xfrm>
            <a:off x="158501" y="99885"/>
            <a:ext cx="1109440" cy="2219632"/>
            <a:chOff x="1990206" y="3718102"/>
            <a:chExt cx="693443" cy="1387356"/>
          </a:xfrm>
        </p:grpSpPr>
        <p:sp>
          <p:nvSpPr>
            <p:cNvPr id="839" name="Google Shape;839;p39">
              <a:extLst>
                <a:ext uri="{FF2B5EF4-FFF2-40B4-BE49-F238E27FC236}">
                  <a16:creationId xmlns:a16="http://schemas.microsoft.com/office/drawing/2014/main" id="{9BD7454B-6F12-9B4C-81CF-A04D206628FB}"/>
                </a:ext>
              </a:extLst>
            </p:cNvPr>
            <p:cNvSpPr/>
            <p:nvPr/>
          </p:nvSpPr>
          <p:spPr>
            <a:xfrm>
              <a:off x="2431980" y="4000027"/>
              <a:ext cx="251670" cy="251240"/>
            </a:xfrm>
            <a:custGeom>
              <a:avLst/>
              <a:gdLst/>
              <a:ahLst/>
              <a:cxnLst/>
              <a:rect l="l" t="t" r="r" b="b"/>
              <a:pathLst>
                <a:path w="6430" h="6419" fill="none" extrusionOk="0">
                  <a:moveTo>
                    <a:pt x="5203" y="6418"/>
                  </a:moveTo>
                  <a:lnTo>
                    <a:pt x="1227" y="6418"/>
                  </a:lnTo>
                  <a:cubicBezTo>
                    <a:pt x="536" y="6418"/>
                    <a:pt x="0" y="5871"/>
                    <a:pt x="0" y="5204"/>
                  </a:cubicBezTo>
                  <a:lnTo>
                    <a:pt x="0" y="1227"/>
                  </a:lnTo>
                  <a:cubicBezTo>
                    <a:pt x="0" y="537"/>
                    <a:pt x="560" y="1"/>
                    <a:pt x="1227" y="1"/>
                  </a:cubicBezTo>
                  <a:lnTo>
                    <a:pt x="5203" y="1"/>
                  </a:lnTo>
                  <a:cubicBezTo>
                    <a:pt x="5882" y="1"/>
                    <a:pt x="6418" y="560"/>
                    <a:pt x="6418" y="1227"/>
                  </a:cubicBezTo>
                  <a:lnTo>
                    <a:pt x="6418" y="5204"/>
                  </a:lnTo>
                  <a:cubicBezTo>
                    <a:pt x="6430" y="5871"/>
                    <a:pt x="5882" y="6418"/>
                    <a:pt x="5203"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9">
              <a:extLst>
                <a:ext uri="{FF2B5EF4-FFF2-40B4-BE49-F238E27FC236}">
                  <a16:creationId xmlns:a16="http://schemas.microsoft.com/office/drawing/2014/main" id="{DD1C178E-D144-B589-11FF-0C47F4ED38AE}"/>
                </a:ext>
              </a:extLst>
            </p:cNvPr>
            <p:cNvSpPr/>
            <p:nvPr/>
          </p:nvSpPr>
          <p:spPr>
            <a:xfrm>
              <a:off x="1993455" y="4000027"/>
              <a:ext cx="376566" cy="251240"/>
            </a:xfrm>
            <a:custGeom>
              <a:avLst/>
              <a:gdLst/>
              <a:ahLst/>
              <a:cxnLst/>
              <a:rect l="l" t="t" r="r" b="b"/>
              <a:pathLst>
                <a:path w="9621" h="6419" fill="none" extrusionOk="0">
                  <a:moveTo>
                    <a:pt x="8382" y="6418"/>
                  </a:moveTo>
                  <a:lnTo>
                    <a:pt x="1227" y="6418"/>
                  </a:lnTo>
                  <a:cubicBezTo>
                    <a:pt x="536" y="6418"/>
                    <a:pt x="0" y="5871"/>
                    <a:pt x="0" y="5204"/>
                  </a:cubicBezTo>
                  <a:lnTo>
                    <a:pt x="0" y="1227"/>
                  </a:lnTo>
                  <a:cubicBezTo>
                    <a:pt x="0" y="537"/>
                    <a:pt x="548" y="1"/>
                    <a:pt x="1227" y="1"/>
                  </a:cubicBezTo>
                  <a:lnTo>
                    <a:pt x="8382" y="1"/>
                  </a:lnTo>
                  <a:cubicBezTo>
                    <a:pt x="9061" y="1"/>
                    <a:pt x="9597" y="560"/>
                    <a:pt x="9597" y="1227"/>
                  </a:cubicBezTo>
                  <a:lnTo>
                    <a:pt x="9597" y="5204"/>
                  </a:lnTo>
                  <a:cubicBezTo>
                    <a:pt x="9621" y="5871"/>
                    <a:pt x="9061" y="6418"/>
                    <a:pt x="838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9">
              <a:extLst>
                <a:ext uri="{FF2B5EF4-FFF2-40B4-BE49-F238E27FC236}">
                  <a16:creationId xmlns:a16="http://schemas.microsoft.com/office/drawing/2014/main" id="{26BE3587-ED56-3BEB-FD61-27A99657A0D4}"/>
                </a:ext>
              </a:extLst>
            </p:cNvPr>
            <p:cNvSpPr/>
            <p:nvPr/>
          </p:nvSpPr>
          <p:spPr>
            <a:xfrm>
              <a:off x="2534957" y="4080186"/>
              <a:ext cx="65755" cy="84856"/>
            </a:xfrm>
            <a:custGeom>
              <a:avLst/>
              <a:gdLst/>
              <a:ahLst/>
              <a:cxnLst/>
              <a:rect l="l" t="t" r="r" b="b"/>
              <a:pathLst>
                <a:path w="1680" h="2168" extrusionOk="0">
                  <a:moveTo>
                    <a:pt x="846" y="203"/>
                  </a:moveTo>
                  <a:cubicBezTo>
                    <a:pt x="1024" y="203"/>
                    <a:pt x="1167" y="263"/>
                    <a:pt x="1263" y="394"/>
                  </a:cubicBezTo>
                  <a:cubicBezTo>
                    <a:pt x="1370" y="536"/>
                    <a:pt x="1429" y="715"/>
                    <a:pt x="1429" y="941"/>
                  </a:cubicBezTo>
                  <a:cubicBezTo>
                    <a:pt x="1429" y="1167"/>
                    <a:pt x="1370" y="1358"/>
                    <a:pt x="1263" y="1489"/>
                  </a:cubicBezTo>
                  <a:cubicBezTo>
                    <a:pt x="1167" y="1620"/>
                    <a:pt x="1024" y="1679"/>
                    <a:pt x="846" y="1679"/>
                  </a:cubicBezTo>
                  <a:cubicBezTo>
                    <a:pt x="667" y="1679"/>
                    <a:pt x="524" y="1620"/>
                    <a:pt x="417" y="1489"/>
                  </a:cubicBezTo>
                  <a:cubicBezTo>
                    <a:pt x="310" y="1358"/>
                    <a:pt x="262" y="1167"/>
                    <a:pt x="262" y="941"/>
                  </a:cubicBezTo>
                  <a:cubicBezTo>
                    <a:pt x="262" y="715"/>
                    <a:pt x="310" y="536"/>
                    <a:pt x="417" y="394"/>
                  </a:cubicBezTo>
                  <a:cubicBezTo>
                    <a:pt x="524" y="263"/>
                    <a:pt x="667" y="203"/>
                    <a:pt x="846" y="203"/>
                  </a:cubicBezTo>
                  <a:close/>
                  <a:moveTo>
                    <a:pt x="846" y="1"/>
                  </a:moveTo>
                  <a:cubicBezTo>
                    <a:pt x="584" y="1"/>
                    <a:pt x="382" y="84"/>
                    <a:pt x="227" y="251"/>
                  </a:cubicBezTo>
                  <a:cubicBezTo>
                    <a:pt x="72" y="429"/>
                    <a:pt x="1" y="656"/>
                    <a:pt x="1" y="941"/>
                  </a:cubicBezTo>
                  <a:cubicBezTo>
                    <a:pt x="1" y="1227"/>
                    <a:pt x="72" y="1453"/>
                    <a:pt x="227" y="1632"/>
                  </a:cubicBezTo>
                  <a:cubicBezTo>
                    <a:pt x="382" y="1799"/>
                    <a:pt x="584" y="1882"/>
                    <a:pt x="846" y="1882"/>
                  </a:cubicBezTo>
                  <a:lnTo>
                    <a:pt x="941" y="1882"/>
                  </a:lnTo>
                  <a:lnTo>
                    <a:pt x="1215" y="2168"/>
                  </a:lnTo>
                  <a:lnTo>
                    <a:pt x="1513" y="2168"/>
                  </a:lnTo>
                  <a:lnTo>
                    <a:pt x="1191" y="1822"/>
                  </a:lnTo>
                  <a:cubicBezTo>
                    <a:pt x="1346" y="1751"/>
                    <a:pt x="1477" y="1632"/>
                    <a:pt x="1560" y="1489"/>
                  </a:cubicBezTo>
                  <a:cubicBezTo>
                    <a:pt x="1644" y="1334"/>
                    <a:pt x="1679" y="1156"/>
                    <a:pt x="1679" y="941"/>
                  </a:cubicBezTo>
                  <a:cubicBezTo>
                    <a:pt x="1679" y="656"/>
                    <a:pt x="1608" y="429"/>
                    <a:pt x="1453" y="251"/>
                  </a:cubicBezTo>
                  <a:cubicBezTo>
                    <a:pt x="1298" y="84"/>
                    <a:pt x="1096" y="1"/>
                    <a:pt x="8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9">
              <a:extLst>
                <a:ext uri="{FF2B5EF4-FFF2-40B4-BE49-F238E27FC236}">
                  <a16:creationId xmlns:a16="http://schemas.microsoft.com/office/drawing/2014/main" id="{BD9A60AA-60EA-BF35-9F18-87F643D27941}"/>
                </a:ext>
              </a:extLst>
            </p:cNvPr>
            <p:cNvSpPr/>
            <p:nvPr/>
          </p:nvSpPr>
          <p:spPr>
            <a:xfrm>
              <a:off x="2092714" y="3887734"/>
              <a:ext cx="36870" cy="49904"/>
            </a:xfrm>
            <a:custGeom>
              <a:avLst/>
              <a:gdLst/>
              <a:ahLst/>
              <a:cxnLst/>
              <a:rect l="l" t="t" r="r" b="b"/>
              <a:pathLst>
                <a:path w="942" h="1275" extrusionOk="0">
                  <a:moveTo>
                    <a:pt x="465" y="131"/>
                  </a:moveTo>
                  <a:cubicBezTo>
                    <a:pt x="560" y="131"/>
                    <a:pt x="620" y="167"/>
                    <a:pt x="679" y="239"/>
                  </a:cubicBezTo>
                  <a:cubicBezTo>
                    <a:pt x="727" y="298"/>
                    <a:pt x="751" y="381"/>
                    <a:pt x="751" y="500"/>
                  </a:cubicBezTo>
                  <a:cubicBezTo>
                    <a:pt x="751" y="608"/>
                    <a:pt x="727" y="691"/>
                    <a:pt x="679" y="762"/>
                  </a:cubicBezTo>
                  <a:cubicBezTo>
                    <a:pt x="620" y="822"/>
                    <a:pt x="560" y="858"/>
                    <a:pt x="465" y="858"/>
                  </a:cubicBezTo>
                  <a:cubicBezTo>
                    <a:pt x="381" y="858"/>
                    <a:pt x="322" y="822"/>
                    <a:pt x="262" y="762"/>
                  </a:cubicBezTo>
                  <a:cubicBezTo>
                    <a:pt x="215" y="691"/>
                    <a:pt x="191" y="608"/>
                    <a:pt x="191" y="500"/>
                  </a:cubicBezTo>
                  <a:cubicBezTo>
                    <a:pt x="191" y="393"/>
                    <a:pt x="215" y="298"/>
                    <a:pt x="262" y="239"/>
                  </a:cubicBezTo>
                  <a:cubicBezTo>
                    <a:pt x="322" y="167"/>
                    <a:pt x="381" y="131"/>
                    <a:pt x="465" y="131"/>
                  </a:cubicBezTo>
                  <a:close/>
                  <a:moveTo>
                    <a:pt x="465" y="0"/>
                  </a:moveTo>
                  <a:cubicBezTo>
                    <a:pt x="322" y="0"/>
                    <a:pt x="215" y="36"/>
                    <a:pt x="131" y="131"/>
                  </a:cubicBezTo>
                  <a:cubicBezTo>
                    <a:pt x="36" y="227"/>
                    <a:pt x="0" y="346"/>
                    <a:pt x="0" y="500"/>
                  </a:cubicBezTo>
                  <a:cubicBezTo>
                    <a:pt x="0" y="655"/>
                    <a:pt x="36" y="774"/>
                    <a:pt x="131" y="858"/>
                  </a:cubicBezTo>
                  <a:cubicBezTo>
                    <a:pt x="215" y="953"/>
                    <a:pt x="322" y="1001"/>
                    <a:pt x="465" y="1001"/>
                  </a:cubicBezTo>
                  <a:cubicBezTo>
                    <a:pt x="620" y="1001"/>
                    <a:pt x="727" y="953"/>
                    <a:pt x="810" y="870"/>
                  </a:cubicBezTo>
                  <a:cubicBezTo>
                    <a:pt x="893" y="774"/>
                    <a:pt x="941" y="655"/>
                    <a:pt x="941" y="500"/>
                  </a:cubicBezTo>
                  <a:cubicBezTo>
                    <a:pt x="941" y="346"/>
                    <a:pt x="893" y="227"/>
                    <a:pt x="810" y="131"/>
                  </a:cubicBezTo>
                  <a:cubicBezTo>
                    <a:pt x="727" y="36"/>
                    <a:pt x="620" y="0"/>
                    <a:pt x="465" y="0"/>
                  </a:cubicBezTo>
                  <a:close/>
                  <a:moveTo>
                    <a:pt x="48" y="1132"/>
                  </a:moveTo>
                  <a:lnTo>
                    <a:pt x="48" y="1274"/>
                  </a:lnTo>
                  <a:lnTo>
                    <a:pt x="893" y="1274"/>
                  </a:lnTo>
                  <a:lnTo>
                    <a:pt x="893" y="11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9">
              <a:extLst>
                <a:ext uri="{FF2B5EF4-FFF2-40B4-BE49-F238E27FC236}">
                  <a16:creationId xmlns:a16="http://schemas.microsoft.com/office/drawing/2014/main" id="{2CA1C704-20EE-CE4E-5A6F-DEA2F78818CE}"/>
                </a:ext>
              </a:extLst>
            </p:cNvPr>
            <p:cNvSpPr/>
            <p:nvPr/>
          </p:nvSpPr>
          <p:spPr>
            <a:xfrm>
              <a:off x="2093653" y="3766087"/>
              <a:ext cx="34052" cy="50373"/>
            </a:xfrm>
            <a:custGeom>
              <a:avLst/>
              <a:gdLst/>
              <a:ahLst/>
              <a:cxnLst/>
              <a:rect l="l" t="t" r="r" b="b"/>
              <a:pathLst>
                <a:path w="870" h="1287" extrusionOk="0">
                  <a:moveTo>
                    <a:pt x="679" y="513"/>
                  </a:moveTo>
                  <a:lnTo>
                    <a:pt x="679" y="549"/>
                  </a:lnTo>
                  <a:cubicBezTo>
                    <a:pt x="679" y="644"/>
                    <a:pt x="655" y="715"/>
                    <a:pt x="608" y="775"/>
                  </a:cubicBezTo>
                  <a:cubicBezTo>
                    <a:pt x="548" y="834"/>
                    <a:pt x="477" y="858"/>
                    <a:pt x="393" y="858"/>
                  </a:cubicBezTo>
                  <a:cubicBezTo>
                    <a:pt x="334" y="858"/>
                    <a:pt x="274" y="846"/>
                    <a:pt x="238" y="811"/>
                  </a:cubicBezTo>
                  <a:cubicBezTo>
                    <a:pt x="203" y="787"/>
                    <a:pt x="179" y="739"/>
                    <a:pt x="179" y="691"/>
                  </a:cubicBezTo>
                  <a:cubicBezTo>
                    <a:pt x="179" y="632"/>
                    <a:pt x="203" y="584"/>
                    <a:pt x="250" y="549"/>
                  </a:cubicBezTo>
                  <a:cubicBezTo>
                    <a:pt x="310" y="525"/>
                    <a:pt x="393" y="513"/>
                    <a:pt x="524" y="513"/>
                  </a:cubicBezTo>
                  <a:close/>
                  <a:moveTo>
                    <a:pt x="417" y="1"/>
                  </a:moveTo>
                  <a:cubicBezTo>
                    <a:pt x="369" y="1"/>
                    <a:pt x="310" y="13"/>
                    <a:pt x="250" y="25"/>
                  </a:cubicBezTo>
                  <a:cubicBezTo>
                    <a:pt x="191" y="37"/>
                    <a:pt x="131" y="49"/>
                    <a:pt x="72" y="72"/>
                  </a:cubicBezTo>
                  <a:lnTo>
                    <a:pt x="72" y="227"/>
                  </a:lnTo>
                  <a:cubicBezTo>
                    <a:pt x="131" y="203"/>
                    <a:pt x="179" y="179"/>
                    <a:pt x="238" y="168"/>
                  </a:cubicBezTo>
                  <a:cubicBezTo>
                    <a:pt x="298" y="156"/>
                    <a:pt x="346" y="144"/>
                    <a:pt x="393" y="144"/>
                  </a:cubicBezTo>
                  <a:cubicBezTo>
                    <a:pt x="488" y="144"/>
                    <a:pt x="560" y="168"/>
                    <a:pt x="608" y="203"/>
                  </a:cubicBezTo>
                  <a:cubicBezTo>
                    <a:pt x="655" y="239"/>
                    <a:pt x="679" y="299"/>
                    <a:pt x="679" y="370"/>
                  </a:cubicBezTo>
                  <a:lnTo>
                    <a:pt x="465" y="370"/>
                  </a:lnTo>
                  <a:cubicBezTo>
                    <a:pt x="310" y="370"/>
                    <a:pt x="191" y="406"/>
                    <a:pt x="119" y="453"/>
                  </a:cubicBezTo>
                  <a:cubicBezTo>
                    <a:pt x="36" y="513"/>
                    <a:pt x="0" y="596"/>
                    <a:pt x="0" y="703"/>
                  </a:cubicBezTo>
                  <a:cubicBezTo>
                    <a:pt x="0" y="799"/>
                    <a:pt x="24" y="870"/>
                    <a:pt x="96" y="930"/>
                  </a:cubicBezTo>
                  <a:cubicBezTo>
                    <a:pt x="155" y="977"/>
                    <a:pt x="238" y="1001"/>
                    <a:pt x="334" y="1001"/>
                  </a:cubicBezTo>
                  <a:cubicBezTo>
                    <a:pt x="417" y="1001"/>
                    <a:pt x="477" y="989"/>
                    <a:pt x="536" y="965"/>
                  </a:cubicBezTo>
                  <a:cubicBezTo>
                    <a:pt x="596" y="941"/>
                    <a:pt x="643" y="894"/>
                    <a:pt x="679" y="846"/>
                  </a:cubicBezTo>
                  <a:lnTo>
                    <a:pt x="679" y="989"/>
                  </a:lnTo>
                  <a:lnTo>
                    <a:pt x="858" y="989"/>
                  </a:lnTo>
                  <a:lnTo>
                    <a:pt x="858" y="441"/>
                  </a:lnTo>
                  <a:cubicBezTo>
                    <a:pt x="858" y="299"/>
                    <a:pt x="822" y="179"/>
                    <a:pt x="750" y="108"/>
                  </a:cubicBezTo>
                  <a:cubicBezTo>
                    <a:pt x="679" y="37"/>
                    <a:pt x="572" y="1"/>
                    <a:pt x="417" y="1"/>
                  </a:cubicBezTo>
                  <a:close/>
                  <a:moveTo>
                    <a:pt x="24" y="1132"/>
                  </a:moveTo>
                  <a:lnTo>
                    <a:pt x="24" y="1287"/>
                  </a:lnTo>
                  <a:lnTo>
                    <a:pt x="869" y="1287"/>
                  </a:lnTo>
                  <a:lnTo>
                    <a:pt x="869" y="11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9">
              <a:extLst>
                <a:ext uri="{FF2B5EF4-FFF2-40B4-BE49-F238E27FC236}">
                  <a16:creationId xmlns:a16="http://schemas.microsoft.com/office/drawing/2014/main" id="{91DB5853-3786-AFF0-CF24-886BFBE32C72}"/>
                </a:ext>
              </a:extLst>
            </p:cNvPr>
            <p:cNvSpPr/>
            <p:nvPr/>
          </p:nvSpPr>
          <p:spPr>
            <a:xfrm>
              <a:off x="1993455" y="3718102"/>
              <a:ext cx="251670" cy="251201"/>
            </a:xfrm>
            <a:custGeom>
              <a:avLst/>
              <a:gdLst/>
              <a:ahLst/>
              <a:cxnLst/>
              <a:rect l="l" t="t" r="r" b="b"/>
              <a:pathLst>
                <a:path w="6430" h="6418" fill="none" extrusionOk="0">
                  <a:moveTo>
                    <a:pt x="5192" y="6418"/>
                  </a:moveTo>
                  <a:lnTo>
                    <a:pt x="1227" y="6418"/>
                  </a:lnTo>
                  <a:cubicBezTo>
                    <a:pt x="536" y="6418"/>
                    <a:pt x="0" y="5870"/>
                    <a:pt x="0" y="5204"/>
                  </a:cubicBezTo>
                  <a:lnTo>
                    <a:pt x="0" y="1227"/>
                  </a:lnTo>
                  <a:cubicBezTo>
                    <a:pt x="0" y="548"/>
                    <a:pt x="548" y="1"/>
                    <a:pt x="1227" y="1"/>
                  </a:cubicBezTo>
                  <a:lnTo>
                    <a:pt x="5192" y="1"/>
                  </a:lnTo>
                  <a:cubicBezTo>
                    <a:pt x="5882" y="1"/>
                    <a:pt x="6418" y="560"/>
                    <a:pt x="6418" y="1227"/>
                  </a:cubicBezTo>
                  <a:lnTo>
                    <a:pt x="6418" y="5204"/>
                  </a:lnTo>
                  <a:cubicBezTo>
                    <a:pt x="6430" y="5870"/>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9">
              <a:extLst>
                <a:ext uri="{FF2B5EF4-FFF2-40B4-BE49-F238E27FC236}">
                  <a16:creationId xmlns:a16="http://schemas.microsoft.com/office/drawing/2014/main" id="{1F8E3766-BBC2-16F2-0078-21ACE93F005A}"/>
                </a:ext>
              </a:extLst>
            </p:cNvPr>
            <p:cNvSpPr/>
            <p:nvPr/>
          </p:nvSpPr>
          <p:spPr>
            <a:xfrm>
              <a:off x="2305675" y="3718102"/>
              <a:ext cx="251670" cy="251201"/>
            </a:xfrm>
            <a:custGeom>
              <a:avLst/>
              <a:gdLst/>
              <a:ahLst/>
              <a:cxnLst/>
              <a:rect l="l" t="t" r="r" b="b"/>
              <a:pathLst>
                <a:path w="6430" h="6418" fill="none" extrusionOk="0">
                  <a:moveTo>
                    <a:pt x="5216" y="6418"/>
                  </a:moveTo>
                  <a:lnTo>
                    <a:pt x="1227" y="6418"/>
                  </a:lnTo>
                  <a:cubicBezTo>
                    <a:pt x="536" y="6418"/>
                    <a:pt x="1" y="5870"/>
                    <a:pt x="1" y="5204"/>
                  </a:cubicBezTo>
                  <a:lnTo>
                    <a:pt x="1" y="1227"/>
                  </a:lnTo>
                  <a:cubicBezTo>
                    <a:pt x="1" y="548"/>
                    <a:pt x="548" y="1"/>
                    <a:pt x="1227" y="1"/>
                  </a:cubicBezTo>
                  <a:lnTo>
                    <a:pt x="5192" y="1"/>
                  </a:lnTo>
                  <a:cubicBezTo>
                    <a:pt x="5882" y="1"/>
                    <a:pt x="6418" y="560"/>
                    <a:pt x="6418" y="1227"/>
                  </a:cubicBezTo>
                  <a:lnTo>
                    <a:pt x="6418" y="5204"/>
                  </a:lnTo>
                  <a:cubicBezTo>
                    <a:pt x="6430" y="5870"/>
                    <a:pt x="5882" y="6418"/>
                    <a:pt x="521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9">
              <a:extLst>
                <a:ext uri="{FF2B5EF4-FFF2-40B4-BE49-F238E27FC236}">
                  <a16:creationId xmlns:a16="http://schemas.microsoft.com/office/drawing/2014/main" id="{5C6BA6A9-2ABF-E03C-35B5-E39413C56A9F}"/>
                </a:ext>
              </a:extLst>
            </p:cNvPr>
            <p:cNvSpPr/>
            <p:nvPr/>
          </p:nvSpPr>
          <p:spPr>
            <a:xfrm>
              <a:off x="1993455" y="4854218"/>
              <a:ext cx="251670" cy="251240"/>
            </a:xfrm>
            <a:custGeom>
              <a:avLst/>
              <a:gdLst/>
              <a:ahLst/>
              <a:cxnLst/>
              <a:rect l="l" t="t" r="r" b="b"/>
              <a:pathLst>
                <a:path w="6430" h="6419" fill="none" extrusionOk="0">
                  <a:moveTo>
                    <a:pt x="5192" y="6418"/>
                  </a:moveTo>
                  <a:lnTo>
                    <a:pt x="1227" y="6418"/>
                  </a:lnTo>
                  <a:cubicBezTo>
                    <a:pt x="536" y="6418"/>
                    <a:pt x="0" y="5871"/>
                    <a:pt x="0" y="5192"/>
                  </a:cubicBezTo>
                  <a:lnTo>
                    <a:pt x="0" y="1227"/>
                  </a:lnTo>
                  <a:cubicBezTo>
                    <a:pt x="0" y="537"/>
                    <a:pt x="548" y="1"/>
                    <a:pt x="1227" y="1"/>
                  </a:cubicBezTo>
                  <a:lnTo>
                    <a:pt x="5192" y="1"/>
                  </a:lnTo>
                  <a:cubicBezTo>
                    <a:pt x="5882" y="1"/>
                    <a:pt x="6418" y="549"/>
                    <a:pt x="6418" y="1227"/>
                  </a:cubicBezTo>
                  <a:lnTo>
                    <a:pt x="6418" y="5192"/>
                  </a:lnTo>
                  <a:cubicBezTo>
                    <a:pt x="6430" y="5871"/>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9">
              <a:extLst>
                <a:ext uri="{FF2B5EF4-FFF2-40B4-BE49-F238E27FC236}">
                  <a16:creationId xmlns:a16="http://schemas.microsoft.com/office/drawing/2014/main" id="{E5CDBA73-7FEA-3C27-1E20-1A484BE91DAD}"/>
                </a:ext>
              </a:extLst>
            </p:cNvPr>
            <p:cNvSpPr/>
            <p:nvPr/>
          </p:nvSpPr>
          <p:spPr>
            <a:xfrm>
              <a:off x="2305675" y="4854218"/>
              <a:ext cx="251670" cy="251240"/>
            </a:xfrm>
            <a:custGeom>
              <a:avLst/>
              <a:gdLst/>
              <a:ahLst/>
              <a:cxnLst/>
              <a:rect l="l" t="t" r="r" b="b"/>
              <a:pathLst>
                <a:path w="6430" h="6419" fill="none" extrusionOk="0">
                  <a:moveTo>
                    <a:pt x="5216" y="6418"/>
                  </a:moveTo>
                  <a:lnTo>
                    <a:pt x="1227" y="6418"/>
                  </a:lnTo>
                  <a:cubicBezTo>
                    <a:pt x="536" y="6418"/>
                    <a:pt x="1" y="5871"/>
                    <a:pt x="1" y="5192"/>
                  </a:cubicBezTo>
                  <a:lnTo>
                    <a:pt x="1" y="1227"/>
                  </a:lnTo>
                  <a:cubicBezTo>
                    <a:pt x="1" y="537"/>
                    <a:pt x="548" y="1"/>
                    <a:pt x="1227" y="1"/>
                  </a:cubicBezTo>
                  <a:lnTo>
                    <a:pt x="5192" y="1"/>
                  </a:lnTo>
                  <a:cubicBezTo>
                    <a:pt x="5882" y="1"/>
                    <a:pt x="6418" y="549"/>
                    <a:pt x="6418" y="1227"/>
                  </a:cubicBezTo>
                  <a:lnTo>
                    <a:pt x="6418" y="5192"/>
                  </a:lnTo>
                  <a:cubicBezTo>
                    <a:pt x="6430" y="5871"/>
                    <a:pt x="5882" y="6418"/>
                    <a:pt x="521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9">
              <a:extLst>
                <a:ext uri="{FF2B5EF4-FFF2-40B4-BE49-F238E27FC236}">
                  <a16:creationId xmlns:a16="http://schemas.microsoft.com/office/drawing/2014/main" id="{B173BB88-AEFD-8028-4AD1-3D33D38E5C55}"/>
                </a:ext>
              </a:extLst>
            </p:cNvPr>
            <p:cNvSpPr/>
            <p:nvPr/>
          </p:nvSpPr>
          <p:spPr>
            <a:xfrm>
              <a:off x="1990206" y="4282892"/>
              <a:ext cx="492146" cy="251240"/>
            </a:xfrm>
            <a:custGeom>
              <a:avLst/>
              <a:gdLst/>
              <a:ahLst/>
              <a:cxnLst/>
              <a:rect l="l" t="t" r="r" b="b"/>
              <a:pathLst>
                <a:path w="12574" h="6419" fill="none" extrusionOk="0">
                  <a:moveTo>
                    <a:pt x="11347" y="6418"/>
                  </a:moveTo>
                  <a:lnTo>
                    <a:pt x="1215" y="6418"/>
                  </a:lnTo>
                  <a:cubicBezTo>
                    <a:pt x="524" y="6418"/>
                    <a:pt x="0" y="5859"/>
                    <a:pt x="0" y="5192"/>
                  </a:cubicBezTo>
                  <a:lnTo>
                    <a:pt x="0" y="1215"/>
                  </a:lnTo>
                  <a:cubicBezTo>
                    <a:pt x="0" y="537"/>
                    <a:pt x="548" y="1"/>
                    <a:pt x="1215" y="1"/>
                  </a:cubicBezTo>
                  <a:lnTo>
                    <a:pt x="11347" y="1"/>
                  </a:lnTo>
                  <a:cubicBezTo>
                    <a:pt x="12037" y="1"/>
                    <a:pt x="12573" y="549"/>
                    <a:pt x="12573" y="1215"/>
                  </a:cubicBezTo>
                  <a:lnTo>
                    <a:pt x="12573" y="5192"/>
                  </a:lnTo>
                  <a:cubicBezTo>
                    <a:pt x="12573" y="5859"/>
                    <a:pt x="12025" y="6418"/>
                    <a:pt x="11347"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9">
              <a:extLst>
                <a:ext uri="{FF2B5EF4-FFF2-40B4-BE49-F238E27FC236}">
                  <a16:creationId xmlns:a16="http://schemas.microsoft.com/office/drawing/2014/main" id="{8A5BB0CF-5DED-AD76-9816-65B17D46EB10}"/>
                </a:ext>
              </a:extLst>
            </p:cNvPr>
            <p:cNvSpPr/>
            <p:nvPr/>
          </p:nvSpPr>
          <p:spPr>
            <a:xfrm>
              <a:off x="2032125" y="4714449"/>
              <a:ext cx="80668" cy="69474"/>
            </a:xfrm>
            <a:custGeom>
              <a:avLst/>
              <a:gdLst/>
              <a:ahLst/>
              <a:cxnLst/>
              <a:rect l="l" t="t" r="r" b="b"/>
              <a:pathLst>
                <a:path w="2061" h="1775" fill="none" extrusionOk="0">
                  <a:moveTo>
                    <a:pt x="2060" y="1107"/>
                  </a:moveTo>
                  <a:lnTo>
                    <a:pt x="1037" y="0"/>
                  </a:lnTo>
                  <a:lnTo>
                    <a:pt x="1" y="1107"/>
                  </a:lnTo>
                  <a:lnTo>
                    <a:pt x="477" y="1107"/>
                  </a:lnTo>
                  <a:lnTo>
                    <a:pt x="477" y="1774"/>
                  </a:lnTo>
                  <a:lnTo>
                    <a:pt x="1584" y="1774"/>
                  </a:lnTo>
                  <a:lnTo>
                    <a:pt x="1584" y="110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9">
              <a:extLst>
                <a:ext uri="{FF2B5EF4-FFF2-40B4-BE49-F238E27FC236}">
                  <a16:creationId xmlns:a16="http://schemas.microsoft.com/office/drawing/2014/main" id="{2F3E3E38-75BA-AA18-4D43-E94744F71EA8}"/>
                </a:ext>
              </a:extLst>
            </p:cNvPr>
            <p:cNvSpPr/>
            <p:nvPr/>
          </p:nvSpPr>
          <p:spPr>
            <a:xfrm>
              <a:off x="2094123" y="4162223"/>
              <a:ext cx="34991" cy="37300"/>
            </a:xfrm>
            <a:custGeom>
              <a:avLst/>
              <a:gdLst/>
              <a:ahLst/>
              <a:cxnLst/>
              <a:rect l="l" t="t" r="r" b="b"/>
              <a:pathLst>
                <a:path w="894" h="953" fill="none" extrusionOk="0">
                  <a:moveTo>
                    <a:pt x="0" y="953"/>
                  </a:moveTo>
                  <a:lnTo>
                    <a:pt x="893" y="476"/>
                  </a:ln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9">
              <a:extLst>
                <a:ext uri="{FF2B5EF4-FFF2-40B4-BE49-F238E27FC236}">
                  <a16:creationId xmlns:a16="http://schemas.microsoft.com/office/drawing/2014/main" id="{5EB330AB-EA5D-58F7-2BB0-DA851C46D176}"/>
                </a:ext>
              </a:extLst>
            </p:cNvPr>
            <p:cNvSpPr/>
            <p:nvPr/>
          </p:nvSpPr>
          <p:spPr>
            <a:xfrm>
              <a:off x="2022810" y="4180854"/>
              <a:ext cx="104895" cy="39"/>
            </a:xfrm>
            <a:custGeom>
              <a:avLst/>
              <a:gdLst/>
              <a:ahLst/>
              <a:cxnLst/>
              <a:rect l="l" t="t" r="r" b="b"/>
              <a:pathLst>
                <a:path w="2680" h="1" fill="none" extrusionOk="0">
                  <a:moveTo>
                    <a:pt x="2679" y="0"/>
                  </a:moveTo>
                  <a:lnTo>
                    <a:pt x="1"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9">
              <a:extLst>
                <a:ext uri="{FF2B5EF4-FFF2-40B4-BE49-F238E27FC236}">
                  <a16:creationId xmlns:a16="http://schemas.microsoft.com/office/drawing/2014/main" id="{890745A5-E859-07D6-6ECA-2917909A55A3}"/>
                </a:ext>
              </a:extLst>
            </p:cNvPr>
            <p:cNvSpPr/>
            <p:nvPr/>
          </p:nvSpPr>
          <p:spPr>
            <a:xfrm>
              <a:off x="2141639" y="4156157"/>
              <a:ext cx="39" cy="49904"/>
            </a:xfrm>
            <a:custGeom>
              <a:avLst/>
              <a:gdLst/>
              <a:ahLst/>
              <a:cxnLst/>
              <a:rect l="l" t="t" r="r" b="b"/>
              <a:pathLst>
                <a:path w="1" h="1275" fill="none" extrusionOk="0">
                  <a:moveTo>
                    <a:pt x="1" y="1274"/>
                  </a:moveTo>
                  <a:lnTo>
                    <a:pt x="1"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9">
              <a:extLst>
                <a:ext uri="{FF2B5EF4-FFF2-40B4-BE49-F238E27FC236}">
                  <a16:creationId xmlns:a16="http://schemas.microsoft.com/office/drawing/2014/main" id="{A5625882-65C2-B9F0-F9A0-AFCB652A4F10}"/>
                </a:ext>
              </a:extLst>
            </p:cNvPr>
            <p:cNvSpPr/>
            <p:nvPr/>
          </p:nvSpPr>
          <p:spPr>
            <a:xfrm>
              <a:off x="2374639" y="4566226"/>
              <a:ext cx="250770" cy="251240"/>
            </a:xfrm>
            <a:custGeom>
              <a:avLst/>
              <a:gdLst/>
              <a:ahLst/>
              <a:cxnLst/>
              <a:rect l="l" t="t" r="r" b="b"/>
              <a:pathLst>
                <a:path w="6407" h="6419" fill="none" extrusionOk="0">
                  <a:moveTo>
                    <a:pt x="5192" y="6418"/>
                  </a:moveTo>
                  <a:lnTo>
                    <a:pt x="1215" y="6418"/>
                  </a:lnTo>
                  <a:cubicBezTo>
                    <a:pt x="537" y="6418"/>
                    <a:pt x="1" y="5871"/>
                    <a:pt x="1" y="5204"/>
                  </a:cubicBezTo>
                  <a:lnTo>
                    <a:pt x="1" y="1227"/>
                  </a:lnTo>
                  <a:cubicBezTo>
                    <a:pt x="1" y="537"/>
                    <a:pt x="548" y="1"/>
                    <a:pt x="1215" y="1"/>
                  </a:cubicBezTo>
                  <a:lnTo>
                    <a:pt x="5192" y="1"/>
                  </a:lnTo>
                  <a:cubicBezTo>
                    <a:pt x="5871" y="1"/>
                    <a:pt x="6406" y="560"/>
                    <a:pt x="6406" y="1227"/>
                  </a:cubicBezTo>
                  <a:lnTo>
                    <a:pt x="6406" y="5204"/>
                  </a:lnTo>
                  <a:cubicBezTo>
                    <a:pt x="6406" y="5871"/>
                    <a:pt x="5859"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9">
              <a:extLst>
                <a:ext uri="{FF2B5EF4-FFF2-40B4-BE49-F238E27FC236}">
                  <a16:creationId xmlns:a16="http://schemas.microsoft.com/office/drawing/2014/main" id="{5EA4841D-888C-4B88-768F-E5138376147C}"/>
                </a:ext>
              </a:extLst>
            </p:cNvPr>
            <p:cNvSpPr/>
            <p:nvPr/>
          </p:nvSpPr>
          <p:spPr>
            <a:xfrm>
              <a:off x="1993455" y="4566226"/>
              <a:ext cx="318326" cy="251240"/>
            </a:xfrm>
            <a:custGeom>
              <a:avLst/>
              <a:gdLst/>
              <a:ahLst/>
              <a:cxnLst/>
              <a:rect l="l" t="t" r="r" b="b"/>
              <a:pathLst>
                <a:path w="8133" h="6419" fill="none" extrusionOk="0">
                  <a:moveTo>
                    <a:pt x="6906" y="6418"/>
                  </a:moveTo>
                  <a:lnTo>
                    <a:pt x="1227" y="6418"/>
                  </a:lnTo>
                  <a:cubicBezTo>
                    <a:pt x="536" y="6418"/>
                    <a:pt x="0" y="5871"/>
                    <a:pt x="0" y="5204"/>
                  </a:cubicBezTo>
                  <a:lnTo>
                    <a:pt x="0" y="1227"/>
                  </a:lnTo>
                  <a:cubicBezTo>
                    <a:pt x="0" y="537"/>
                    <a:pt x="548" y="1"/>
                    <a:pt x="1227" y="1"/>
                  </a:cubicBezTo>
                  <a:lnTo>
                    <a:pt x="6906" y="1"/>
                  </a:lnTo>
                  <a:cubicBezTo>
                    <a:pt x="7597" y="1"/>
                    <a:pt x="8132" y="560"/>
                    <a:pt x="8132" y="1227"/>
                  </a:cubicBezTo>
                  <a:lnTo>
                    <a:pt x="8132" y="5204"/>
                  </a:lnTo>
                  <a:cubicBezTo>
                    <a:pt x="8132" y="5871"/>
                    <a:pt x="7597" y="6418"/>
                    <a:pt x="690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9">
              <a:extLst>
                <a:ext uri="{FF2B5EF4-FFF2-40B4-BE49-F238E27FC236}">
                  <a16:creationId xmlns:a16="http://schemas.microsoft.com/office/drawing/2014/main" id="{91EDB209-B0C5-0AD7-5094-09272DED9799}"/>
                </a:ext>
              </a:extLst>
            </p:cNvPr>
            <p:cNvSpPr/>
            <p:nvPr/>
          </p:nvSpPr>
          <p:spPr>
            <a:xfrm>
              <a:off x="2183597" y="3889613"/>
              <a:ext cx="20079" cy="49864"/>
            </a:xfrm>
            <a:custGeom>
              <a:avLst/>
              <a:gdLst/>
              <a:ahLst/>
              <a:cxnLst/>
              <a:rect l="l" t="t" r="r" b="b"/>
              <a:pathLst>
                <a:path w="513" h="1274" extrusionOk="0">
                  <a:moveTo>
                    <a:pt x="0" y="0"/>
                  </a:moveTo>
                  <a:lnTo>
                    <a:pt x="393" y="1274"/>
                  </a:lnTo>
                  <a:lnTo>
                    <a:pt x="512" y="1274"/>
                  </a:lnTo>
                  <a:lnTo>
                    <a:pt x="1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9">
              <a:extLst>
                <a:ext uri="{FF2B5EF4-FFF2-40B4-BE49-F238E27FC236}">
                  <a16:creationId xmlns:a16="http://schemas.microsoft.com/office/drawing/2014/main" id="{A0DE7B0E-C0B9-DE56-F337-BF2247D22C25}"/>
                </a:ext>
              </a:extLst>
            </p:cNvPr>
            <p:cNvSpPr/>
            <p:nvPr/>
          </p:nvSpPr>
          <p:spPr>
            <a:xfrm>
              <a:off x="2414249" y="3857440"/>
              <a:ext cx="42467" cy="70883"/>
            </a:xfrm>
            <a:custGeom>
              <a:avLst/>
              <a:gdLst/>
              <a:ahLst/>
              <a:cxnLst/>
              <a:rect l="l" t="t" r="r" b="b"/>
              <a:pathLst>
                <a:path w="1085" h="1811" extrusionOk="0">
                  <a:moveTo>
                    <a:pt x="429" y="1"/>
                  </a:moveTo>
                  <a:lnTo>
                    <a:pt x="1" y="84"/>
                  </a:lnTo>
                  <a:lnTo>
                    <a:pt x="1" y="310"/>
                  </a:lnTo>
                  <a:lnTo>
                    <a:pt x="441" y="215"/>
                  </a:lnTo>
                  <a:lnTo>
                    <a:pt x="441" y="1608"/>
                  </a:lnTo>
                  <a:lnTo>
                    <a:pt x="37" y="1608"/>
                  </a:lnTo>
                  <a:lnTo>
                    <a:pt x="37" y="1810"/>
                  </a:lnTo>
                  <a:lnTo>
                    <a:pt x="1084" y="1810"/>
                  </a:lnTo>
                  <a:lnTo>
                    <a:pt x="1084" y="1608"/>
                  </a:lnTo>
                  <a:lnTo>
                    <a:pt x="679" y="1608"/>
                  </a:lnTo>
                  <a:lnTo>
                    <a:pt x="6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9">
              <a:extLst>
                <a:ext uri="{FF2B5EF4-FFF2-40B4-BE49-F238E27FC236}">
                  <a16:creationId xmlns:a16="http://schemas.microsoft.com/office/drawing/2014/main" id="{D7600CC7-6AA3-6044-8578-574BB9BB0D82}"/>
                </a:ext>
              </a:extLst>
            </p:cNvPr>
            <p:cNvSpPr/>
            <p:nvPr/>
          </p:nvSpPr>
          <p:spPr>
            <a:xfrm>
              <a:off x="2424034" y="3746987"/>
              <a:ext cx="6576" cy="49904"/>
            </a:xfrm>
            <a:custGeom>
              <a:avLst/>
              <a:gdLst/>
              <a:ahLst/>
              <a:cxnLst/>
              <a:rect l="l" t="t" r="r" b="b"/>
              <a:pathLst>
                <a:path w="168" h="1275" extrusionOk="0">
                  <a:moveTo>
                    <a:pt x="1" y="1"/>
                  </a:moveTo>
                  <a:lnTo>
                    <a:pt x="1" y="560"/>
                  </a:lnTo>
                  <a:lnTo>
                    <a:pt x="13" y="858"/>
                  </a:lnTo>
                  <a:lnTo>
                    <a:pt x="156" y="858"/>
                  </a:lnTo>
                  <a:lnTo>
                    <a:pt x="168" y="560"/>
                  </a:lnTo>
                  <a:lnTo>
                    <a:pt x="168" y="1"/>
                  </a:lnTo>
                  <a:close/>
                  <a:moveTo>
                    <a:pt x="1" y="1048"/>
                  </a:moveTo>
                  <a:lnTo>
                    <a:pt x="1" y="1275"/>
                  </a:lnTo>
                  <a:lnTo>
                    <a:pt x="168" y="1275"/>
                  </a:lnTo>
                  <a:lnTo>
                    <a:pt x="168" y="104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9">
              <a:extLst>
                <a:ext uri="{FF2B5EF4-FFF2-40B4-BE49-F238E27FC236}">
                  <a16:creationId xmlns:a16="http://schemas.microsoft.com/office/drawing/2014/main" id="{D647A0FE-BCBA-725C-DFDB-3946562FEA72}"/>
                </a:ext>
              </a:extLst>
            </p:cNvPr>
            <p:cNvSpPr/>
            <p:nvPr/>
          </p:nvSpPr>
          <p:spPr>
            <a:xfrm>
              <a:off x="2482783" y="3890983"/>
              <a:ext cx="52213" cy="53191"/>
            </a:xfrm>
            <a:custGeom>
              <a:avLst/>
              <a:gdLst/>
              <a:ahLst/>
              <a:cxnLst/>
              <a:rect l="l" t="t" r="r" b="b"/>
              <a:pathLst>
                <a:path w="1334" h="1359" extrusionOk="0">
                  <a:moveTo>
                    <a:pt x="667" y="453"/>
                  </a:moveTo>
                  <a:cubicBezTo>
                    <a:pt x="738" y="453"/>
                    <a:pt x="786" y="477"/>
                    <a:pt x="822" y="513"/>
                  </a:cubicBezTo>
                  <a:cubicBezTo>
                    <a:pt x="857" y="560"/>
                    <a:pt x="869" y="620"/>
                    <a:pt x="869" y="679"/>
                  </a:cubicBezTo>
                  <a:cubicBezTo>
                    <a:pt x="869" y="751"/>
                    <a:pt x="857" y="810"/>
                    <a:pt x="822" y="858"/>
                  </a:cubicBezTo>
                  <a:cubicBezTo>
                    <a:pt x="786" y="894"/>
                    <a:pt x="738" y="918"/>
                    <a:pt x="679" y="918"/>
                  </a:cubicBezTo>
                  <a:cubicBezTo>
                    <a:pt x="607" y="918"/>
                    <a:pt x="560" y="894"/>
                    <a:pt x="524" y="858"/>
                  </a:cubicBezTo>
                  <a:cubicBezTo>
                    <a:pt x="488" y="810"/>
                    <a:pt x="476" y="751"/>
                    <a:pt x="476" y="679"/>
                  </a:cubicBezTo>
                  <a:cubicBezTo>
                    <a:pt x="476" y="620"/>
                    <a:pt x="488" y="560"/>
                    <a:pt x="524" y="513"/>
                  </a:cubicBezTo>
                  <a:cubicBezTo>
                    <a:pt x="560" y="477"/>
                    <a:pt x="607" y="453"/>
                    <a:pt x="667" y="453"/>
                  </a:cubicBezTo>
                  <a:close/>
                  <a:moveTo>
                    <a:pt x="691" y="1"/>
                  </a:moveTo>
                  <a:cubicBezTo>
                    <a:pt x="595" y="1"/>
                    <a:pt x="512" y="25"/>
                    <a:pt x="417" y="48"/>
                  </a:cubicBezTo>
                  <a:cubicBezTo>
                    <a:pt x="333" y="84"/>
                    <a:pt x="262" y="132"/>
                    <a:pt x="202" y="203"/>
                  </a:cubicBezTo>
                  <a:cubicBezTo>
                    <a:pt x="131" y="263"/>
                    <a:pt x="83" y="334"/>
                    <a:pt x="48" y="417"/>
                  </a:cubicBezTo>
                  <a:cubicBezTo>
                    <a:pt x="12" y="501"/>
                    <a:pt x="0" y="584"/>
                    <a:pt x="0" y="679"/>
                  </a:cubicBezTo>
                  <a:cubicBezTo>
                    <a:pt x="0" y="775"/>
                    <a:pt x="12" y="870"/>
                    <a:pt x="48" y="953"/>
                  </a:cubicBezTo>
                  <a:cubicBezTo>
                    <a:pt x="83" y="1025"/>
                    <a:pt x="131" y="1108"/>
                    <a:pt x="202" y="1168"/>
                  </a:cubicBezTo>
                  <a:cubicBezTo>
                    <a:pt x="262" y="1227"/>
                    <a:pt x="333" y="1275"/>
                    <a:pt x="417" y="1310"/>
                  </a:cubicBezTo>
                  <a:cubicBezTo>
                    <a:pt x="500" y="1346"/>
                    <a:pt x="583" y="1358"/>
                    <a:pt x="679" y="1358"/>
                  </a:cubicBezTo>
                  <a:cubicBezTo>
                    <a:pt x="762" y="1358"/>
                    <a:pt x="833" y="1346"/>
                    <a:pt x="905" y="1322"/>
                  </a:cubicBezTo>
                  <a:cubicBezTo>
                    <a:pt x="976" y="1299"/>
                    <a:pt x="1048" y="1251"/>
                    <a:pt x="1107" y="1203"/>
                  </a:cubicBezTo>
                  <a:lnTo>
                    <a:pt x="1048" y="1120"/>
                  </a:lnTo>
                  <a:cubicBezTo>
                    <a:pt x="988" y="1168"/>
                    <a:pt x="929" y="1191"/>
                    <a:pt x="869" y="1215"/>
                  </a:cubicBezTo>
                  <a:cubicBezTo>
                    <a:pt x="810" y="1239"/>
                    <a:pt x="750" y="1251"/>
                    <a:pt x="679" y="1251"/>
                  </a:cubicBezTo>
                  <a:cubicBezTo>
                    <a:pt x="607" y="1251"/>
                    <a:pt x="524" y="1239"/>
                    <a:pt x="452" y="1203"/>
                  </a:cubicBezTo>
                  <a:cubicBezTo>
                    <a:pt x="393" y="1179"/>
                    <a:pt x="321" y="1144"/>
                    <a:pt x="274" y="1084"/>
                  </a:cubicBezTo>
                  <a:cubicBezTo>
                    <a:pt x="214" y="1037"/>
                    <a:pt x="179" y="977"/>
                    <a:pt x="143" y="906"/>
                  </a:cubicBezTo>
                  <a:cubicBezTo>
                    <a:pt x="119" y="834"/>
                    <a:pt x="107" y="763"/>
                    <a:pt x="107" y="679"/>
                  </a:cubicBezTo>
                  <a:cubicBezTo>
                    <a:pt x="107" y="584"/>
                    <a:pt x="131" y="489"/>
                    <a:pt x="167" y="406"/>
                  </a:cubicBezTo>
                  <a:cubicBezTo>
                    <a:pt x="214" y="322"/>
                    <a:pt x="274" y="263"/>
                    <a:pt x="357" y="203"/>
                  </a:cubicBezTo>
                  <a:cubicBezTo>
                    <a:pt x="405" y="179"/>
                    <a:pt x="452" y="156"/>
                    <a:pt x="512" y="132"/>
                  </a:cubicBezTo>
                  <a:cubicBezTo>
                    <a:pt x="572" y="120"/>
                    <a:pt x="631" y="108"/>
                    <a:pt x="691" y="108"/>
                  </a:cubicBezTo>
                  <a:cubicBezTo>
                    <a:pt x="786" y="108"/>
                    <a:pt x="869" y="132"/>
                    <a:pt x="941" y="167"/>
                  </a:cubicBezTo>
                  <a:cubicBezTo>
                    <a:pt x="1012" y="203"/>
                    <a:pt x="1083" y="251"/>
                    <a:pt x="1131" y="310"/>
                  </a:cubicBezTo>
                  <a:cubicBezTo>
                    <a:pt x="1167" y="358"/>
                    <a:pt x="1191" y="394"/>
                    <a:pt x="1203" y="441"/>
                  </a:cubicBezTo>
                  <a:cubicBezTo>
                    <a:pt x="1214" y="489"/>
                    <a:pt x="1226" y="548"/>
                    <a:pt x="1226" y="596"/>
                  </a:cubicBezTo>
                  <a:cubicBezTo>
                    <a:pt x="1226" y="691"/>
                    <a:pt x="1203" y="763"/>
                    <a:pt x="1167" y="810"/>
                  </a:cubicBezTo>
                  <a:cubicBezTo>
                    <a:pt x="1119" y="870"/>
                    <a:pt x="1060" y="906"/>
                    <a:pt x="988" y="918"/>
                  </a:cubicBezTo>
                  <a:lnTo>
                    <a:pt x="988" y="358"/>
                  </a:lnTo>
                  <a:lnTo>
                    <a:pt x="881" y="358"/>
                  </a:lnTo>
                  <a:lnTo>
                    <a:pt x="881" y="465"/>
                  </a:lnTo>
                  <a:cubicBezTo>
                    <a:pt x="857" y="417"/>
                    <a:pt x="822" y="394"/>
                    <a:pt x="786" y="370"/>
                  </a:cubicBezTo>
                  <a:cubicBezTo>
                    <a:pt x="738" y="358"/>
                    <a:pt x="691" y="346"/>
                    <a:pt x="643" y="346"/>
                  </a:cubicBezTo>
                  <a:cubicBezTo>
                    <a:pt x="560" y="346"/>
                    <a:pt x="488" y="382"/>
                    <a:pt x="429" y="441"/>
                  </a:cubicBezTo>
                  <a:cubicBezTo>
                    <a:pt x="381" y="501"/>
                    <a:pt x="357" y="584"/>
                    <a:pt x="357" y="679"/>
                  </a:cubicBezTo>
                  <a:cubicBezTo>
                    <a:pt x="357" y="787"/>
                    <a:pt x="381" y="870"/>
                    <a:pt x="429" y="929"/>
                  </a:cubicBezTo>
                  <a:cubicBezTo>
                    <a:pt x="488" y="989"/>
                    <a:pt x="560" y="1025"/>
                    <a:pt x="643" y="1025"/>
                  </a:cubicBezTo>
                  <a:cubicBezTo>
                    <a:pt x="691" y="1025"/>
                    <a:pt x="738" y="1013"/>
                    <a:pt x="774" y="1001"/>
                  </a:cubicBezTo>
                  <a:cubicBezTo>
                    <a:pt x="822" y="977"/>
                    <a:pt x="857" y="953"/>
                    <a:pt x="881" y="906"/>
                  </a:cubicBezTo>
                  <a:lnTo>
                    <a:pt x="881" y="1025"/>
                  </a:lnTo>
                  <a:cubicBezTo>
                    <a:pt x="1024" y="1025"/>
                    <a:pt x="1131" y="989"/>
                    <a:pt x="1214" y="906"/>
                  </a:cubicBezTo>
                  <a:cubicBezTo>
                    <a:pt x="1298" y="834"/>
                    <a:pt x="1334" y="727"/>
                    <a:pt x="1334" y="596"/>
                  </a:cubicBezTo>
                  <a:cubicBezTo>
                    <a:pt x="1334" y="537"/>
                    <a:pt x="1322" y="477"/>
                    <a:pt x="1310" y="417"/>
                  </a:cubicBezTo>
                  <a:cubicBezTo>
                    <a:pt x="1286" y="358"/>
                    <a:pt x="1250" y="298"/>
                    <a:pt x="1214" y="251"/>
                  </a:cubicBezTo>
                  <a:cubicBezTo>
                    <a:pt x="1155" y="179"/>
                    <a:pt x="1083" y="108"/>
                    <a:pt x="988" y="72"/>
                  </a:cubicBezTo>
                  <a:cubicBezTo>
                    <a:pt x="893" y="25"/>
                    <a:pt x="798" y="1"/>
                    <a:pt x="6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9">
              <a:extLst>
                <a:ext uri="{FF2B5EF4-FFF2-40B4-BE49-F238E27FC236}">
                  <a16:creationId xmlns:a16="http://schemas.microsoft.com/office/drawing/2014/main" id="{E928F0CD-740B-64E5-6122-5C3F3ACB9FDF}"/>
                </a:ext>
              </a:extLst>
            </p:cNvPr>
            <p:cNvSpPr/>
            <p:nvPr/>
          </p:nvSpPr>
          <p:spPr>
            <a:xfrm>
              <a:off x="2033065" y="5030857"/>
              <a:ext cx="16361" cy="35461"/>
            </a:xfrm>
            <a:custGeom>
              <a:avLst/>
              <a:gdLst/>
              <a:ahLst/>
              <a:cxnLst/>
              <a:rect l="l" t="t" r="r" b="b"/>
              <a:pathLst>
                <a:path w="418" h="906" extrusionOk="0">
                  <a:moveTo>
                    <a:pt x="322" y="0"/>
                  </a:moveTo>
                  <a:cubicBezTo>
                    <a:pt x="239" y="0"/>
                    <a:pt x="191" y="12"/>
                    <a:pt x="155" y="48"/>
                  </a:cubicBezTo>
                  <a:cubicBezTo>
                    <a:pt x="120" y="84"/>
                    <a:pt x="108" y="131"/>
                    <a:pt x="108" y="203"/>
                  </a:cubicBezTo>
                  <a:lnTo>
                    <a:pt x="108" y="250"/>
                  </a:lnTo>
                  <a:lnTo>
                    <a:pt x="0" y="250"/>
                  </a:lnTo>
                  <a:lnTo>
                    <a:pt x="0" y="334"/>
                  </a:lnTo>
                  <a:lnTo>
                    <a:pt x="108" y="334"/>
                  </a:lnTo>
                  <a:lnTo>
                    <a:pt x="108" y="905"/>
                  </a:lnTo>
                  <a:lnTo>
                    <a:pt x="215" y="905"/>
                  </a:lnTo>
                  <a:lnTo>
                    <a:pt x="215" y="334"/>
                  </a:lnTo>
                  <a:lnTo>
                    <a:pt x="393" y="334"/>
                  </a:lnTo>
                  <a:lnTo>
                    <a:pt x="393" y="250"/>
                  </a:lnTo>
                  <a:lnTo>
                    <a:pt x="215" y="250"/>
                  </a:lnTo>
                  <a:lnTo>
                    <a:pt x="215" y="191"/>
                  </a:lnTo>
                  <a:cubicBezTo>
                    <a:pt x="215" y="155"/>
                    <a:pt x="227" y="119"/>
                    <a:pt x="239" y="108"/>
                  </a:cubicBezTo>
                  <a:cubicBezTo>
                    <a:pt x="251" y="96"/>
                    <a:pt x="274" y="84"/>
                    <a:pt x="322" y="84"/>
                  </a:cubicBezTo>
                  <a:lnTo>
                    <a:pt x="417" y="84"/>
                  </a:lnTo>
                  <a:lnTo>
                    <a:pt x="4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9">
              <a:extLst>
                <a:ext uri="{FF2B5EF4-FFF2-40B4-BE49-F238E27FC236}">
                  <a16:creationId xmlns:a16="http://schemas.microsoft.com/office/drawing/2014/main" id="{D022CCC4-D016-E599-D2AF-2A2069E08169}"/>
                </a:ext>
              </a:extLst>
            </p:cNvPr>
            <p:cNvSpPr/>
            <p:nvPr/>
          </p:nvSpPr>
          <p:spPr>
            <a:xfrm>
              <a:off x="2052635" y="5040173"/>
              <a:ext cx="21488" cy="26146"/>
            </a:xfrm>
            <a:custGeom>
              <a:avLst/>
              <a:gdLst/>
              <a:ahLst/>
              <a:cxnLst/>
              <a:rect l="l" t="t" r="r" b="b"/>
              <a:pathLst>
                <a:path w="549" h="668" extrusionOk="0">
                  <a:moveTo>
                    <a:pt x="322" y="1"/>
                  </a:moveTo>
                  <a:cubicBezTo>
                    <a:pt x="274" y="1"/>
                    <a:pt x="239" y="1"/>
                    <a:pt x="203" y="24"/>
                  </a:cubicBezTo>
                  <a:cubicBezTo>
                    <a:pt x="167" y="48"/>
                    <a:pt x="143" y="72"/>
                    <a:pt x="108" y="120"/>
                  </a:cubicBezTo>
                  <a:lnTo>
                    <a:pt x="108" y="12"/>
                  </a:lnTo>
                  <a:lnTo>
                    <a:pt x="1" y="12"/>
                  </a:lnTo>
                  <a:lnTo>
                    <a:pt x="1" y="667"/>
                  </a:lnTo>
                  <a:lnTo>
                    <a:pt x="108" y="667"/>
                  </a:lnTo>
                  <a:lnTo>
                    <a:pt x="108" y="298"/>
                  </a:lnTo>
                  <a:cubicBezTo>
                    <a:pt x="108" y="227"/>
                    <a:pt x="132" y="179"/>
                    <a:pt x="167" y="143"/>
                  </a:cubicBezTo>
                  <a:cubicBezTo>
                    <a:pt x="191" y="108"/>
                    <a:pt x="239" y="96"/>
                    <a:pt x="298" y="96"/>
                  </a:cubicBezTo>
                  <a:cubicBezTo>
                    <a:pt x="346" y="96"/>
                    <a:pt x="382" y="108"/>
                    <a:pt x="405" y="131"/>
                  </a:cubicBezTo>
                  <a:cubicBezTo>
                    <a:pt x="429" y="167"/>
                    <a:pt x="441" y="215"/>
                    <a:pt x="441" y="274"/>
                  </a:cubicBezTo>
                  <a:lnTo>
                    <a:pt x="441" y="667"/>
                  </a:lnTo>
                  <a:lnTo>
                    <a:pt x="548" y="667"/>
                  </a:lnTo>
                  <a:lnTo>
                    <a:pt x="548" y="274"/>
                  </a:lnTo>
                  <a:cubicBezTo>
                    <a:pt x="548" y="179"/>
                    <a:pt x="536" y="108"/>
                    <a:pt x="489" y="72"/>
                  </a:cubicBezTo>
                  <a:cubicBezTo>
                    <a:pt x="453" y="24"/>
                    <a:pt x="393"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9">
              <a:extLst>
                <a:ext uri="{FF2B5EF4-FFF2-40B4-BE49-F238E27FC236}">
                  <a16:creationId xmlns:a16="http://schemas.microsoft.com/office/drawing/2014/main" id="{1DEA7FE4-305B-E4DF-C65D-6A0DE4E7AD86}"/>
                </a:ext>
              </a:extLst>
            </p:cNvPr>
            <p:cNvSpPr/>
            <p:nvPr/>
          </p:nvSpPr>
          <p:spPr>
            <a:xfrm>
              <a:off x="2361606" y="5040173"/>
              <a:ext cx="20549" cy="26615"/>
            </a:xfrm>
            <a:custGeom>
              <a:avLst/>
              <a:gdLst/>
              <a:ahLst/>
              <a:cxnLst/>
              <a:rect l="l" t="t" r="r" b="b"/>
              <a:pathLst>
                <a:path w="525" h="680" extrusionOk="0">
                  <a:moveTo>
                    <a:pt x="334" y="1"/>
                  </a:moveTo>
                  <a:cubicBezTo>
                    <a:pt x="227" y="1"/>
                    <a:pt x="143" y="24"/>
                    <a:pt x="96" y="84"/>
                  </a:cubicBezTo>
                  <a:cubicBezTo>
                    <a:pt x="36" y="143"/>
                    <a:pt x="0" y="239"/>
                    <a:pt x="0" y="334"/>
                  </a:cubicBezTo>
                  <a:cubicBezTo>
                    <a:pt x="0" y="441"/>
                    <a:pt x="36" y="524"/>
                    <a:pt x="96" y="584"/>
                  </a:cubicBezTo>
                  <a:cubicBezTo>
                    <a:pt x="143" y="655"/>
                    <a:pt x="227" y="679"/>
                    <a:pt x="322" y="679"/>
                  </a:cubicBezTo>
                  <a:cubicBezTo>
                    <a:pt x="358" y="679"/>
                    <a:pt x="393" y="679"/>
                    <a:pt x="429" y="667"/>
                  </a:cubicBezTo>
                  <a:cubicBezTo>
                    <a:pt x="453" y="667"/>
                    <a:pt x="489" y="655"/>
                    <a:pt x="524" y="643"/>
                  </a:cubicBezTo>
                  <a:lnTo>
                    <a:pt x="524" y="536"/>
                  </a:lnTo>
                  <a:cubicBezTo>
                    <a:pt x="489" y="560"/>
                    <a:pt x="453" y="572"/>
                    <a:pt x="429" y="584"/>
                  </a:cubicBezTo>
                  <a:cubicBezTo>
                    <a:pt x="393" y="584"/>
                    <a:pt x="369" y="596"/>
                    <a:pt x="334" y="596"/>
                  </a:cubicBezTo>
                  <a:cubicBezTo>
                    <a:pt x="262" y="596"/>
                    <a:pt x="215" y="572"/>
                    <a:pt x="179" y="524"/>
                  </a:cubicBezTo>
                  <a:cubicBezTo>
                    <a:pt x="131" y="477"/>
                    <a:pt x="119" y="417"/>
                    <a:pt x="119" y="334"/>
                  </a:cubicBezTo>
                  <a:cubicBezTo>
                    <a:pt x="119" y="262"/>
                    <a:pt x="131" y="203"/>
                    <a:pt x="179" y="155"/>
                  </a:cubicBezTo>
                  <a:cubicBezTo>
                    <a:pt x="215" y="108"/>
                    <a:pt x="262" y="84"/>
                    <a:pt x="334" y="84"/>
                  </a:cubicBezTo>
                  <a:cubicBezTo>
                    <a:pt x="369" y="84"/>
                    <a:pt x="393" y="96"/>
                    <a:pt x="429" y="96"/>
                  </a:cubicBezTo>
                  <a:cubicBezTo>
                    <a:pt x="453" y="108"/>
                    <a:pt x="489" y="120"/>
                    <a:pt x="524" y="143"/>
                  </a:cubicBezTo>
                  <a:lnTo>
                    <a:pt x="524" y="36"/>
                  </a:lnTo>
                  <a:cubicBezTo>
                    <a:pt x="489" y="24"/>
                    <a:pt x="465" y="12"/>
                    <a:pt x="429" y="12"/>
                  </a:cubicBezTo>
                  <a:cubicBezTo>
                    <a:pt x="393" y="1"/>
                    <a:pt x="369" y="1"/>
                    <a:pt x="3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9">
              <a:extLst>
                <a:ext uri="{FF2B5EF4-FFF2-40B4-BE49-F238E27FC236}">
                  <a16:creationId xmlns:a16="http://schemas.microsoft.com/office/drawing/2014/main" id="{42316B9F-BE0F-B040-7B54-836CC7467423}"/>
                </a:ext>
              </a:extLst>
            </p:cNvPr>
            <p:cNvSpPr/>
            <p:nvPr/>
          </p:nvSpPr>
          <p:spPr>
            <a:xfrm>
              <a:off x="2387243" y="5040173"/>
              <a:ext cx="23797" cy="26615"/>
            </a:xfrm>
            <a:custGeom>
              <a:avLst/>
              <a:gdLst/>
              <a:ahLst/>
              <a:cxnLst/>
              <a:rect l="l" t="t" r="r" b="b"/>
              <a:pathLst>
                <a:path w="608" h="680" extrusionOk="0">
                  <a:moveTo>
                    <a:pt x="310" y="84"/>
                  </a:moveTo>
                  <a:cubicBezTo>
                    <a:pt x="357" y="84"/>
                    <a:pt x="405" y="108"/>
                    <a:pt x="441" y="155"/>
                  </a:cubicBezTo>
                  <a:cubicBezTo>
                    <a:pt x="476" y="203"/>
                    <a:pt x="488" y="262"/>
                    <a:pt x="488" y="334"/>
                  </a:cubicBezTo>
                  <a:cubicBezTo>
                    <a:pt x="488" y="417"/>
                    <a:pt x="476" y="477"/>
                    <a:pt x="441" y="524"/>
                  </a:cubicBezTo>
                  <a:cubicBezTo>
                    <a:pt x="405" y="572"/>
                    <a:pt x="357" y="596"/>
                    <a:pt x="310" y="596"/>
                  </a:cubicBezTo>
                  <a:cubicBezTo>
                    <a:pt x="250" y="596"/>
                    <a:pt x="203" y="572"/>
                    <a:pt x="167" y="524"/>
                  </a:cubicBezTo>
                  <a:cubicBezTo>
                    <a:pt x="131" y="477"/>
                    <a:pt x="119" y="417"/>
                    <a:pt x="119" y="334"/>
                  </a:cubicBezTo>
                  <a:cubicBezTo>
                    <a:pt x="119" y="262"/>
                    <a:pt x="131" y="203"/>
                    <a:pt x="167" y="155"/>
                  </a:cubicBezTo>
                  <a:cubicBezTo>
                    <a:pt x="203" y="108"/>
                    <a:pt x="250" y="84"/>
                    <a:pt x="310" y="84"/>
                  </a:cubicBezTo>
                  <a:close/>
                  <a:moveTo>
                    <a:pt x="310" y="1"/>
                  </a:moveTo>
                  <a:cubicBezTo>
                    <a:pt x="215" y="1"/>
                    <a:pt x="131" y="24"/>
                    <a:pt x="84" y="84"/>
                  </a:cubicBezTo>
                  <a:cubicBezTo>
                    <a:pt x="36" y="143"/>
                    <a:pt x="0" y="227"/>
                    <a:pt x="0" y="334"/>
                  </a:cubicBezTo>
                  <a:cubicBezTo>
                    <a:pt x="0" y="441"/>
                    <a:pt x="36" y="524"/>
                    <a:pt x="84" y="596"/>
                  </a:cubicBezTo>
                  <a:cubicBezTo>
                    <a:pt x="131" y="655"/>
                    <a:pt x="215" y="679"/>
                    <a:pt x="310" y="679"/>
                  </a:cubicBezTo>
                  <a:cubicBezTo>
                    <a:pt x="393" y="679"/>
                    <a:pt x="465" y="655"/>
                    <a:pt x="524" y="596"/>
                  </a:cubicBezTo>
                  <a:cubicBezTo>
                    <a:pt x="572" y="524"/>
                    <a:pt x="607" y="441"/>
                    <a:pt x="607" y="334"/>
                  </a:cubicBezTo>
                  <a:cubicBezTo>
                    <a:pt x="607" y="227"/>
                    <a:pt x="572" y="143"/>
                    <a:pt x="524" y="84"/>
                  </a:cubicBezTo>
                  <a:cubicBezTo>
                    <a:pt x="465" y="24"/>
                    <a:pt x="393" y="1"/>
                    <a:pt x="3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9">
              <a:extLst>
                <a:ext uri="{FF2B5EF4-FFF2-40B4-BE49-F238E27FC236}">
                  <a16:creationId xmlns:a16="http://schemas.microsoft.com/office/drawing/2014/main" id="{3790917B-80CE-1E6B-1647-E86C1FBA9F5C}"/>
                </a:ext>
              </a:extLst>
            </p:cNvPr>
            <p:cNvSpPr/>
            <p:nvPr/>
          </p:nvSpPr>
          <p:spPr>
            <a:xfrm>
              <a:off x="2417537" y="5040173"/>
              <a:ext cx="21449" cy="26146"/>
            </a:xfrm>
            <a:custGeom>
              <a:avLst/>
              <a:gdLst/>
              <a:ahLst/>
              <a:cxnLst/>
              <a:rect l="l" t="t" r="r" b="b"/>
              <a:pathLst>
                <a:path w="548" h="668" extrusionOk="0">
                  <a:moveTo>
                    <a:pt x="322" y="1"/>
                  </a:moveTo>
                  <a:cubicBezTo>
                    <a:pt x="274" y="1"/>
                    <a:pt x="238" y="1"/>
                    <a:pt x="203" y="24"/>
                  </a:cubicBezTo>
                  <a:cubicBezTo>
                    <a:pt x="167" y="48"/>
                    <a:pt x="131" y="72"/>
                    <a:pt x="107" y="120"/>
                  </a:cubicBezTo>
                  <a:lnTo>
                    <a:pt x="107" y="12"/>
                  </a:lnTo>
                  <a:lnTo>
                    <a:pt x="0" y="12"/>
                  </a:lnTo>
                  <a:lnTo>
                    <a:pt x="0" y="667"/>
                  </a:lnTo>
                  <a:lnTo>
                    <a:pt x="107" y="667"/>
                  </a:lnTo>
                  <a:lnTo>
                    <a:pt x="107" y="298"/>
                  </a:lnTo>
                  <a:cubicBezTo>
                    <a:pt x="107" y="227"/>
                    <a:pt x="131" y="179"/>
                    <a:pt x="167" y="143"/>
                  </a:cubicBezTo>
                  <a:cubicBezTo>
                    <a:pt x="191" y="108"/>
                    <a:pt x="238" y="96"/>
                    <a:pt x="298" y="96"/>
                  </a:cubicBezTo>
                  <a:cubicBezTo>
                    <a:pt x="345" y="96"/>
                    <a:pt x="381" y="108"/>
                    <a:pt x="405" y="131"/>
                  </a:cubicBezTo>
                  <a:cubicBezTo>
                    <a:pt x="429" y="167"/>
                    <a:pt x="441" y="215"/>
                    <a:pt x="441" y="274"/>
                  </a:cubicBezTo>
                  <a:lnTo>
                    <a:pt x="441" y="667"/>
                  </a:lnTo>
                  <a:lnTo>
                    <a:pt x="548" y="667"/>
                  </a:lnTo>
                  <a:lnTo>
                    <a:pt x="548" y="274"/>
                  </a:lnTo>
                  <a:cubicBezTo>
                    <a:pt x="548" y="179"/>
                    <a:pt x="536" y="108"/>
                    <a:pt x="488" y="72"/>
                  </a:cubicBezTo>
                  <a:cubicBezTo>
                    <a:pt x="453" y="24"/>
                    <a:pt x="393"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9">
              <a:extLst>
                <a:ext uri="{FF2B5EF4-FFF2-40B4-BE49-F238E27FC236}">
                  <a16:creationId xmlns:a16="http://schemas.microsoft.com/office/drawing/2014/main" id="{45916494-8E93-8EB9-536A-F89AD6B4EF17}"/>
                </a:ext>
              </a:extLst>
            </p:cNvPr>
            <p:cNvSpPr/>
            <p:nvPr/>
          </p:nvSpPr>
          <p:spPr>
            <a:xfrm>
              <a:off x="2444074" y="5033167"/>
              <a:ext cx="16361" cy="33152"/>
            </a:xfrm>
            <a:custGeom>
              <a:avLst/>
              <a:gdLst/>
              <a:ahLst/>
              <a:cxnLst/>
              <a:rect l="l" t="t" r="r" b="b"/>
              <a:pathLst>
                <a:path w="418" h="847" extrusionOk="0">
                  <a:moveTo>
                    <a:pt x="84" y="1"/>
                  </a:moveTo>
                  <a:lnTo>
                    <a:pt x="84" y="191"/>
                  </a:lnTo>
                  <a:lnTo>
                    <a:pt x="1" y="191"/>
                  </a:lnTo>
                  <a:lnTo>
                    <a:pt x="1" y="275"/>
                  </a:lnTo>
                  <a:lnTo>
                    <a:pt x="84" y="275"/>
                  </a:lnTo>
                  <a:lnTo>
                    <a:pt x="84" y="632"/>
                  </a:lnTo>
                  <a:cubicBezTo>
                    <a:pt x="84" y="715"/>
                    <a:pt x="96" y="763"/>
                    <a:pt x="132" y="799"/>
                  </a:cubicBezTo>
                  <a:cubicBezTo>
                    <a:pt x="167" y="834"/>
                    <a:pt x="215" y="846"/>
                    <a:pt x="298" y="846"/>
                  </a:cubicBezTo>
                  <a:lnTo>
                    <a:pt x="418" y="846"/>
                  </a:lnTo>
                  <a:lnTo>
                    <a:pt x="418" y="751"/>
                  </a:lnTo>
                  <a:lnTo>
                    <a:pt x="298" y="751"/>
                  </a:lnTo>
                  <a:cubicBezTo>
                    <a:pt x="263" y="751"/>
                    <a:pt x="227" y="751"/>
                    <a:pt x="215" y="727"/>
                  </a:cubicBezTo>
                  <a:cubicBezTo>
                    <a:pt x="203" y="715"/>
                    <a:pt x="191" y="680"/>
                    <a:pt x="191" y="632"/>
                  </a:cubicBezTo>
                  <a:lnTo>
                    <a:pt x="191" y="275"/>
                  </a:lnTo>
                  <a:lnTo>
                    <a:pt x="418" y="275"/>
                  </a:lnTo>
                  <a:lnTo>
                    <a:pt x="418" y="191"/>
                  </a:lnTo>
                  <a:lnTo>
                    <a:pt x="191" y="191"/>
                  </a:lnTo>
                  <a:lnTo>
                    <a:pt x="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9">
              <a:extLst>
                <a:ext uri="{FF2B5EF4-FFF2-40B4-BE49-F238E27FC236}">
                  <a16:creationId xmlns:a16="http://schemas.microsoft.com/office/drawing/2014/main" id="{11ABF6FD-8AB7-0920-0D0B-55BCCD58747B}"/>
                </a:ext>
              </a:extLst>
            </p:cNvPr>
            <p:cNvSpPr/>
            <p:nvPr/>
          </p:nvSpPr>
          <p:spPr>
            <a:xfrm>
              <a:off x="2465523" y="5040173"/>
              <a:ext cx="14951" cy="26146"/>
            </a:xfrm>
            <a:custGeom>
              <a:avLst/>
              <a:gdLst/>
              <a:ahLst/>
              <a:cxnLst/>
              <a:rect l="l" t="t" r="r" b="b"/>
              <a:pathLst>
                <a:path w="382" h="668" extrusionOk="0">
                  <a:moveTo>
                    <a:pt x="334" y="1"/>
                  </a:moveTo>
                  <a:cubicBezTo>
                    <a:pt x="274" y="1"/>
                    <a:pt x="239" y="1"/>
                    <a:pt x="203" y="24"/>
                  </a:cubicBezTo>
                  <a:cubicBezTo>
                    <a:pt x="167" y="48"/>
                    <a:pt x="131" y="72"/>
                    <a:pt x="108" y="120"/>
                  </a:cubicBezTo>
                  <a:lnTo>
                    <a:pt x="108" y="12"/>
                  </a:lnTo>
                  <a:lnTo>
                    <a:pt x="0" y="12"/>
                  </a:lnTo>
                  <a:lnTo>
                    <a:pt x="0" y="667"/>
                  </a:lnTo>
                  <a:lnTo>
                    <a:pt x="108" y="667"/>
                  </a:lnTo>
                  <a:lnTo>
                    <a:pt x="108" y="322"/>
                  </a:lnTo>
                  <a:cubicBezTo>
                    <a:pt x="108" y="251"/>
                    <a:pt x="131" y="191"/>
                    <a:pt x="155" y="155"/>
                  </a:cubicBezTo>
                  <a:cubicBezTo>
                    <a:pt x="191" y="108"/>
                    <a:pt x="239" y="96"/>
                    <a:pt x="298" y="96"/>
                  </a:cubicBezTo>
                  <a:lnTo>
                    <a:pt x="346" y="96"/>
                  </a:lnTo>
                  <a:cubicBezTo>
                    <a:pt x="358" y="96"/>
                    <a:pt x="370" y="108"/>
                    <a:pt x="381" y="108"/>
                  </a:cubicBezTo>
                  <a:lnTo>
                    <a:pt x="3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9">
              <a:extLst>
                <a:ext uri="{FF2B5EF4-FFF2-40B4-BE49-F238E27FC236}">
                  <a16:creationId xmlns:a16="http://schemas.microsoft.com/office/drawing/2014/main" id="{1AA5558F-5B56-D0F1-1931-5204DE750EA7}"/>
                </a:ext>
              </a:extLst>
            </p:cNvPr>
            <p:cNvSpPr/>
            <p:nvPr/>
          </p:nvSpPr>
          <p:spPr>
            <a:xfrm>
              <a:off x="2482314" y="5040173"/>
              <a:ext cx="23327" cy="26615"/>
            </a:xfrm>
            <a:custGeom>
              <a:avLst/>
              <a:gdLst/>
              <a:ahLst/>
              <a:cxnLst/>
              <a:rect l="l" t="t" r="r" b="b"/>
              <a:pathLst>
                <a:path w="596" h="680" extrusionOk="0">
                  <a:moveTo>
                    <a:pt x="298" y="84"/>
                  </a:moveTo>
                  <a:cubicBezTo>
                    <a:pt x="357" y="84"/>
                    <a:pt x="393" y="108"/>
                    <a:pt x="429" y="155"/>
                  </a:cubicBezTo>
                  <a:cubicBezTo>
                    <a:pt x="464" y="203"/>
                    <a:pt x="476" y="262"/>
                    <a:pt x="476" y="334"/>
                  </a:cubicBezTo>
                  <a:cubicBezTo>
                    <a:pt x="476" y="417"/>
                    <a:pt x="464" y="477"/>
                    <a:pt x="429" y="524"/>
                  </a:cubicBezTo>
                  <a:cubicBezTo>
                    <a:pt x="393" y="572"/>
                    <a:pt x="357" y="596"/>
                    <a:pt x="298" y="596"/>
                  </a:cubicBezTo>
                  <a:cubicBezTo>
                    <a:pt x="238" y="596"/>
                    <a:pt x="191" y="572"/>
                    <a:pt x="155" y="524"/>
                  </a:cubicBezTo>
                  <a:cubicBezTo>
                    <a:pt x="119" y="477"/>
                    <a:pt x="107" y="417"/>
                    <a:pt x="107" y="334"/>
                  </a:cubicBezTo>
                  <a:cubicBezTo>
                    <a:pt x="107" y="262"/>
                    <a:pt x="119" y="203"/>
                    <a:pt x="155" y="155"/>
                  </a:cubicBezTo>
                  <a:cubicBezTo>
                    <a:pt x="191" y="108"/>
                    <a:pt x="238" y="84"/>
                    <a:pt x="298" y="84"/>
                  </a:cubicBezTo>
                  <a:close/>
                  <a:moveTo>
                    <a:pt x="298" y="1"/>
                  </a:moveTo>
                  <a:cubicBezTo>
                    <a:pt x="203" y="1"/>
                    <a:pt x="131" y="24"/>
                    <a:pt x="72" y="84"/>
                  </a:cubicBezTo>
                  <a:cubicBezTo>
                    <a:pt x="24" y="143"/>
                    <a:pt x="0" y="227"/>
                    <a:pt x="0" y="334"/>
                  </a:cubicBezTo>
                  <a:cubicBezTo>
                    <a:pt x="0" y="441"/>
                    <a:pt x="24" y="524"/>
                    <a:pt x="72" y="596"/>
                  </a:cubicBezTo>
                  <a:cubicBezTo>
                    <a:pt x="131" y="655"/>
                    <a:pt x="203" y="679"/>
                    <a:pt x="298" y="679"/>
                  </a:cubicBezTo>
                  <a:cubicBezTo>
                    <a:pt x="393" y="679"/>
                    <a:pt x="464" y="655"/>
                    <a:pt x="512" y="596"/>
                  </a:cubicBezTo>
                  <a:cubicBezTo>
                    <a:pt x="572" y="524"/>
                    <a:pt x="595" y="441"/>
                    <a:pt x="595" y="334"/>
                  </a:cubicBezTo>
                  <a:cubicBezTo>
                    <a:pt x="595" y="227"/>
                    <a:pt x="572" y="143"/>
                    <a:pt x="512" y="84"/>
                  </a:cubicBezTo>
                  <a:cubicBezTo>
                    <a:pt x="464" y="24"/>
                    <a:pt x="393" y="1"/>
                    <a:pt x="2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9">
              <a:extLst>
                <a:ext uri="{FF2B5EF4-FFF2-40B4-BE49-F238E27FC236}">
                  <a16:creationId xmlns:a16="http://schemas.microsoft.com/office/drawing/2014/main" id="{E6B543EC-92F5-109C-4524-34B172DBC54F}"/>
                </a:ext>
              </a:extLst>
            </p:cNvPr>
            <p:cNvSpPr/>
            <p:nvPr/>
          </p:nvSpPr>
          <p:spPr>
            <a:xfrm>
              <a:off x="2512608" y="5030857"/>
              <a:ext cx="4227" cy="35461"/>
            </a:xfrm>
            <a:custGeom>
              <a:avLst/>
              <a:gdLst/>
              <a:ahLst/>
              <a:cxnLst/>
              <a:rect l="l" t="t" r="r" b="b"/>
              <a:pathLst>
                <a:path w="108" h="906" extrusionOk="0">
                  <a:moveTo>
                    <a:pt x="0" y="0"/>
                  </a:moveTo>
                  <a:lnTo>
                    <a:pt x="0" y="905"/>
                  </a:lnTo>
                  <a:lnTo>
                    <a:pt x="107" y="905"/>
                  </a:lnTo>
                  <a:lnTo>
                    <a:pt x="1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9">
              <a:extLst>
                <a:ext uri="{FF2B5EF4-FFF2-40B4-BE49-F238E27FC236}">
                  <a16:creationId xmlns:a16="http://schemas.microsoft.com/office/drawing/2014/main" id="{DD420893-3628-2469-D978-F0B2B30DC3AA}"/>
                </a:ext>
              </a:extLst>
            </p:cNvPr>
            <p:cNvSpPr/>
            <p:nvPr/>
          </p:nvSpPr>
          <p:spPr>
            <a:xfrm>
              <a:off x="2454328" y="4893398"/>
              <a:ext cx="63876" cy="33582"/>
            </a:xfrm>
            <a:custGeom>
              <a:avLst/>
              <a:gdLst/>
              <a:ahLst/>
              <a:cxnLst/>
              <a:rect l="l" t="t" r="r" b="b"/>
              <a:pathLst>
                <a:path w="1632" h="858" fill="none" extrusionOk="0">
                  <a:moveTo>
                    <a:pt x="1632" y="857"/>
                  </a:moveTo>
                  <a:lnTo>
                    <a:pt x="822" y="0"/>
                  </a:lnTo>
                  <a:lnTo>
                    <a:pt x="1" y="857"/>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9">
              <a:extLst>
                <a:ext uri="{FF2B5EF4-FFF2-40B4-BE49-F238E27FC236}">
                  <a16:creationId xmlns:a16="http://schemas.microsoft.com/office/drawing/2014/main" id="{DEAE1C60-519B-FE92-2E86-24C5872C4F8E}"/>
                </a:ext>
              </a:extLst>
            </p:cNvPr>
            <p:cNvSpPr/>
            <p:nvPr/>
          </p:nvSpPr>
          <p:spPr>
            <a:xfrm>
              <a:off x="2480905" y="4614251"/>
              <a:ext cx="34052" cy="63407"/>
            </a:xfrm>
            <a:custGeom>
              <a:avLst/>
              <a:gdLst/>
              <a:ahLst/>
              <a:cxnLst/>
              <a:rect l="l" t="t" r="r" b="b"/>
              <a:pathLst>
                <a:path w="870" h="1620" fill="none" extrusionOk="0">
                  <a:moveTo>
                    <a:pt x="0" y="1619"/>
                  </a:moveTo>
                  <a:lnTo>
                    <a:pt x="870" y="822"/>
                  </a:ln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9">
              <a:extLst>
                <a:ext uri="{FF2B5EF4-FFF2-40B4-BE49-F238E27FC236}">
                  <a16:creationId xmlns:a16="http://schemas.microsoft.com/office/drawing/2014/main" id="{D73BE20E-876E-5F33-7817-F4B4601841D2}"/>
                </a:ext>
              </a:extLst>
            </p:cNvPr>
            <p:cNvSpPr/>
            <p:nvPr/>
          </p:nvSpPr>
          <p:spPr>
            <a:xfrm>
              <a:off x="2480905" y="4706974"/>
              <a:ext cx="34052" cy="63876"/>
            </a:xfrm>
            <a:custGeom>
              <a:avLst/>
              <a:gdLst/>
              <a:ahLst/>
              <a:cxnLst/>
              <a:rect l="l" t="t" r="r" b="b"/>
              <a:pathLst>
                <a:path w="870" h="1632" fill="none" extrusionOk="0">
                  <a:moveTo>
                    <a:pt x="870" y="1"/>
                  </a:moveTo>
                  <a:lnTo>
                    <a:pt x="0" y="822"/>
                  </a:lnTo>
                  <a:lnTo>
                    <a:pt x="870" y="1632"/>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9">
              <a:extLst>
                <a:ext uri="{FF2B5EF4-FFF2-40B4-BE49-F238E27FC236}">
                  <a16:creationId xmlns:a16="http://schemas.microsoft.com/office/drawing/2014/main" id="{6A361345-D2E4-2C20-E514-D94CD678F78F}"/>
                </a:ext>
              </a:extLst>
            </p:cNvPr>
            <p:cNvSpPr/>
            <p:nvPr/>
          </p:nvSpPr>
          <p:spPr>
            <a:xfrm>
              <a:off x="2032125" y="4397533"/>
              <a:ext cx="80668" cy="69943"/>
            </a:xfrm>
            <a:custGeom>
              <a:avLst/>
              <a:gdLst/>
              <a:ahLst/>
              <a:cxnLst/>
              <a:rect l="l" t="t" r="r" b="b"/>
              <a:pathLst>
                <a:path w="2061" h="1787" fill="none" extrusionOk="0">
                  <a:moveTo>
                    <a:pt x="2060" y="1108"/>
                  </a:moveTo>
                  <a:lnTo>
                    <a:pt x="1037" y="1"/>
                  </a:lnTo>
                  <a:lnTo>
                    <a:pt x="1" y="1108"/>
                  </a:lnTo>
                  <a:lnTo>
                    <a:pt x="477" y="1108"/>
                  </a:lnTo>
                  <a:lnTo>
                    <a:pt x="477" y="1787"/>
                  </a:lnTo>
                  <a:lnTo>
                    <a:pt x="1584" y="1787"/>
                  </a:lnTo>
                  <a:lnTo>
                    <a:pt x="1584" y="1108"/>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9">
              <a:extLst>
                <a:ext uri="{FF2B5EF4-FFF2-40B4-BE49-F238E27FC236}">
                  <a16:creationId xmlns:a16="http://schemas.microsoft.com/office/drawing/2014/main" id="{C609776D-0E7A-DC55-6B07-FBEBDB008A5E}"/>
                </a:ext>
              </a:extLst>
            </p:cNvPr>
            <p:cNvSpPr/>
            <p:nvPr/>
          </p:nvSpPr>
          <p:spPr>
            <a:xfrm>
              <a:off x="2050756" y="4479570"/>
              <a:ext cx="43406" cy="14012"/>
            </a:xfrm>
            <a:custGeom>
              <a:avLst/>
              <a:gdLst/>
              <a:ahLst/>
              <a:cxnLst/>
              <a:rect l="l" t="t" r="r" b="b"/>
              <a:pathLst>
                <a:path w="1109" h="358" fill="none" extrusionOk="0">
                  <a:moveTo>
                    <a:pt x="1" y="0"/>
                  </a:moveTo>
                  <a:lnTo>
                    <a:pt x="1108" y="0"/>
                  </a:lnTo>
                  <a:lnTo>
                    <a:pt x="1108" y="358"/>
                  </a:lnTo>
                  <a:lnTo>
                    <a:pt x="1" y="358"/>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3" name="Google Shape;873;p39">
            <a:extLst>
              <a:ext uri="{FF2B5EF4-FFF2-40B4-BE49-F238E27FC236}">
                <a16:creationId xmlns:a16="http://schemas.microsoft.com/office/drawing/2014/main" id="{15381018-41B8-6134-2F86-88C46E341EE6}"/>
              </a:ext>
            </a:extLst>
          </p:cNvPr>
          <p:cNvGrpSpPr/>
          <p:nvPr/>
        </p:nvGrpSpPr>
        <p:grpSpPr>
          <a:xfrm>
            <a:off x="7041509" y="962160"/>
            <a:ext cx="915918" cy="915918"/>
            <a:chOff x="6998874" y="164307"/>
            <a:chExt cx="409678" cy="409678"/>
          </a:xfrm>
        </p:grpSpPr>
        <p:sp>
          <p:nvSpPr>
            <p:cNvPr id="874" name="Google Shape;874;p39">
              <a:extLst>
                <a:ext uri="{FF2B5EF4-FFF2-40B4-BE49-F238E27FC236}">
                  <a16:creationId xmlns:a16="http://schemas.microsoft.com/office/drawing/2014/main" id="{340301D4-12B2-CFF5-ABC6-4524981C89EA}"/>
                </a:ext>
              </a:extLst>
            </p:cNvPr>
            <p:cNvSpPr/>
            <p:nvPr/>
          </p:nvSpPr>
          <p:spPr>
            <a:xfrm>
              <a:off x="7048269" y="214171"/>
              <a:ext cx="360284" cy="359814"/>
            </a:xfrm>
            <a:custGeom>
              <a:avLst/>
              <a:gdLst/>
              <a:ahLst/>
              <a:cxnLst/>
              <a:rect l="l" t="t" r="r" b="b"/>
              <a:pathLst>
                <a:path w="9205" h="9193" fill="none" extrusionOk="0">
                  <a:moveTo>
                    <a:pt x="9204" y="4596"/>
                  </a:moveTo>
                  <a:cubicBezTo>
                    <a:pt x="9204" y="2049"/>
                    <a:pt x="7156" y="1"/>
                    <a:pt x="4608" y="1"/>
                  </a:cubicBezTo>
                  <a:cubicBezTo>
                    <a:pt x="2060" y="1"/>
                    <a:pt x="1" y="2049"/>
                    <a:pt x="1" y="4596"/>
                  </a:cubicBezTo>
                  <a:cubicBezTo>
                    <a:pt x="1" y="7144"/>
                    <a:pt x="2060" y="9192"/>
                    <a:pt x="4608" y="9192"/>
                  </a:cubicBezTo>
                  <a:cubicBezTo>
                    <a:pt x="7156" y="9192"/>
                    <a:pt x="9204" y="7144"/>
                    <a:pt x="9204" y="4596"/>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9">
              <a:extLst>
                <a:ext uri="{FF2B5EF4-FFF2-40B4-BE49-F238E27FC236}">
                  <a16:creationId xmlns:a16="http://schemas.microsoft.com/office/drawing/2014/main" id="{4D4EDD51-6730-802F-97BD-C58E1CD38C2C}"/>
                </a:ext>
              </a:extLst>
            </p:cNvPr>
            <p:cNvSpPr/>
            <p:nvPr/>
          </p:nvSpPr>
          <p:spPr>
            <a:xfrm>
              <a:off x="6998874" y="164307"/>
              <a:ext cx="229791" cy="229791"/>
            </a:xfrm>
            <a:custGeom>
              <a:avLst/>
              <a:gdLst/>
              <a:ahLst/>
              <a:cxnLst/>
              <a:rect l="l" t="t" r="r" b="b"/>
              <a:pathLst>
                <a:path w="5871" h="5871" fill="none" extrusionOk="0">
                  <a:moveTo>
                    <a:pt x="5870" y="1"/>
                  </a:moveTo>
                  <a:cubicBezTo>
                    <a:pt x="2644" y="1"/>
                    <a:pt x="0" y="2620"/>
                    <a:pt x="0" y="5870"/>
                  </a:cubicBezTo>
                  <a:lnTo>
                    <a:pt x="5870" y="5870"/>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9">
              <a:extLst>
                <a:ext uri="{FF2B5EF4-FFF2-40B4-BE49-F238E27FC236}">
                  <a16:creationId xmlns:a16="http://schemas.microsoft.com/office/drawing/2014/main" id="{AD8FF860-04AD-0D85-28F1-5E516AC48AC7}"/>
                </a:ext>
              </a:extLst>
            </p:cNvPr>
            <p:cNvSpPr/>
            <p:nvPr/>
          </p:nvSpPr>
          <p:spPr>
            <a:xfrm>
              <a:off x="7124239" y="289672"/>
              <a:ext cx="208812" cy="208812"/>
            </a:xfrm>
            <a:custGeom>
              <a:avLst/>
              <a:gdLst/>
              <a:ahLst/>
              <a:cxnLst/>
              <a:rect l="l" t="t" r="r" b="b"/>
              <a:pathLst>
                <a:path w="5335" h="5335" fill="none" extrusionOk="0">
                  <a:moveTo>
                    <a:pt x="5334" y="2667"/>
                  </a:moveTo>
                  <a:cubicBezTo>
                    <a:pt x="5334" y="4144"/>
                    <a:pt x="4144" y="5334"/>
                    <a:pt x="2667" y="5334"/>
                  </a:cubicBezTo>
                  <a:cubicBezTo>
                    <a:pt x="1191" y="5334"/>
                    <a:pt x="0" y="4144"/>
                    <a:pt x="0" y="2667"/>
                  </a:cubicBezTo>
                  <a:cubicBezTo>
                    <a:pt x="0" y="1191"/>
                    <a:pt x="1191" y="0"/>
                    <a:pt x="2667" y="0"/>
                  </a:cubicBezTo>
                  <a:lnTo>
                    <a:pt x="2667" y="266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9">
              <a:extLst>
                <a:ext uri="{FF2B5EF4-FFF2-40B4-BE49-F238E27FC236}">
                  <a16:creationId xmlns:a16="http://schemas.microsoft.com/office/drawing/2014/main" id="{6439D858-933E-37E9-D7A8-B817A7D8ABBC}"/>
                </a:ext>
              </a:extLst>
            </p:cNvPr>
            <p:cNvSpPr/>
            <p:nvPr/>
          </p:nvSpPr>
          <p:spPr>
            <a:xfrm>
              <a:off x="7182010" y="347443"/>
              <a:ext cx="93231" cy="93271"/>
            </a:xfrm>
            <a:custGeom>
              <a:avLst/>
              <a:gdLst/>
              <a:ahLst/>
              <a:cxnLst/>
              <a:rect l="l" t="t" r="r" b="b"/>
              <a:pathLst>
                <a:path w="2382" h="2383" fill="none" extrusionOk="0">
                  <a:moveTo>
                    <a:pt x="2382" y="1191"/>
                  </a:moveTo>
                  <a:cubicBezTo>
                    <a:pt x="2382" y="537"/>
                    <a:pt x="1846" y="1"/>
                    <a:pt x="1191" y="1"/>
                  </a:cubicBezTo>
                  <a:cubicBezTo>
                    <a:pt x="536" y="1"/>
                    <a:pt x="1" y="537"/>
                    <a:pt x="1" y="1191"/>
                  </a:cubicBezTo>
                  <a:cubicBezTo>
                    <a:pt x="1" y="1846"/>
                    <a:pt x="536" y="2382"/>
                    <a:pt x="1191" y="2382"/>
                  </a:cubicBezTo>
                  <a:cubicBezTo>
                    <a:pt x="1846" y="2382"/>
                    <a:pt x="2382" y="1846"/>
                    <a:pt x="2382" y="1191"/>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8" name="Google Shape;878;p39">
            <a:extLst>
              <a:ext uri="{FF2B5EF4-FFF2-40B4-BE49-F238E27FC236}">
                <a16:creationId xmlns:a16="http://schemas.microsoft.com/office/drawing/2014/main" id="{91FE4804-C0D5-946C-5DC0-8215C624B5B1}"/>
              </a:ext>
            </a:extLst>
          </p:cNvPr>
          <p:cNvSpPr/>
          <p:nvPr/>
        </p:nvSpPr>
        <p:spPr>
          <a:xfrm>
            <a:off x="1267946" y="3310979"/>
            <a:ext cx="172921" cy="179457"/>
          </a:xfrm>
          <a:custGeom>
            <a:avLst/>
            <a:gdLst/>
            <a:ahLst/>
            <a:cxnLst/>
            <a:rect l="l" t="t" r="r" b="b"/>
            <a:pathLst>
              <a:path w="4418" h="4585" extrusionOk="0">
                <a:moveTo>
                  <a:pt x="1" y="0"/>
                </a:moveTo>
                <a:lnTo>
                  <a:pt x="1632" y="4584"/>
                </a:lnTo>
                <a:lnTo>
                  <a:pt x="2453" y="2727"/>
                </a:lnTo>
                <a:lnTo>
                  <a:pt x="4418" y="2167"/>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08921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1ABA1803-18A9-CE8B-985E-3EC49322446F}"/>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C4117370-5351-E661-A9AF-944EDDC99D60}"/>
              </a:ext>
            </a:extLst>
          </p:cNvPr>
          <p:cNvSpPr txBox="1">
            <a:spLocks noGrp="1"/>
          </p:cNvSpPr>
          <p:nvPr>
            <p:ph type="title"/>
          </p:nvPr>
        </p:nvSpPr>
        <p:spPr>
          <a:xfrm>
            <a:off x="720000" y="445025"/>
            <a:ext cx="6114638" cy="121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Kernfragen des Kapitels</a:t>
            </a:r>
            <a:endParaRPr sz="2400" b="0" dirty="0">
              <a:latin typeface="Lexend Deca Light"/>
              <a:ea typeface="Lexend Deca Light"/>
              <a:cs typeface="Lexend Deca Light"/>
              <a:sym typeface="Lexend Deca Light"/>
            </a:endParaRPr>
          </a:p>
        </p:txBody>
      </p:sp>
      <p:sp>
        <p:nvSpPr>
          <p:cNvPr id="891" name="Google Shape;891;p41">
            <a:extLst>
              <a:ext uri="{FF2B5EF4-FFF2-40B4-BE49-F238E27FC236}">
                <a16:creationId xmlns:a16="http://schemas.microsoft.com/office/drawing/2014/main" id="{D970A512-44F6-75B2-3195-716B455BCC2A}"/>
              </a:ext>
            </a:extLst>
          </p:cNvPr>
          <p:cNvSpPr txBox="1">
            <a:spLocks noGrp="1"/>
          </p:cNvSpPr>
          <p:nvPr>
            <p:ph type="subTitle" idx="1"/>
          </p:nvPr>
        </p:nvSpPr>
        <p:spPr>
          <a:xfrm>
            <a:off x="720000" y="1700300"/>
            <a:ext cx="6724740" cy="2298300"/>
          </a:xfrm>
          <a:prstGeom prst="rect">
            <a:avLst/>
          </a:prstGeom>
        </p:spPr>
        <p:txBody>
          <a:bodyPr spcFirstLastPara="1" wrap="square" lIns="91425" tIns="91425" rIns="91425" bIns="91425" anchor="t" anchorCtr="0">
            <a:noAutofit/>
          </a:bodyPr>
          <a:lstStyle/>
          <a:p>
            <a:pPr marL="285750" indent="-285750">
              <a:buSzPts val="1100"/>
            </a:pPr>
            <a:r>
              <a:rPr lang="de-DE" dirty="0"/>
              <a:t>Worin unterscheiden sich Graph Datenbanken und relationale Datenbanken grundsätzlich?</a:t>
            </a:r>
          </a:p>
          <a:p>
            <a:pPr marL="285750" indent="-285750">
              <a:buSzPts val="1100"/>
            </a:pPr>
            <a:r>
              <a:rPr lang="de-DE" dirty="0"/>
              <a:t>Warum können beide Beziehungen modellieren, aber auf unterschiedliche Weise?</a:t>
            </a:r>
          </a:p>
          <a:p>
            <a:pPr marL="285750" indent="-285750">
              <a:buSzPts val="1100"/>
            </a:pPr>
            <a:r>
              <a:rPr lang="de-DE" dirty="0"/>
              <a:t>Wo haben Graph Datenbanken Vorteile?</a:t>
            </a:r>
          </a:p>
          <a:p>
            <a:pPr marL="285750" indent="-285750">
              <a:buSzPts val="1100"/>
            </a:pPr>
            <a:r>
              <a:rPr lang="de-DE" dirty="0"/>
              <a:t>Wo sind relationale Systeme weiterhin oft die bessere Wahl?</a:t>
            </a:r>
          </a:p>
        </p:txBody>
      </p:sp>
    </p:spTree>
    <p:extLst>
      <p:ext uri="{BB962C8B-B14F-4D97-AF65-F5344CB8AC3E}">
        <p14:creationId xmlns:p14="http://schemas.microsoft.com/office/powerpoint/2010/main" val="3841861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2DDCBEB3-B138-AA95-97B5-5A296ADA2217}"/>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0CBF96D1-2DBF-C350-2D70-500A2F1247A8}"/>
              </a:ext>
            </a:extLst>
          </p:cNvPr>
          <p:cNvSpPr txBox="1">
            <a:spLocks noGrp="1"/>
          </p:cNvSpPr>
          <p:nvPr>
            <p:ph type="title"/>
          </p:nvPr>
        </p:nvSpPr>
        <p:spPr>
          <a:xfrm>
            <a:off x="720000" y="445025"/>
            <a:ext cx="7174320" cy="1218300"/>
          </a:xfrm>
          <a:prstGeom prst="rect">
            <a:avLst/>
          </a:prstGeom>
        </p:spPr>
        <p:txBody>
          <a:bodyPr spcFirstLastPara="1" wrap="square" lIns="91425" tIns="91425" rIns="91425" bIns="91425" anchor="t" anchorCtr="0">
            <a:noAutofit/>
          </a:bodyPr>
          <a:lstStyle/>
          <a:p>
            <a:pPr lvl="0"/>
            <a:r>
              <a:rPr lang="de-DE" sz="2400" dirty="0"/>
              <a:t>Beziehungen</a:t>
            </a:r>
            <a:endParaRPr sz="2400" b="0" dirty="0">
              <a:latin typeface="Lexend Deca Light"/>
              <a:ea typeface="Lexend Deca Light"/>
              <a:cs typeface="Lexend Deca Light"/>
              <a:sym typeface="Lexend Deca Light"/>
            </a:endParaRPr>
          </a:p>
        </p:txBody>
      </p:sp>
      <p:sp>
        <p:nvSpPr>
          <p:cNvPr id="891" name="Google Shape;891;p41">
            <a:extLst>
              <a:ext uri="{FF2B5EF4-FFF2-40B4-BE49-F238E27FC236}">
                <a16:creationId xmlns:a16="http://schemas.microsoft.com/office/drawing/2014/main" id="{58B97045-3A74-3B21-4E8D-6073D2C59AA7}"/>
              </a:ext>
            </a:extLst>
          </p:cNvPr>
          <p:cNvSpPr txBox="1">
            <a:spLocks noGrp="1"/>
          </p:cNvSpPr>
          <p:nvPr>
            <p:ph type="subTitle" idx="1"/>
          </p:nvPr>
        </p:nvSpPr>
        <p:spPr>
          <a:xfrm>
            <a:off x="719998" y="1181876"/>
            <a:ext cx="3852001" cy="2298300"/>
          </a:xfrm>
          <a:prstGeom prst="rect">
            <a:avLst/>
          </a:prstGeom>
        </p:spPr>
        <p:txBody>
          <a:bodyPr spcFirstLastPara="1" wrap="square" lIns="91425" tIns="91425" rIns="91425" bIns="91425" anchor="t" anchorCtr="0">
            <a:noAutofit/>
          </a:bodyPr>
          <a:lstStyle/>
          <a:p>
            <a:pPr marL="0" indent="0">
              <a:buSzPts val="1100"/>
              <a:buNone/>
            </a:pPr>
            <a:r>
              <a:rPr lang="de-DE" dirty="0"/>
              <a:t>Graph</a:t>
            </a:r>
          </a:p>
          <a:p>
            <a:pPr marL="285750" indent="-285750">
              <a:buSzPts val="1100"/>
            </a:pPr>
            <a:r>
              <a:rPr lang="de-DE" dirty="0"/>
              <a:t>Beziehung als Kante</a:t>
            </a:r>
          </a:p>
          <a:p>
            <a:pPr marL="285750" indent="-285750">
              <a:buSzPts val="1100"/>
            </a:pPr>
            <a:endParaRPr lang="de-DE" dirty="0"/>
          </a:p>
        </p:txBody>
      </p:sp>
      <p:sp>
        <p:nvSpPr>
          <p:cNvPr id="3" name="Google Shape;891;p41">
            <a:extLst>
              <a:ext uri="{FF2B5EF4-FFF2-40B4-BE49-F238E27FC236}">
                <a16:creationId xmlns:a16="http://schemas.microsoft.com/office/drawing/2014/main" id="{2CAD39A8-7536-ED5B-A03B-FAB899DC2D63}"/>
              </a:ext>
            </a:extLst>
          </p:cNvPr>
          <p:cNvSpPr txBox="1">
            <a:spLocks/>
          </p:cNvSpPr>
          <p:nvPr/>
        </p:nvSpPr>
        <p:spPr>
          <a:xfrm>
            <a:off x="4572000" y="1181876"/>
            <a:ext cx="3852000" cy="2298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SzPts val="1100"/>
              <a:buNone/>
            </a:pPr>
            <a:r>
              <a:rPr lang="de-DE" dirty="0"/>
              <a:t>Relational</a:t>
            </a:r>
          </a:p>
          <a:p>
            <a:pPr marL="285750" indent="-285750">
              <a:buSzPts val="1100"/>
            </a:pPr>
            <a:r>
              <a:rPr lang="de-DE" dirty="0"/>
              <a:t>Beziehung über Fremdschlüssel und </a:t>
            </a:r>
            <a:r>
              <a:rPr lang="de-DE" dirty="0" err="1"/>
              <a:t>Join</a:t>
            </a:r>
            <a:endParaRPr lang="de-DE" dirty="0"/>
          </a:p>
        </p:txBody>
      </p:sp>
      <p:sp>
        <p:nvSpPr>
          <p:cNvPr id="8" name="Google Shape;891;p41">
            <a:extLst>
              <a:ext uri="{FF2B5EF4-FFF2-40B4-BE49-F238E27FC236}">
                <a16:creationId xmlns:a16="http://schemas.microsoft.com/office/drawing/2014/main" id="{67FD5BF8-B8BD-3878-F16E-FA8CA684E3A1}"/>
              </a:ext>
            </a:extLst>
          </p:cNvPr>
          <p:cNvSpPr txBox="1">
            <a:spLocks/>
          </p:cNvSpPr>
          <p:nvPr/>
        </p:nvSpPr>
        <p:spPr>
          <a:xfrm>
            <a:off x="3939539" y="3961625"/>
            <a:ext cx="4138387" cy="10924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SzPts val="1100"/>
              <a:buNone/>
            </a:pPr>
            <a:r>
              <a:rPr lang="de-DE" dirty="0"/>
              <a:t>Relationale Datenbanken arbeiten mit Tabellen, Primärschlüsseln und Fremdschlüsseln, während Graph Datenbanken Beziehungen explizit als Kanten modellieren.</a:t>
            </a:r>
          </a:p>
        </p:txBody>
      </p:sp>
      <p:sp>
        <p:nvSpPr>
          <p:cNvPr id="13" name="Ellipse 12">
            <a:extLst>
              <a:ext uri="{FF2B5EF4-FFF2-40B4-BE49-F238E27FC236}">
                <a16:creationId xmlns:a16="http://schemas.microsoft.com/office/drawing/2014/main" id="{33E97C46-7672-CB79-5DC1-CD28652F4854}"/>
              </a:ext>
            </a:extLst>
          </p:cNvPr>
          <p:cNvSpPr/>
          <p:nvPr/>
        </p:nvSpPr>
        <p:spPr>
          <a:xfrm>
            <a:off x="1179822" y="1854723"/>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A</a:t>
            </a:r>
          </a:p>
        </p:txBody>
      </p:sp>
      <p:sp>
        <p:nvSpPr>
          <p:cNvPr id="14" name="Ellipse 13">
            <a:extLst>
              <a:ext uri="{FF2B5EF4-FFF2-40B4-BE49-F238E27FC236}">
                <a16:creationId xmlns:a16="http://schemas.microsoft.com/office/drawing/2014/main" id="{A4BDD965-92FE-3B3A-BCA7-BC6964870B67}"/>
              </a:ext>
            </a:extLst>
          </p:cNvPr>
          <p:cNvSpPr/>
          <p:nvPr/>
        </p:nvSpPr>
        <p:spPr>
          <a:xfrm>
            <a:off x="2462328" y="2928682"/>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B</a:t>
            </a:r>
          </a:p>
        </p:txBody>
      </p:sp>
      <p:sp>
        <p:nvSpPr>
          <p:cNvPr id="15" name="Ellipse 14">
            <a:extLst>
              <a:ext uri="{FF2B5EF4-FFF2-40B4-BE49-F238E27FC236}">
                <a16:creationId xmlns:a16="http://schemas.microsoft.com/office/drawing/2014/main" id="{04F75D61-56EF-49CE-C3F8-AE308CBBAC78}"/>
              </a:ext>
            </a:extLst>
          </p:cNvPr>
          <p:cNvSpPr/>
          <p:nvPr/>
        </p:nvSpPr>
        <p:spPr>
          <a:xfrm>
            <a:off x="1179823" y="3681080"/>
            <a:ext cx="1392865" cy="717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n w="0"/>
                <a:solidFill>
                  <a:schemeClr val="tx1"/>
                </a:solidFill>
                <a:effectLst>
                  <a:outerShdw blurRad="38100" dist="19050" dir="2700000" algn="tl" rotWithShape="0">
                    <a:schemeClr val="dk1">
                      <a:alpha val="40000"/>
                    </a:schemeClr>
                  </a:outerShdw>
                </a:effectLst>
              </a:rPr>
              <a:t>Person C</a:t>
            </a:r>
          </a:p>
        </p:txBody>
      </p:sp>
      <p:cxnSp>
        <p:nvCxnSpPr>
          <p:cNvPr id="16" name="Verbinder: gewinkelt 15">
            <a:extLst>
              <a:ext uri="{FF2B5EF4-FFF2-40B4-BE49-F238E27FC236}">
                <a16:creationId xmlns:a16="http://schemas.microsoft.com/office/drawing/2014/main" id="{BF2821B1-202D-6051-E0B2-75D0C297E5BB}"/>
              </a:ext>
            </a:extLst>
          </p:cNvPr>
          <p:cNvCxnSpPr>
            <a:stCxn id="13" idx="6"/>
            <a:endCxn id="14" idx="0"/>
          </p:cNvCxnSpPr>
          <p:nvPr/>
        </p:nvCxnSpPr>
        <p:spPr>
          <a:xfrm>
            <a:off x="2572687" y="2213237"/>
            <a:ext cx="586074" cy="71544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17" name="Textfeld 16">
            <a:extLst>
              <a:ext uri="{FF2B5EF4-FFF2-40B4-BE49-F238E27FC236}">
                <a16:creationId xmlns:a16="http://schemas.microsoft.com/office/drawing/2014/main" id="{BCCE65A0-D8BD-D901-F2C7-F6D1FB48AD3B}"/>
              </a:ext>
            </a:extLst>
          </p:cNvPr>
          <p:cNvSpPr txBox="1"/>
          <p:nvPr/>
        </p:nvSpPr>
        <p:spPr>
          <a:xfrm>
            <a:off x="2810041" y="2268777"/>
            <a:ext cx="652743" cy="307777"/>
          </a:xfrm>
          <a:prstGeom prst="rect">
            <a:avLst/>
          </a:prstGeom>
          <a:noFill/>
        </p:spPr>
        <p:txBody>
          <a:bodyPr wrap="none" rtlCol="0">
            <a:spAutoFit/>
          </a:bodyPr>
          <a:lstStyle/>
          <a:p>
            <a:r>
              <a:rPr lang="de-DE" dirty="0"/>
              <a:t>Kennt</a:t>
            </a:r>
          </a:p>
        </p:txBody>
      </p:sp>
      <p:sp>
        <p:nvSpPr>
          <p:cNvPr id="18" name="Textfeld 17">
            <a:extLst>
              <a:ext uri="{FF2B5EF4-FFF2-40B4-BE49-F238E27FC236}">
                <a16:creationId xmlns:a16="http://schemas.microsoft.com/office/drawing/2014/main" id="{5CB6BDF4-73E2-E2AF-0D28-6271C10B67D1}"/>
              </a:ext>
            </a:extLst>
          </p:cNvPr>
          <p:cNvSpPr txBox="1"/>
          <p:nvPr/>
        </p:nvSpPr>
        <p:spPr>
          <a:xfrm>
            <a:off x="719997" y="2979418"/>
            <a:ext cx="1348446" cy="307777"/>
          </a:xfrm>
          <a:prstGeom prst="rect">
            <a:avLst/>
          </a:prstGeom>
          <a:noFill/>
        </p:spPr>
        <p:txBody>
          <a:bodyPr wrap="none" rtlCol="0">
            <a:spAutoFit/>
          </a:bodyPr>
          <a:lstStyle/>
          <a:p>
            <a:r>
              <a:rPr lang="de-DE" dirty="0"/>
              <a:t>Befreundet mit</a:t>
            </a:r>
          </a:p>
        </p:txBody>
      </p:sp>
      <p:sp>
        <p:nvSpPr>
          <p:cNvPr id="19" name="Textfeld 18">
            <a:extLst>
              <a:ext uri="{FF2B5EF4-FFF2-40B4-BE49-F238E27FC236}">
                <a16:creationId xmlns:a16="http://schemas.microsoft.com/office/drawing/2014/main" id="{3F727CB3-C7DC-277B-72B8-067B2DAB53E9}"/>
              </a:ext>
            </a:extLst>
          </p:cNvPr>
          <p:cNvSpPr txBox="1"/>
          <p:nvPr/>
        </p:nvSpPr>
        <p:spPr>
          <a:xfrm>
            <a:off x="2494956" y="3669764"/>
            <a:ext cx="1348446" cy="307777"/>
          </a:xfrm>
          <a:prstGeom prst="rect">
            <a:avLst/>
          </a:prstGeom>
          <a:noFill/>
        </p:spPr>
        <p:txBody>
          <a:bodyPr wrap="none" rtlCol="0">
            <a:spAutoFit/>
          </a:bodyPr>
          <a:lstStyle/>
          <a:p>
            <a:r>
              <a:rPr lang="de-DE" dirty="0"/>
              <a:t>Befreundet mit</a:t>
            </a:r>
          </a:p>
        </p:txBody>
      </p:sp>
      <p:cxnSp>
        <p:nvCxnSpPr>
          <p:cNvPr id="20" name="Verbinder: gewinkelt 19">
            <a:extLst>
              <a:ext uri="{FF2B5EF4-FFF2-40B4-BE49-F238E27FC236}">
                <a16:creationId xmlns:a16="http://schemas.microsoft.com/office/drawing/2014/main" id="{0C7FDF91-7290-D831-E8DB-0CA2EE002C46}"/>
              </a:ext>
            </a:extLst>
          </p:cNvPr>
          <p:cNvCxnSpPr>
            <a:cxnSpLocks/>
            <a:stCxn id="13" idx="3"/>
            <a:endCxn id="15" idx="1"/>
          </p:cNvCxnSpPr>
          <p:nvPr/>
        </p:nvCxnSpPr>
        <p:spPr>
          <a:xfrm rot="16200000" flipH="1">
            <a:off x="724131" y="3126414"/>
            <a:ext cx="1319342" cy="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1" name="Verbinder: gewinkelt 20">
            <a:extLst>
              <a:ext uri="{FF2B5EF4-FFF2-40B4-BE49-F238E27FC236}">
                <a16:creationId xmlns:a16="http://schemas.microsoft.com/office/drawing/2014/main" id="{2BAEE0C3-15E9-2CD1-77F1-059C1EEA5F9B}"/>
              </a:ext>
            </a:extLst>
          </p:cNvPr>
          <p:cNvCxnSpPr>
            <a:stCxn id="15" idx="7"/>
            <a:endCxn id="13" idx="5"/>
          </p:cNvCxnSpPr>
          <p:nvPr/>
        </p:nvCxnSpPr>
        <p:spPr>
          <a:xfrm rot="16200000" flipV="1">
            <a:off x="1709037" y="3126414"/>
            <a:ext cx="1319342" cy="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2" name="Verbinder: gewinkelt 21">
            <a:extLst>
              <a:ext uri="{FF2B5EF4-FFF2-40B4-BE49-F238E27FC236}">
                <a16:creationId xmlns:a16="http://schemas.microsoft.com/office/drawing/2014/main" id="{B0AF4AAE-5674-2FBC-6734-3833291BA0A8}"/>
              </a:ext>
            </a:extLst>
          </p:cNvPr>
          <p:cNvCxnSpPr>
            <a:stCxn id="14" idx="4"/>
            <a:endCxn id="15" idx="6"/>
          </p:cNvCxnSpPr>
          <p:nvPr/>
        </p:nvCxnSpPr>
        <p:spPr>
          <a:xfrm rot="5400000">
            <a:off x="2668783" y="3549615"/>
            <a:ext cx="393885" cy="58607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3" name="Textfeld 22">
            <a:extLst>
              <a:ext uri="{FF2B5EF4-FFF2-40B4-BE49-F238E27FC236}">
                <a16:creationId xmlns:a16="http://schemas.microsoft.com/office/drawing/2014/main" id="{8EEBBB78-8B8B-4A6B-87D9-E14856F0DB12}"/>
              </a:ext>
            </a:extLst>
          </p:cNvPr>
          <p:cNvSpPr txBox="1"/>
          <p:nvPr/>
        </p:nvSpPr>
        <p:spPr>
          <a:xfrm>
            <a:off x="1689393" y="2633677"/>
            <a:ext cx="1348446" cy="307777"/>
          </a:xfrm>
          <a:prstGeom prst="rect">
            <a:avLst/>
          </a:prstGeom>
          <a:noFill/>
        </p:spPr>
        <p:txBody>
          <a:bodyPr wrap="none" rtlCol="0">
            <a:spAutoFit/>
          </a:bodyPr>
          <a:lstStyle/>
          <a:p>
            <a:r>
              <a:rPr lang="de-DE" dirty="0"/>
              <a:t>Befreundet mit</a:t>
            </a:r>
          </a:p>
        </p:txBody>
      </p:sp>
      <p:pic>
        <p:nvPicPr>
          <p:cNvPr id="25" name="Grafik 24">
            <a:extLst>
              <a:ext uri="{FF2B5EF4-FFF2-40B4-BE49-F238E27FC236}">
                <a16:creationId xmlns:a16="http://schemas.microsoft.com/office/drawing/2014/main" id="{58B776FF-89DC-52EB-D7FF-7CAD2E2D9F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1999" y="2274162"/>
            <a:ext cx="621506" cy="621506"/>
          </a:xfrm>
          <a:prstGeom prst="rect">
            <a:avLst/>
          </a:prstGeom>
        </p:spPr>
      </p:pic>
      <p:pic>
        <p:nvPicPr>
          <p:cNvPr id="26" name="Grafik 25">
            <a:extLst>
              <a:ext uri="{FF2B5EF4-FFF2-40B4-BE49-F238E27FC236}">
                <a16:creationId xmlns:a16="http://schemas.microsoft.com/office/drawing/2014/main" id="{B23D8B1A-1E07-9FBC-B284-B20AD4B88A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29399" y="2274162"/>
            <a:ext cx="621506" cy="621506"/>
          </a:xfrm>
          <a:prstGeom prst="rect">
            <a:avLst/>
          </a:prstGeom>
        </p:spPr>
      </p:pic>
      <p:pic>
        <p:nvPicPr>
          <p:cNvPr id="27" name="Grafik 26">
            <a:extLst>
              <a:ext uri="{FF2B5EF4-FFF2-40B4-BE49-F238E27FC236}">
                <a16:creationId xmlns:a16="http://schemas.microsoft.com/office/drawing/2014/main" id="{74ABC958-B049-3E2A-5443-A5CFB2836E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74505" y="2896462"/>
            <a:ext cx="621506" cy="621506"/>
          </a:xfrm>
          <a:prstGeom prst="rect">
            <a:avLst/>
          </a:prstGeom>
        </p:spPr>
      </p:pic>
      <p:cxnSp>
        <p:nvCxnSpPr>
          <p:cNvPr id="28" name="Verbinder: gewinkelt 27">
            <a:extLst>
              <a:ext uri="{FF2B5EF4-FFF2-40B4-BE49-F238E27FC236}">
                <a16:creationId xmlns:a16="http://schemas.microsoft.com/office/drawing/2014/main" id="{A1969C80-D1C4-022F-8FC0-2E4C29014D7E}"/>
              </a:ext>
            </a:extLst>
          </p:cNvPr>
          <p:cNvCxnSpPr>
            <a:cxnSpLocks/>
            <a:stCxn id="25" idx="2"/>
            <a:endCxn id="27" idx="1"/>
          </p:cNvCxnSpPr>
          <p:nvPr/>
        </p:nvCxnSpPr>
        <p:spPr>
          <a:xfrm rot="16200000" flipH="1">
            <a:off x="5072855" y="2705564"/>
            <a:ext cx="311547" cy="69175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9" name="Verbinder: gewinkelt 28">
            <a:extLst>
              <a:ext uri="{FF2B5EF4-FFF2-40B4-BE49-F238E27FC236}">
                <a16:creationId xmlns:a16="http://schemas.microsoft.com/office/drawing/2014/main" id="{B64E5663-9501-9347-09B8-53FEB5F78F84}"/>
              </a:ext>
            </a:extLst>
          </p:cNvPr>
          <p:cNvCxnSpPr>
            <a:cxnSpLocks/>
            <a:stCxn id="27" idx="3"/>
            <a:endCxn id="26" idx="2"/>
          </p:cNvCxnSpPr>
          <p:nvPr/>
        </p:nvCxnSpPr>
        <p:spPr>
          <a:xfrm flipV="1">
            <a:off x="6196011" y="2895668"/>
            <a:ext cx="744141" cy="31154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30" name="Verbinder: gewinkelt 29">
            <a:extLst>
              <a:ext uri="{FF2B5EF4-FFF2-40B4-BE49-F238E27FC236}">
                <a16:creationId xmlns:a16="http://schemas.microsoft.com/office/drawing/2014/main" id="{C7027F77-EFA7-BA21-0532-89CDF6114693}"/>
              </a:ext>
            </a:extLst>
          </p:cNvPr>
          <p:cNvCxnSpPr>
            <a:cxnSpLocks/>
            <a:stCxn id="26" idx="0"/>
            <a:endCxn id="27" idx="0"/>
          </p:cNvCxnSpPr>
          <p:nvPr/>
        </p:nvCxnSpPr>
        <p:spPr>
          <a:xfrm rot="16200000" flipH="1" flipV="1">
            <a:off x="6101555" y="2057865"/>
            <a:ext cx="622300" cy="1054894"/>
          </a:xfrm>
          <a:prstGeom prst="bentConnector3">
            <a:avLst>
              <a:gd name="adj1" fmla="val -36735"/>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47094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 grpId="0" uiExpand="1" build="p"/>
      <p:bldP spid="8"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201AB0E4-BEB2-AE21-FA7D-23927DC49C98}"/>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BC3C43DD-A934-E3C2-F60F-C37E59A4D2B5}"/>
              </a:ext>
            </a:extLst>
          </p:cNvPr>
          <p:cNvSpPr txBox="1">
            <a:spLocks noGrp="1"/>
          </p:cNvSpPr>
          <p:nvPr>
            <p:ph type="title"/>
          </p:nvPr>
        </p:nvSpPr>
        <p:spPr>
          <a:xfrm>
            <a:off x="720000" y="445025"/>
            <a:ext cx="7174320" cy="1218300"/>
          </a:xfrm>
          <a:prstGeom prst="rect">
            <a:avLst/>
          </a:prstGeom>
        </p:spPr>
        <p:txBody>
          <a:bodyPr spcFirstLastPara="1" wrap="square" lIns="91425" tIns="91425" rIns="91425" bIns="91425" anchor="t" anchorCtr="0">
            <a:noAutofit/>
          </a:bodyPr>
          <a:lstStyle/>
          <a:p>
            <a:pPr lvl="0"/>
            <a:r>
              <a:rPr lang="de-DE" sz="2400" dirty="0"/>
              <a:t>Datenmodell</a:t>
            </a:r>
            <a:endParaRPr sz="2400" b="0" dirty="0">
              <a:latin typeface="Lexend Deca Light"/>
              <a:ea typeface="Lexend Deca Light"/>
              <a:cs typeface="Lexend Deca Light"/>
              <a:sym typeface="Lexend Deca Light"/>
            </a:endParaRPr>
          </a:p>
        </p:txBody>
      </p:sp>
      <p:sp>
        <p:nvSpPr>
          <p:cNvPr id="891" name="Google Shape;891;p41">
            <a:extLst>
              <a:ext uri="{FF2B5EF4-FFF2-40B4-BE49-F238E27FC236}">
                <a16:creationId xmlns:a16="http://schemas.microsoft.com/office/drawing/2014/main" id="{A551C52C-6EA3-9FB0-C41C-B756E2C88369}"/>
              </a:ext>
            </a:extLst>
          </p:cNvPr>
          <p:cNvSpPr txBox="1">
            <a:spLocks noGrp="1"/>
          </p:cNvSpPr>
          <p:nvPr>
            <p:ph type="subTitle" idx="1"/>
          </p:nvPr>
        </p:nvSpPr>
        <p:spPr>
          <a:xfrm>
            <a:off x="709680" y="1692601"/>
            <a:ext cx="3852001" cy="2298300"/>
          </a:xfrm>
          <a:prstGeom prst="rect">
            <a:avLst/>
          </a:prstGeom>
        </p:spPr>
        <p:txBody>
          <a:bodyPr spcFirstLastPara="1" wrap="square" lIns="91425" tIns="91425" rIns="91425" bIns="91425" anchor="t" anchorCtr="0">
            <a:noAutofit/>
          </a:bodyPr>
          <a:lstStyle/>
          <a:p>
            <a:pPr marL="0" indent="0">
              <a:buSzPts val="1100"/>
              <a:buNone/>
            </a:pPr>
            <a:r>
              <a:rPr lang="de-DE" dirty="0"/>
              <a:t>Property-Graph-Modell </a:t>
            </a:r>
          </a:p>
          <a:p>
            <a:pPr marL="285750" indent="-285750">
              <a:buSzPts val="1100"/>
            </a:pPr>
            <a:r>
              <a:rPr lang="de-DE" dirty="0"/>
              <a:t>Knoten</a:t>
            </a:r>
          </a:p>
          <a:p>
            <a:pPr marL="285750" indent="-285750">
              <a:buSzPts val="1100"/>
            </a:pPr>
            <a:r>
              <a:rPr lang="de-DE" dirty="0"/>
              <a:t>Kanten</a:t>
            </a:r>
          </a:p>
          <a:p>
            <a:pPr marL="285750" indent="-285750">
              <a:buSzPts val="1100"/>
            </a:pPr>
            <a:r>
              <a:rPr lang="de-DE" dirty="0"/>
              <a:t>Labels</a:t>
            </a:r>
          </a:p>
          <a:p>
            <a:pPr marL="285750" indent="-285750">
              <a:buSzPts val="1100"/>
            </a:pPr>
            <a:r>
              <a:rPr lang="de-DE" dirty="0"/>
              <a:t>Properties</a:t>
            </a:r>
          </a:p>
        </p:txBody>
      </p:sp>
      <p:sp>
        <p:nvSpPr>
          <p:cNvPr id="3" name="Google Shape;891;p41">
            <a:extLst>
              <a:ext uri="{FF2B5EF4-FFF2-40B4-BE49-F238E27FC236}">
                <a16:creationId xmlns:a16="http://schemas.microsoft.com/office/drawing/2014/main" id="{3CBA2408-7ECD-60D4-8FBD-5BA5EAAC5D65}"/>
              </a:ext>
            </a:extLst>
          </p:cNvPr>
          <p:cNvSpPr txBox="1">
            <a:spLocks/>
          </p:cNvSpPr>
          <p:nvPr/>
        </p:nvSpPr>
        <p:spPr>
          <a:xfrm>
            <a:off x="4561681" y="1692600"/>
            <a:ext cx="3852000" cy="2298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SzPts val="1100"/>
              <a:buNone/>
            </a:pPr>
            <a:r>
              <a:rPr lang="de-DE" dirty="0"/>
              <a:t>Relationales Modell</a:t>
            </a:r>
          </a:p>
          <a:p>
            <a:pPr marL="285750" indent="-285750">
              <a:buSzPts val="1100"/>
            </a:pPr>
            <a:r>
              <a:rPr lang="de-DE" dirty="0"/>
              <a:t>Tabellen</a:t>
            </a:r>
          </a:p>
          <a:p>
            <a:pPr marL="285750" indent="-285750">
              <a:buSzPts val="1100"/>
            </a:pPr>
            <a:r>
              <a:rPr lang="de-DE" dirty="0"/>
              <a:t>Spalten</a:t>
            </a:r>
          </a:p>
          <a:p>
            <a:pPr marL="285750" indent="-285750">
              <a:buSzPts val="1100"/>
            </a:pPr>
            <a:r>
              <a:rPr lang="de-DE" dirty="0"/>
              <a:t>Primär- und Fremdschlüssel</a:t>
            </a:r>
          </a:p>
        </p:txBody>
      </p:sp>
      <p:sp>
        <p:nvSpPr>
          <p:cNvPr id="8" name="Google Shape;891;p41">
            <a:extLst>
              <a:ext uri="{FF2B5EF4-FFF2-40B4-BE49-F238E27FC236}">
                <a16:creationId xmlns:a16="http://schemas.microsoft.com/office/drawing/2014/main" id="{86DD753D-6264-CE04-BE8B-4688519D082C}"/>
              </a:ext>
            </a:extLst>
          </p:cNvPr>
          <p:cNvSpPr txBox="1">
            <a:spLocks/>
          </p:cNvSpPr>
          <p:nvPr/>
        </p:nvSpPr>
        <p:spPr>
          <a:xfrm>
            <a:off x="719998" y="3480176"/>
            <a:ext cx="8081102" cy="113298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285750" indent="-285750">
              <a:buSzPts val="1100"/>
            </a:pPr>
            <a:r>
              <a:rPr lang="de-DE" dirty="0"/>
              <a:t>Im relationalen Modell ist die Struktur tabellarisch vorgegeben</a:t>
            </a:r>
          </a:p>
          <a:p>
            <a:pPr marL="285750" indent="-285750">
              <a:buSzPts val="1100"/>
            </a:pPr>
            <a:r>
              <a:rPr lang="de-DE" dirty="0"/>
              <a:t>Im Property-Graph-Modell werden Entitäten und Beziehungen direkt als Graph modelliert</a:t>
            </a:r>
          </a:p>
        </p:txBody>
      </p:sp>
      <p:pic>
        <p:nvPicPr>
          <p:cNvPr id="6" name="Grafik 5">
            <a:extLst>
              <a:ext uri="{FF2B5EF4-FFF2-40B4-BE49-F238E27FC236}">
                <a16:creationId xmlns:a16="http://schemas.microsoft.com/office/drawing/2014/main" id="{C737DB97-D240-FF23-ACDE-9DE450B504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2000" y="1123325"/>
            <a:ext cx="540000" cy="540000"/>
          </a:xfrm>
          <a:prstGeom prst="rect">
            <a:avLst/>
          </a:prstGeom>
        </p:spPr>
      </p:pic>
      <p:pic>
        <p:nvPicPr>
          <p:cNvPr id="7" name="Grafik 6">
            <a:extLst>
              <a:ext uri="{FF2B5EF4-FFF2-40B4-BE49-F238E27FC236}">
                <a16:creationId xmlns:a16="http://schemas.microsoft.com/office/drawing/2014/main" id="{E6210C26-71F7-D303-5B67-621CF7953B3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9680" y="1123325"/>
            <a:ext cx="540000" cy="540000"/>
          </a:xfrm>
          <a:prstGeom prst="rect">
            <a:avLst/>
          </a:prstGeom>
        </p:spPr>
      </p:pic>
    </p:spTree>
    <p:extLst>
      <p:ext uri="{BB962C8B-B14F-4D97-AF65-F5344CB8AC3E}">
        <p14:creationId xmlns:p14="http://schemas.microsoft.com/office/powerpoint/2010/main" val="2658640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8DEB9E6E-A356-5CC6-109D-DCF5FA635E9E}"/>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5770F892-2250-48EF-71F4-DC3E5A50AE34}"/>
              </a:ext>
            </a:extLst>
          </p:cNvPr>
          <p:cNvSpPr txBox="1">
            <a:spLocks noGrp="1"/>
          </p:cNvSpPr>
          <p:nvPr>
            <p:ph type="title"/>
          </p:nvPr>
        </p:nvSpPr>
        <p:spPr>
          <a:xfrm>
            <a:off x="720000" y="445025"/>
            <a:ext cx="6114638" cy="1218300"/>
          </a:xfrm>
          <a:prstGeom prst="rect">
            <a:avLst/>
          </a:prstGeom>
        </p:spPr>
        <p:txBody>
          <a:bodyPr spcFirstLastPara="1" wrap="square" lIns="91425" tIns="91425" rIns="91425" bIns="91425" anchor="t" anchorCtr="0">
            <a:noAutofit/>
          </a:bodyPr>
          <a:lstStyle/>
          <a:p>
            <a:pPr lvl="0"/>
            <a:r>
              <a:rPr lang="de-DE" sz="2400" dirty="0"/>
              <a:t>Unterschied im Abfragedenken</a:t>
            </a:r>
            <a:endParaRPr sz="2400" b="0" dirty="0">
              <a:latin typeface="Lexend Deca Light"/>
              <a:ea typeface="Lexend Deca Light"/>
              <a:cs typeface="Lexend Deca Light"/>
              <a:sym typeface="Lexend Deca Light"/>
            </a:endParaRPr>
          </a:p>
        </p:txBody>
      </p:sp>
      <p:sp>
        <p:nvSpPr>
          <p:cNvPr id="891" name="Google Shape;891;p41">
            <a:extLst>
              <a:ext uri="{FF2B5EF4-FFF2-40B4-BE49-F238E27FC236}">
                <a16:creationId xmlns:a16="http://schemas.microsoft.com/office/drawing/2014/main" id="{561121D3-8F2D-5661-5594-17248C4A14BB}"/>
              </a:ext>
            </a:extLst>
          </p:cNvPr>
          <p:cNvSpPr txBox="1">
            <a:spLocks noGrp="1"/>
          </p:cNvSpPr>
          <p:nvPr>
            <p:ph type="subTitle" idx="1"/>
          </p:nvPr>
        </p:nvSpPr>
        <p:spPr>
          <a:xfrm>
            <a:off x="719998" y="1181876"/>
            <a:ext cx="3852001" cy="654544"/>
          </a:xfrm>
          <a:prstGeom prst="rect">
            <a:avLst/>
          </a:prstGeom>
        </p:spPr>
        <p:txBody>
          <a:bodyPr spcFirstLastPara="1" wrap="square" lIns="91425" tIns="91425" rIns="91425" bIns="91425" anchor="t" anchorCtr="0">
            <a:noAutofit/>
          </a:bodyPr>
          <a:lstStyle/>
          <a:p>
            <a:pPr marL="0" indent="0">
              <a:buSzPts val="1100"/>
              <a:buNone/>
            </a:pPr>
            <a:r>
              <a:rPr lang="de-DE" dirty="0"/>
              <a:t>Graph Abfragen</a:t>
            </a:r>
          </a:p>
          <a:p>
            <a:pPr marL="285750" indent="-285750">
              <a:buSzPts val="1100"/>
            </a:pPr>
            <a:r>
              <a:rPr lang="de-DE" dirty="0"/>
              <a:t>Graph Abfragen folgen Beziehungen.</a:t>
            </a:r>
          </a:p>
        </p:txBody>
      </p:sp>
      <p:sp>
        <p:nvSpPr>
          <p:cNvPr id="3" name="Google Shape;891;p41">
            <a:extLst>
              <a:ext uri="{FF2B5EF4-FFF2-40B4-BE49-F238E27FC236}">
                <a16:creationId xmlns:a16="http://schemas.microsoft.com/office/drawing/2014/main" id="{7968EBBC-365B-96CB-9901-C721490C3CCB}"/>
              </a:ext>
            </a:extLst>
          </p:cNvPr>
          <p:cNvSpPr txBox="1">
            <a:spLocks/>
          </p:cNvSpPr>
          <p:nvPr/>
        </p:nvSpPr>
        <p:spPr>
          <a:xfrm>
            <a:off x="4572000" y="1181876"/>
            <a:ext cx="4030980" cy="65454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SzPts val="1100"/>
              <a:buNone/>
            </a:pPr>
            <a:r>
              <a:rPr lang="de-DE" dirty="0"/>
              <a:t>Relationale Abfragen</a:t>
            </a:r>
          </a:p>
          <a:p>
            <a:pPr marL="285750" indent="-285750">
              <a:buSzPts val="1100"/>
            </a:pPr>
            <a:r>
              <a:rPr lang="de-DE" dirty="0"/>
              <a:t>SQL Abfragen verbinden Tabellen.</a:t>
            </a:r>
          </a:p>
          <a:p>
            <a:pPr marL="285750" indent="-285750">
              <a:buSzPts val="1100"/>
            </a:pPr>
            <a:endParaRPr lang="de-DE" dirty="0"/>
          </a:p>
        </p:txBody>
      </p:sp>
      <p:sp>
        <p:nvSpPr>
          <p:cNvPr id="6" name="Rechteck: abgerundete Ecken 5">
            <a:extLst>
              <a:ext uri="{FF2B5EF4-FFF2-40B4-BE49-F238E27FC236}">
                <a16:creationId xmlns:a16="http://schemas.microsoft.com/office/drawing/2014/main" id="{6137D3AE-233B-368B-94D4-BD3E9915BB14}"/>
              </a:ext>
            </a:extLst>
          </p:cNvPr>
          <p:cNvSpPr/>
          <p:nvPr/>
        </p:nvSpPr>
        <p:spPr>
          <a:xfrm>
            <a:off x="4572000" y="2555585"/>
            <a:ext cx="3489960" cy="1259631"/>
          </a:xfrm>
          <a:prstGeom prst="roundRect">
            <a:avLst/>
          </a:prstGeom>
          <a:solidFill>
            <a:srgbClr val="171717"/>
          </a:solidFill>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de-DE" dirty="0"/>
              <a:t>SELECT </a:t>
            </a:r>
            <a:r>
              <a:rPr lang="de-DE" dirty="0" err="1"/>
              <a:t>a.Name</a:t>
            </a:r>
            <a:br>
              <a:rPr lang="de-DE" dirty="0"/>
            </a:br>
            <a:r>
              <a:rPr lang="de-DE" dirty="0"/>
              <a:t>FROM Person a</a:t>
            </a:r>
            <a:br>
              <a:rPr lang="de-DE" dirty="0"/>
            </a:br>
            <a:r>
              <a:rPr lang="de-DE" dirty="0"/>
              <a:t>JOIN Kauft k ON </a:t>
            </a:r>
            <a:r>
              <a:rPr lang="de-DE" dirty="0" err="1"/>
              <a:t>k.Person_id</a:t>
            </a:r>
            <a:r>
              <a:rPr lang="de-DE" dirty="0"/>
              <a:t> = a.id</a:t>
            </a:r>
            <a:br>
              <a:rPr lang="de-DE" dirty="0"/>
            </a:br>
            <a:r>
              <a:rPr lang="de-DE" dirty="0"/>
              <a:t>JOIN Produkt y ON y.id = </a:t>
            </a:r>
            <a:r>
              <a:rPr lang="de-DE" dirty="0" err="1"/>
              <a:t>k.Produkt_id</a:t>
            </a:r>
            <a:br>
              <a:rPr lang="de-DE" dirty="0"/>
            </a:br>
            <a:r>
              <a:rPr lang="de-DE" dirty="0"/>
              <a:t>WHERE </a:t>
            </a:r>
            <a:r>
              <a:rPr lang="de-DE" dirty="0" err="1"/>
              <a:t>y.Art</a:t>
            </a:r>
            <a:r>
              <a:rPr lang="de-DE" dirty="0"/>
              <a:t> = 'Film';</a:t>
            </a:r>
          </a:p>
        </p:txBody>
      </p:sp>
      <p:sp>
        <p:nvSpPr>
          <p:cNvPr id="7" name="Rechteck: abgerundete Ecken 6">
            <a:extLst>
              <a:ext uri="{FF2B5EF4-FFF2-40B4-BE49-F238E27FC236}">
                <a16:creationId xmlns:a16="http://schemas.microsoft.com/office/drawing/2014/main" id="{2C0D1586-4453-665B-D81D-BA0AAFC60BB7}"/>
              </a:ext>
            </a:extLst>
          </p:cNvPr>
          <p:cNvSpPr/>
          <p:nvPr/>
        </p:nvSpPr>
        <p:spPr>
          <a:xfrm>
            <a:off x="719998" y="2555586"/>
            <a:ext cx="3489960" cy="1259631"/>
          </a:xfrm>
          <a:prstGeom prst="roundRect">
            <a:avLst/>
          </a:prstGeom>
          <a:solidFill>
            <a:srgbClr val="171717"/>
          </a:solidFill>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dirty="0"/>
              <a:t>MATCH (</a:t>
            </a:r>
            <a:r>
              <a:rPr lang="en-US" dirty="0" err="1"/>
              <a:t>a:Person</a:t>
            </a:r>
            <a:r>
              <a:rPr lang="en-US" dirty="0"/>
              <a:t>)-[:</a:t>
            </a:r>
            <a:r>
              <a:rPr lang="en-US" dirty="0" err="1"/>
              <a:t>Kauft</a:t>
            </a:r>
            <a:r>
              <a:rPr lang="en-US" dirty="0"/>
              <a:t>]-&gt;(</a:t>
            </a:r>
            <a:r>
              <a:rPr lang="en-US" dirty="0" err="1"/>
              <a:t>y:Produkt</a:t>
            </a:r>
            <a:r>
              <a:rPr lang="en-US" dirty="0"/>
              <a:t>)</a:t>
            </a:r>
            <a:br>
              <a:rPr lang="en-US" dirty="0"/>
            </a:br>
            <a:r>
              <a:rPr lang="en-US" dirty="0"/>
              <a:t>WHERE </a:t>
            </a:r>
            <a:r>
              <a:rPr lang="en-US" dirty="0" err="1"/>
              <a:t>y.Art</a:t>
            </a:r>
            <a:r>
              <a:rPr lang="en-US" dirty="0"/>
              <a:t> = “Film"</a:t>
            </a:r>
            <a:br>
              <a:rPr lang="en-US" dirty="0"/>
            </a:br>
            <a:r>
              <a:rPr lang="en-US" dirty="0"/>
              <a:t>RETURN a.name</a:t>
            </a:r>
          </a:p>
          <a:p>
            <a:endParaRPr lang="de-DE" dirty="0"/>
          </a:p>
        </p:txBody>
      </p:sp>
    </p:spTree>
    <p:extLst>
      <p:ext uri="{BB962C8B-B14F-4D97-AF65-F5344CB8AC3E}">
        <p14:creationId xmlns:p14="http://schemas.microsoft.com/office/powerpoint/2010/main" val="809502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 grpId="0" uiExpand="1" build="p"/>
      <p:bldP spid="3" grpId="0" uiExpand="1" build="p"/>
      <p:bldP spid="6" grpId="0" animBg="1"/>
      <p:bldP spid="7"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76409129-B173-6902-FB7B-F0535483C9D5}"/>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8D724A5B-C559-9013-202B-B3B8BB07B7B8}"/>
              </a:ext>
            </a:extLst>
          </p:cNvPr>
          <p:cNvSpPr txBox="1">
            <a:spLocks noGrp="1"/>
          </p:cNvSpPr>
          <p:nvPr>
            <p:ph type="title"/>
          </p:nvPr>
        </p:nvSpPr>
        <p:spPr>
          <a:xfrm>
            <a:off x="720000" y="445025"/>
            <a:ext cx="7174320" cy="1218300"/>
          </a:xfrm>
          <a:prstGeom prst="rect">
            <a:avLst/>
          </a:prstGeom>
        </p:spPr>
        <p:txBody>
          <a:bodyPr spcFirstLastPara="1" wrap="square" lIns="91425" tIns="91425" rIns="91425" bIns="91425" anchor="t" anchorCtr="0">
            <a:noAutofit/>
          </a:bodyPr>
          <a:lstStyle/>
          <a:p>
            <a:pPr lvl="0"/>
            <a:r>
              <a:rPr lang="de-DE" sz="2400" dirty="0"/>
              <a:t>Schema-Flexibilität</a:t>
            </a:r>
            <a:endParaRPr sz="2400" b="0" dirty="0">
              <a:latin typeface="Lexend Deca Light"/>
              <a:ea typeface="Lexend Deca Light"/>
              <a:cs typeface="Lexend Deca Light"/>
              <a:sym typeface="Lexend Deca Light"/>
            </a:endParaRPr>
          </a:p>
        </p:txBody>
      </p:sp>
      <p:sp>
        <p:nvSpPr>
          <p:cNvPr id="891" name="Google Shape;891;p41">
            <a:extLst>
              <a:ext uri="{FF2B5EF4-FFF2-40B4-BE49-F238E27FC236}">
                <a16:creationId xmlns:a16="http://schemas.microsoft.com/office/drawing/2014/main" id="{6ECD7A1B-E3EA-83AB-11AD-6CF2E7D5D013}"/>
              </a:ext>
            </a:extLst>
          </p:cNvPr>
          <p:cNvSpPr txBox="1">
            <a:spLocks noGrp="1"/>
          </p:cNvSpPr>
          <p:nvPr>
            <p:ph type="subTitle" idx="1"/>
          </p:nvPr>
        </p:nvSpPr>
        <p:spPr>
          <a:xfrm>
            <a:off x="709680" y="1692601"/>
            <a:ext cx="3852001" cy="2298300"/>
          </a:xfrm>
          <a:prstGeom prst="rect">
            <a:avLst/>
          </a:prstGeom>
        </p:spPr>
        <p:txBody>
          <a:bodyPr spcFirstLastPara="1" wrap="square" lIns="91425" tIns="91425" rIns="91425" bIns="91425" anchor="t" anchorCtr="0">
            <a:noAutofit/>
          </a:bodyPr>
          <a:lstStyle/>
          <a:p>
            <a:pPr marL="0" indent="0">
              <a:buSzPts val="1100"/>
              <a:buNone/>
            </a:pPr>
            <a:r>
              <a:rPr lang="de-DE" dirty="0"/>
              <a:t>Property-Graph-Modell </a:t>
            </a:r>
          </a:p>
          <a:p>
            <a:pPr marL="285750" indent="-285750">
              <a:buSzPts val="1100"/>
            </a:pPr>
            <a:r>
              <a:rPr lang="de-DE" dirty="0"/>
              <a:t>Hohe Anpassungsfähigkeit bei vernetzten, heterogenen Daten</a:t>
            </a:r>
          </a:p>
          <a:p>
            <a:pPr marL="285750" indent="-285750">
              <a:buSzPts val="1100"/>
            </a:pPr>
            <a:r>
              <a:rPr lang="de-DE" dirty="0"/>
              <a:t>Kann Schemata und Integritätsregeln haben</a:t>
            </a:r>
          </a:p>
        </p:txBody>
      </p:sp>
      <p:sp>
        <p:nvSpPr>
          <p:cNvPr id="3" name="Google Shape;891;p41">
            <a:extLst>
              <a:ext uri="{FF2B5EF4-FFF2-40B4-BE49-F238E27FC236}">
                <a16:creationId xmlns:a16="http://schemas.microsoft.com/office/drawing/2014/main" id="{13D859FA-5478-29B2-480B-3F7C63F7793E}"/>
              </a:ext>
            </a:extLst>
          </p:cNvPr>
          <p:cNvSpPr txBox="1">
            <a:spLocks/>
          </p:cNvSpPr>
          <p:nvPr/>
        </p:nvSpPr>
        <p:spPr>
          <a:xfrm>
            <a:off x="4561681" y="1692600"/>
            <a:ext cx="3852000" cy="2298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SzPts val="1100"/>
              <a:buNone/>
            </a:pPr>
            <a:r>
              <a:rPr lang="de-DE" dirty="0"/>
              <a:t>Relationales Modell</a:t>
            </a:r>
          </a:p>
          <a:p>
            <a:pPr marL="285750" indent="-285750">
              <a:buSzPts val="1100"/>
            </a:pPr>
            <a:r>
              <a:rPr lang="de-DE" dirty="0"/>
              <a:t>Viel Struktur im Voraus</a:t>
            </a:r>
          </a:p>
          <a:p>
            <a:pPr marL="285750" indent="-285750">
              <a:buSzPts val="1100"/>
            </a:pPr>
            <a:r>
              <a:rPr lang="de-DE" dirty="0"/>
              <a:t>Muss Schemata und Integritätsregeln haben</a:t>
            </a:r>
          </a:p>
        </p:txBody>
      </p:sp>
      <p:sp>
        <p:nvSpPr>
          <p:cNvPr id="8" name="Google Shape;891;p41">
            <a:extLst>
              <a:ext uri="{FF2B5EF4-FFF2-40B4-BE49-F238E27FC236}">
                <a16:creationId xmlns:a16="http://schemas.microsoft.com/office/drawing/2014/main" id="{0E874B80-5E9A-E6BB-5F99-00017AAEB60C}"/>
              </a:ext>
            </a:extLst>
          </p:cNvPr>
          <p:cNvSpPr txBox="1">
            <a:spLocks/>
          </p:cNvSpPr>
          <p:nvPr/>
        </p:nvSpPr>
        <p:spPr>
          <a:xfrm>
            <a:off x="719998" y="3480176"/>
            <a:ext cx="8081102" cy="113298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285750" indent="-285750">
              <a:buSzPts val="1100"/>
            </a:pPr>
            <a:r>
              <a:rPr lang="de-DE" dirty="0"/>
              <a:t>Relationale Systeme sind meist stärker vordefiniert</a:t>
            </a:r>
          </a:p>
          <a:p>
            <a:pPr marL="285750" indent="-285750">
              <a:buSzPts val="1100"/>
            </a:pPr>
            <a:r>
              <a:rPr lang="de-DE" dirty="0"/>
              <a:t>Graph Modelle oft flexibler</a:t>
            </a:r>
          </a:p>
        </p:txBody>
      </p:sp>
      <p:pic>
        <p:nvPicPr>
          <p:cNvPr id="6" name="Grafik 5">
            <a:extLst>
              <a:ext uri="{FF2B5EF4-FFF2-40B4-BE49-F238E27FC236}">
                <a16:creationId xmlns:a16="http://schemas.microsoft.com/office/drawing/2014/main" id="{CBA63907-274F-D23B-DD88-ABCCBFB15F8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2000" y="1123325"/>
            <a:ext cx="540000" cy="540000"/>
          </a:xfrm>
          <a:prstGeom prst="rect">
            <a:avLst/>
          </a:prstGeom>
        </p:spPr>
      </p:pic>
      <p:pic>
        <p:nvPicPr>
          <p:cNvPr id="7" name="Grafik 6">
            <a:extLst>
              <a:ext uri="{FF2B5EF4-FFF2-40B4-BE49-F238E27FC236}">
                <a16:creationId xmlns:a16="http://schemas.microsoft.com/office/drawing/2014/main" id="{2F613B78-A2D0-0E1A-706C-C4DCD9A74F4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9680" y="1123325"/>
            <a:ext cx="540000" cy="540000"/>
          </a:xfrm>
          <a:prstGeom prst="rect">
            <a:avLst/>
          </a:prstGeom>
        </p:spPr>
      </p:pic>
    </p:spTree>
    <p:extLst>
      <p:ext uri="{BB962C8B-B14F-4D97-AF65-F5344CB8AC3E}">
        <p14:creationId xmlns:p14="http://schemas.microsoft.com/office/powerpoint/2010/main" val="283731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760310D4-28D7-5D40-8040-18BED96D4D55}"/>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1478DB75-861F-43D4-CF2A-F1F75EAFD089}"/>
              </a:ext>
            </a:extLst>
          </p:cNvPr>
          <p:cNvSpPr txBox="1">
            <a:spLocks noGrp="1"/>
          </p:cNvSpPr>
          <p:nvPr>
            <p:ph type="title"/>
          </p:nvPr>
        </p:nvSpPr>
        <p:spPr>
          <a:xfrm>
            <a:off x="720000" y="445025"/>
            <a:ext cx="7174320" cy="1218300"/>
          </a:xfrm>
          <a:prstGeom prst="rect">
            <a:avLst/>
          </a:prstGeom>
        </p:spPr>
        <p:txBody>
          <a:bodyPr spcFirstLastPara="1" wrap="square" lIns="91425" tIns="91425" rIns="91425" bIns="91425" anchor="t" anchorCtr="0">
            <a:noAutofit/>
          </a:bodyPr>
          <a:lstStyle/>
          <a:p>
            <a:pPr lvl="0"/>
            <a:r>
              <a:rPr lang="de-DE" sz="2400" dirty="0"/>
              <a:t>Performance: Wo ist welcher Ansatz stark?</a:t>
            </a:r>
            <a:endParaRPr sz="2400" b="0" dirty="0">
              <a:latin typeface="Lexend Deca Light"/>
              <a:ea typeface="Lexend Deca Light"/>
              <a:cs typeface="Lexend Deca Light"/>
              <a:sym typeface="Lexend Deca Light"/>
            </a:endParaRPr>
          </a:p>
        </p:txBody>
      </p:sp>
      <p:sp>
        <p:nvSpPr>
          <p:cNvPr id="891" name="Google Shape;891;p41">
            <a:extLst>
              <a:ext uri="{FF2B5EF4-FFF2-40B4-BE49-F238E27FC236}">
                <a16:creationId xmlns:a16="http://schemas.microsoft.com/office/drawing/2014/main" id="{44871016-CCED-FF7D-1E4F-CF3A52C67BD0}"/>
              </a:ext>
            </a:extLst>
          </p:cNvPr>
          <p:cNvSpPr txBox="1">
            <a:spLocks noGrp="1"/>
          </p:cNvSpPr>
          <p:nvPr>
            <p:ph type="subTitle" idx="1"/>
          </p:nvPr>
        </p:nvSpPr>
        <p:spPr>
          <a:xfrm>
            <a:off x="719998" y="1181876"/>
            <a:ext cx="3852001" cy="2298300"/>
          </a:xfrm>
          <a:prstGeom prst="rect">
            <a:avLst/>
          </a:prstGeom>
        </p:spPr>
        <p:txBody>
          <a:bodyPr spcFirstLastPara="1" wrap="square" lIns="91425" tIns="91425" rIns="91425" bIns="91425" anchor="t" anchorCtr="0">
            <a:noAutofit/>
          </a:bodyPr>
          <a:lstStyle/>
          <a:p>
            <a:pPr marL="0" indent="0">
              <a:buSzPts val="1100"/>
              <a:buNone/>
            </a:pPr>
            <a:r>
              <a:rPr lang="de-DE" dirty="0"/>
              <a:t>Graph </a:t>
            </a:r>
          </a:p>
          <a:p>
            <a:pPr marL="285750" indent="-285750">
              <a:buSzPts val="1100"/>
            </a:pPr>
            <a:r>
              <a:rPr lang="de-DE" dirty="0"/>
              <a:t>Mehrstufigen Beziehungen</a:t>
            </a:r>
          </a:p>
          <a:p>
            <a:pPr marL="285750" indent="-285750">
              <a:buSzPts val="1100"/>
            </a:pPr>
            <a:r>
              <a:rPr lang="de-DE" dirty="0" err="1"/>
              <a:t>Traversals</a:t>
            </a:r>
            <a:r>
              <a:rPr lang="de-DE" dirty="0"/>
              <a:t> </a:t>
            </a:r>
          </a:p>
          <a:p>
            <a:pPr marL="285750" indent="-285750">
              <a:buSzPts val="1100"/>
            </a:pPr>
            <a:r>
              <a:rPr lang="de-DE" dirty="0"/>
              <a:t>Stark vernetzten Daten</a:t>
            </a:r>
          </a:p>
        </p:txBody>
      </p:sp>
      <p:sp>
        <p:nvSpPr>
          <p:cNvPr id="3" name="Google Shape;891;p41">
            <a:extLst>
              <a:ext uri="{FF2B5EF4-FFF2-40B4-BE49-F238E27FC236}">
                <a16:creationId xmlns:a16="http://schemas.microsoft.com/office/drawing/2014/main" id="{77FF53D7-9671-1206-E8F6-760923A843A5}"/>
              </a:ext>
            </a:extLst>
          </p:cNvPr>
          <p:cNvSpPr txBox="1">
            <a:spLocks/>
          </p:cNvSpPr>
          <p:nvPr/>
        </p:nvSpPr>
        <p:spPr>
          <a:xfrm>
            <a:off x="4571999" y="1181876"/>
            <a:ext cx="4138387" cy="2298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SzPts val="1100"/>
              <a:buNone/>
            </a:pPr>
            <a:r>
              <a:rPr lang="de-DE" dirty="0"/>
              <a:t>Relational</a:t>
            </a:r>
          </a:p>
          <a:p>
            <a:pPr marL="285750" indent="-285750">
              <a:buSzPts val="1100"/>
            </a:pPr>
            <a:r>
              <a:rPr lang="de-DE" dirty="0"/>
              <a:t>Klassischen strukturierten Geschäftsdaten</a:t>
            </a:r>
          </a:p>
          <a:p>
            <a:pPr marL="285750" indent="-285750">
              <a:buSzPts val="1100"/>
            </a:pPr>
            <a:r>
              <a:rPr lang="de-DE" dirty="0"/>
              <a:t>Aggregationen </a:t>
            </a:r>
          </a:p>
          <a:p>
            <a:pPr marL="285750" indent="-285750">
              <a:buSzPts val="1100"/>
            </a:pPr>
            <a:r>
              <a:rPr lang="de-DE" dirty="0"/>
              <a:t>Ausgereiften Transaktionsszenarien</a:t>
            </a:r>
          </a:p>
        </p:txBody>
      </p:sp>
      <p:sp>
        <p:nvSpPr>
          <p:cNvPr id="8" name="Google Shape;891;p41">
            <a:extLst>
              <a:ext uri="{FF2B5EF4-FFF2-40B4-BE49-F238E27FC236}">
                <a16:creationId xmlns:a16="http://schemas.microsoft.com/office/drawing/2014/main" id="{C9F3D89D-78B8-BCAF-8D7F-4CD9DE4123A8}"/>
              </a:ext>
            </a:extLst>
          </p:cNvPr>
          <p:cNvSpPr txBox="1">
            <a:spLocks/>
          </p:cNvSpPr>
          <p:nvPr/>
        </p:nvSpPr>
        <p:spPr>
          <a:xfrm>
            <a:off x="719999" y="3480176"/>
            <a:ext cx="7357928" cy="7368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SzPts val="1100"/>
              <a:buNone/>
            </a:pPr>
            <a:r>
              <a:rPr lang="de-DE" dirty="0"/>
              <a:t>Keine Aussagen wie „Graph Datenbanken sind generell schneller.“ möglich!</a:t>
            </a:r>
          </a:p>
        </p:txBody>
      </p:sp>
    </p:spTree>
    <p:extLst>
      <p:ext uri="{BB962C8B-B14F-4D97-AF65-F5344CB8AC3E}">
        <p14:creationId xmlns:p14="http://schemas.microsoft.com/office/powerpoint/2010/main" val="372865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 grpId="0" uiExpand="1" build="p"/>
      <p:bldP spid="8"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1D163891-6728-140D-1908-7E3A49F9C45E}"/>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F729F5FA-47CC-8750-BFF2-7B8C260DC38B}"/>
              </a:ext>
            </a:extLst>
          </p:cNvPr>
          <p:cNvSpPr txBox="1">
            <a:spLocks noGrp="1"/>
          </p:cNvSpPr>
          <p:nvPr>
            <p:ph type="title"/>
          </p:nvPr>
        </p:nvSpPr>
        <p:spPr>
          <a:xfrm>
            <a:off x="720000" y="445025"/>
            <a:ext cx="7174320" cy="1218300"/>
          </a:xfrm>
          <a:prstGeom prst="rect">
            <a:avLst/>
          </a:prstGeom>
        </p:spPr>
        <p:txBody>
          <a:bodyPr spcFirstLastPara="1" wrap="square" lIns="91425" tIns="91425" rIns="91425" bIns="91425" anchor="t" anchorCtr="0">
            <a:noAutofit/>
          </a:bodyPr>
          <a:lstStyle/>
          <a:p>
            <a:pPr lvl="0"/>
            <a:r>
              <a:rPr lang="de-DE" sz="2400" dirty="0"/>
              <a:t>Skalierung und Betriebsrealität</a:t>
            </a:r>
            <a:endParaRPr sz="2400" b="0" dirty="0">
              <a:latin typeface="Lexend Deca Light"/>
              <a:ea typeface="Lexend Deca Light"/>
              <a:cs typeface="Lexend Deca Light"/>
              <a:sym typeface="Lexend Deca Light"/>
            </a:endParaRPr>
          </a:p>
        </p:txBody>
      </p:sp>
      <p:sp>
        <p:nvSpPr>
          <p:cNvPr id="891" name="Google Shape;891;p41">
            <a:extLst>
              <a:ext uri="{FF2B5EF4-FFF2-40B4-BE49-F238E27FC236}">
                <a16:creationId xmlns:a16="http://schemas.microsoft.com/office/drawing/2014/main" id="{C8E550E2-1A5C-1350-24CE-350A0C137F42}"/>
              </a:ext>
            </a:extLst>
          </p:cNvPr>
          <p:cNvSpPr txBox="1">
            <a:spLocks noGrp="1"/>
          </p:cNvSpPr>
          <p:nvPr>
            <p:ph type="subTitle" idx="1"/>
          </p:nvPr>
        </p:nvSpPr>
        <p:spPr>
          <a:xfrm>
            <a:off x="719998" y="1181876"/>
            <a:ext cx="3852001" cy="2298300"/>
          </a:xfrm>
          <a:prstGeom prst="rect">
            <a:avLst/>
          </a:prstGeom>
        </p:spPr>
        <p:txBody>
          <a:bodyPr spcFirstLastPara="1" wrap="square" lIns="91425" tIns="91425" rIns="91425" bIns="91425" anchor="t" anchorCtr="0">
            <a:noAutofit/>
          </a:bodyPr>
          <a:lstStyle/>
          <a:p>
            <a:pPr marL="0" indent="0">
              <a:buSzPts val="1100"/>
              <a:buNone/>
            </a:pPr>
            <a:r>
              <a:rPr lang="de-DE" dirty="0"/>
              <a:t>Graph </a:t>
            </a:r>
          </a:p>
          <a:p>
            <a:pPr marL="285750" indent="-285750">
              <a:buSzPts val="1100"/>
            </a:pPr>
            <a:r>
              <a:rPr lang="de-DE" dirty="0"/>
              <a:t>Gut geeignet für Partitionierung, wobei verteilte Graph Systeme in der Praxis komplex sein können</a:t>
            </a:r>
          </a:p>
          <a:p>
            <a:pPr marL="285750" indent="-285750">
              <a:buSzPts val="1100"/>
            </a:pPr>
            <a:r>
              <a:rPr lang="de-DE" dirty="0"/>
              <a:t>Skalierung ist möglich, aber nicht automatisch trivial</a:t>
            </a:r>
          </a:p>
        </p:txBody>
      </p:sp>
      <p:sp>
        <p:nvSpPr>
          <p:cNvPr id="3" name="Google Shape;891;p41">
            <a:extLst>
              <a:ext uri="{FF2B5EF4-FFF2-40B4-BE49-F238E27FC236}">
                <a16:creationId xmlns:a16="http://schemas.microsoft.com/office/drawing/2014/main" id="{D67FB3BF-7625-15DA-84D0-FD928F41DF13}"/>
              </a:ext>
            </a:extLst>
          </p:cNvPr>
          <p:cNvSpPr txBox="1">
            <a:spLocks/>
          </p:cNvSpPr>
          <p:nvPr/>
        </p:nvSpPr>
        <p:spPr>
          <a:xfrm>
            <a:off x="4571999" y="1181876"/>
            <a:ext cx="4138387" cy="2298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SzPts val="1100"/>
              <a:buNone/>
            </a:pPr>
            <a:r>
              <a:rPr lang="de-DE" dirty="0"/>
              <a:t>Relational</a:t>
            </a:r>
          </a:p>
          <a:p>
            <a:pPr marL="285750" indent="-285750">
              <a:buSzPts val="1100"/>
            </a:pPr>
            <a:r>
              <a:rPr lang="de-DE" dirty="0"/>
              <a:t>Stark in vertikaler Skalierung</a:t>
            </a:r>
          </a:p>
          <a:p>
            <a:pPr marL="285750" indent="-285750">
              <a:buSzPts val="1100"/>
            </a:pPr>
            <a:r>
              <a:rPr lang="de-DE" dirty="0"/>
              <a:t>Historischer Optimierungsvorsprung</a:t>
            </a:r>
          </a:p>
        </p:txBody>
      </p:sp>
    </p:spTree>
    <p:extLst>
      <p:ext uri="{BB962C8B-B14F-4D97-AF65-F5344CB8AC3E}">
        <p14:creationId xmlns:p14="http://schemas.microsoft.com/office/powerpoint/2010/main" val="1650245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998CCEC8-3CF7-995E-AAE0-60A29760E9A4}"/>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096BC66E-2B5E-229A-AF26-70CB9B5E4641}"/>
              </a:ext>
            </a:extLst>
          </p:cNvPr>
          <p:cNvSpPr txBox="1">
            <a:spLocks noGrp="1"/>
          </p:cNvSpPr>
          <p:nvPr>
            <p:ph type="title"/>
          </p:nvPr>
        </p:nvSpPr>
        <p:spPr>
          <a:xfrm>
            <a:off x="720000" y="445025"/>
            <a:ext cx="7174320" cy="1218300"/>
          </a:xfrm>
          <a:prstGeom prst="rect">
            <a:avLst/>
          </a:prstGeom>
        </p:spPr>
        <p:txBody>
          <a:bodyPr spcFirstLastPara="1" wrap="square" lIns="91425" tIns="91425" rIns="91425" bIns="91425" anchor="t" anchorCtr="0">
            <a:noAutofit/>
          </a:bodyPr>
          <a:lstStyle/>
          <a:p>
            <a:pPr lvl="0"/>
            <a:r>
              <a:rPr lang="de-DE" sz="2400" dirty="0"/>
              <a:t>Typische Einsatzgebiete</a:t>
            </a:r>
            <a:endParaRPr sz="2400" b="0" dirty="0">
              <a:latin typeface="Lexend Deca Light"/>
              <a:ea typeface="Lexend Deca Light"/>
              <a:cs typeface="Lexend Deca Light"/>
              <a:sym typeface="Lexend Deca Light"/>
            </a:endParaRPr>
          </a:p>
        </p:txBody>
      </p:sp>
      <p:sp>
        <p:nvSpPr>
          <p:cNvPr id="891" name="Google Shape;891;p41">
            <a:extLst>
              <a:ext uri="{FF2B5EF4-FFF2-40B4-BE49-F238E27FC236}">
                <a16:creationId xmlns:a16="http://schemas.microsoft.com/office/drawing/2014/main" id="{6EC30765-1AA2-08F8-92AE-973DD3092F27}"/>
              </a:ext>
            </a:extLst>
          </p:cNvPr>
          <p:cNvSpPr txBox="1">
            <a:spLocks noGrp="1"/>
          </p:cNvSpPr>
          <p:nvPr>
            <p:ph type="subTitle" idx="1"/>
          </p:nvPr>
        </p:nvSpPr>
        <p:spPr>
          <a:xfrm>
            <a:off x="719998" y="1181876"/>
            <a:ext cx="3852001" cy="2298300"/>
          </a:xfrm>
          <a:prstGeom prst="rect">
            <a:avLst/>
          </a:prstGeom>
        </p:spPr>
        <p:txBody>
          <a:bodyPr spcFirstLastPara="1" wrap="square" lIns="91425" tIns="91425" rIns="91425" bIns="91425" anchor="t" anchorCtr="0">
            <a:noAutofit/>
          </a:bodyPr>
          <a:lstStyle/>
          <a:p>
            <a:pPr marL="0" indent="0">
              <a:buSzPts val="1100"/>
              <a:buNone/>
            </a:pPr>
            <a:r>
              <a:rPr lang="de-DE" dirty="0"/>
              <a:t>Graph Datenbanken</a:t>
            </a:r>
          </a:p>
          <a:p>
            <a:pPr marL="285750" indent="-285750">
              <a:buSzPts val="1100"/>
            </a:pPr>
            <a:r>
              <a:rPr lang="de-DE" dirty="0"/>
              <a:t>Soziale Netzwerke</a:t>
            </a:r>
          </a:p>
          <a:p>
            <a:pPr marL="285750" indent="-285750">
              <a:buSzPts val="1100"/>
            </a:pPr>
            <a:r>
              <a:rPr lang="de-DE" dirty="0"/>
              <a:t>Empfehlungssysteme</a:t>
            </a:r>
          </a:p>
          <a:p>
            <a:pPr marL="285750" indent="-285750">
              <a:buSzPts val="1100"/>
            </a:pPr>
            <a:r>
              <a:rPr lang="de-DE" dirty="0"/>
              <a:t>Fraud </a:t>
            </a:r>
            <a:r>
              <a:rPr lang="de-DE" dirty="0" err="1"/>
              <a:t>Detection</a:t>
            </a:r>
            <a:endParaRPr lang="de-DE" dirty="0"/>
          </a:p>
          <a:p>
            <a:pPr marL="285750" indent="-285750">
              <a:buSzPts val="1100"/>
            </a:pPr>
            <a:r>
              <a:rPr lang="de-DE" dirty="0"/>
              <a:t>Knowledge Graphs</a:t>
            </a:r>
          </a:p>
        </p:txBody>
      </p:sp>
      <p:sp>
        <p:nvSpPr>
          <p:cNvPr id="3" name="Google Shape;891;p41">
            <a:extLst>
              <a:ext uri="{FF2B5EF4-FFF2-40B4-BE49-F238E27FC236}">
                <a16:creationId xmlns:a16="http://schemas.microsoft.com/office/drawing/2014/main" id="{1C7ADFF8-F91F-5173-19CD-F86C8927DA9C}"/>
              </a:ext>
            </a:extLst>
          </p:cNvPr>
          <p:cNvSpPr txBox="1">
            <a:spLocks/>
          </p:cNvSpPr>
          <p:nvPr/>
        </p:nvSpPr>
        <p:spPr>
          <a:xfrm>
            <a:off x="4571999" y="1181876"/>
            <a:ext cx="4495801" cy="2298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SzPts val="1100"/>
              <a:buNone/>
            </a:pPr>
            <a:r>
              <a:rPr lang="de-DE" dirty="0"/>
              <a:t>Relationale Datenbanken</a:t>
            </a:r>
          </a:p>
          <a:p>
            <a:pPr marL="285750" indent="-285750">
              <a:buSzPts val="1100"/>
            </a:pPr>
            <a:r>
              <a:rPr lang="de-DE" dirty="0"/>
              <a:t>Klassische Transaktionssysteme</a:t>
            </a:r>
          </a:p>
          <a:p>
            <a:pPr marL="285750" indent="-285750">
              <a:buSzPts val="1100"/>
            </a:pPr>
            <a:r>
              <a:rPr lang="de-DE" dirty="0"/>
              <a:t>Stark strukturierte Geschäftsdaten</a:t>
            </a:r>
          </a:p>
          <a:p>
            <a:pPr marL="285750" indent="-285750">
              <a:buSzPts val="1100"/>
            </a:pPr>
            <a:r>
              <a:rPr lang="de-DE" dirty="0"/>
              <a:t>Buchungen, Kunden-, Bestell- und Rechnungsdaten </a:t>
            </a:r>
          </a:p>
        </p:txBody>
      </p:sp>
      <p:sp>
        <p:nvSpPr>
          <p:cNvPr id="2" name="Google Shape;891;p41">
            <a:extLst>
              <a:ext uri="{FF2B5EF4-FFF2-40B4-BE49-F238E27FC236}">
                <a16:creationId xmlns:a16="http://schemas.microsoft.com/office/drawing/2014/main" id="{01B07C31-3001-097E-4092-E4BD91CA4179}"/>
              </a:ext>
            </a:extLst>
          </p:cNvPr>
          <p:cNvSpPr txBox="1">
            <a:spLocks/>
          </p:cNvSpPr>
          <p:nvPr/>
        </p:nvSpPr>
        <p:spPr>
          <a:xfrm>
            <a:off x="719999" y="3480176"/>
            <a:ext cx="7357928" cy="92418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285750" indent="-285750">
              <a:buSzPts val="1100"/>
            </a:pPr>
            <a:r>
              <a:rPr lang="de-DE" dirty="0"/>
              <a:t>Die Wahl hängt stark vom Anwendungsfall ab</a:t>
            </a:r>
          </a:p>
          <a:p>
            <a:pPr marL="285750" indent="-285750">
              <a:buSzPts val="1100"/>
            </a:pPr>
            <a:r>
              <a:rPr lang="de-DE" dirty="0"/>
              <a:t>Nicht „Was ist besser?“ sondern „Welches Modell passt besser zum Problem?“</a:t>
            </a:r>
          </a:p>
          <a:p>
            <a:pPr marL="0" indent="0">
              <a:buSzPts val="1100"/>
              <a:buNone/>
            </a:pPr>
            <a:r>
              <a:rPr lang="de-DE" dirty="0"/>
              <a:t>=&gt; Nicht die Datenbank gewinnt, sondern das passende Modell.</a:t>
            </a:r>
          </a:p>
        </p:txBody>
      </p:sp>
    </p:spTree>
    <p:extLst>
      <p:ext uri="{BB962C8B-B14F-4D97-AF65-F5344CB8AC3E}">
        <p14:creationId xmlns:p14="http://schemas.microsoft.com/office/powerpoint/2010/main" val="1290656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 grpId="0" uiExpand="1" build="p"/>
      <p:bldP spid="2"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448E9-5A41-2021-5163-DC6C8FB8C5D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3DEA23A-DDBB-E0E7-F679-B6B83B9D79E1}"/>
              </a:ext>
            </a:extLst>
          </p:cNvPr>
          <p:cNvSpPr>
            <a:spLocks noGrp="1"/>
          </p:cNvSpPr>
          <p:nvPr>
            <p:ph type="title"/>
          </p:nvPr>
        </p:nvSpPr>
        <p:spPr>
          <a:xfrm>
            <a:off x="720000" y="445025"/>
            <a:ext cx="7722960" cy="1218300"/>
          </a:xfrm>
        </p:spPr>
        <p:txBody>
          <a:bodyPr/>
          <a:lstStyle/>
          <a:p>
            <a:pPr marL="285750" indent="-285750">
              <a:buSzPts val="1100"/>
            </a:pPr>
            <a:r>
              <a:rPr lang="de-DE" sz="2400" dirty="0"/>
              <a:t>Vergleich zu relationalen Datenbanken</a:t>
            </a:r>
          </a:p>
        </p:txBody>
      </p:sp>
      <p:sp>
        <p:nvSpPr>
          <p:cNvPr id="9" name="Rectangle 2">
            <a:extLst>
              <a:ext uri="{FF2B5EF4-FFF2-40B4-BE49-F238E27FC236}">
                <a16:creationId xmlns:a16="http://schemas.microsoft.com/office/drawing/2014/main" id="{3860993C-3D44-C5EC-1A31-5F9166295499}"/>
              </a:ext>
            </a:extLst>
          </p:cNvPr>
          <p:cNvSpPr txBox="1">
            <a:spLocks noChangeArrowheads="1"/>
          </p:cNvSpPr>
          <p:nvPr/>
        </p:nvSpPr>
        <p:spPr bwMode="auto">
          <a:xfrm>
            <a:off x="1455208" y="2047762"/>
            <a:ext cx="5692352" cy="1047979"/>
          </a:xfrm>
          <a:prstGeom prst="rect">
            <a:avLst/>
          </a:prstGeom>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spcFirstLastPara="1"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139700" indent="0">
              <a:buNone/>
            </a:pPr>
            <a:r>
              <a:rPr lang="de-DE" sz="1800" dirty="0"/>
              <a:t>Graph Datenbanken sind nicht einfach „bessere relationale Datenbanken“, sondern spezialisierte Systeme für stark vernetzte Daten</a:t>
            </a:r>
          </a:p>
        </p:txBody>
      </p:sp>
    </p:spTree>
    <p:extLst>
      <p:ext uri="{BB962C8B-B14F-4D97-AF65-F5344CB8AC3E}">
        <p14:creationId xmlns:p14="http://schemas.microsoft.com/office/powerpoint/2010/main" val="498715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16">
          <a:extLst>
            <a:ext uri="{FF2B5EF4-FFF2-40B4-BE49-F238E27FC236}">
              <a16:creationId xmlns:a16="http://schemas.microsoft.com/office/drawing/2014/main" id="{65F009E6-A54F-25FD-3DB7-B751A63385EB}"/>
            </a:ext>
          </a:extLst>
        </p:cNvPr>
        <p:cNvGrpSpPr/>
        <p:nvPr/>
      </p:nvGrpSpPr>
      <p:grpSpPr>
        <a:xfrm>
          <a:off x="0" y="0"/>
          <a:ext cx="0" cy="0"/>
          <a:chOff x="0" y="0"/>
          <a:chExt cx="0" cy="0"/>
        </a:xfrm>
      </p:grpSpPr>
      <p:sp>
        <p:nvSpPr>
          <p:cNvPr id="817" name="Google Shape;817;p39">
            <a:extLst>
              <a:ext uri="{FF2B5EF4-FFF2-40B4-BE49-F238E27FC236}">
                <a16:creationId xmlns:a16="http://schemas.microsoft.com/office/drawing/2014/main" id="{C3D09579-722C-7E46-A448-3F1DC69BDF67}"/>
              </a:ext>
            </a:extLst>
          </p:cNvPr>
          <p:cNvSpPr txBox="1">
            <a:spLocks noGrp="1"/>
          </p:cNvSpPr>
          <p:nvPr>
            <p:ph type="title"/>
          </p:nvPr>
        </p:nvSpPr>
        <p:spPr>
          <a:xfrm>
            <a:off x="584786" y="2554406"/>
            <a:ext cx="7958167" cy="858600"/>
          </a:xfrm>
          <a:prstGeom prst="rect">
            <a:avLst/>
          </a:prstGeom>
        </p:spPr>
        <p:txBody>
          <a:bodyPr spcFirstLastPara="1" wrap="square" lIns="91425" tIns="91425" rIns="91425" bIns="91425" anchor="b" anchorCtr="0">
            <a:noAutofit/>
          </a:bodyPr>
          <a:lstStyle/>
          <a:p>
            <a:pPr lvl="0"/>
            <a:r>
              <a:rPr lang="de-DE" sz="4400" dirty="0"/>
              <a:t>Demo</a:t>
            </a:r>
            <a:endParaRPr sz="4400" b="0" dirty="0">
              <a:latin typeface="Lexend Deca Light"/>
              <a:ea typeface="Lexend Deca Light"/>
              <a:cs typeface="Lexend Deca Light"/>
              <a:sym typeface="Lexend Deca Light"/>
            </a:endParaRPr>
          </a:p>
        </p:txBody>
      </p:sp>
      <p:sp>
        <p:nvSpPr>
          <p:cNvPr id="818" name="Google Shape;818;p39">
            <a:extLst>
              <a:ext uri="{FF2B5EF4-FFF2-40B4-BE49-F238E27FC236}">
                <a16:creationId xmlns:a16="http://schemas.microsoft.com/office/drawing/2014/main" id="{86D94665-02D3-90F2-5486-B5C32914B6B6}"/>
              </a:ext>
            </a:extLst>
          </p:cNvPr>
          <p:cNvSpPr txBox="1">
            <a:spLocks noGrp="1"/>
          </p:cNvSpPr>
          <p:nvPr>
            <p:ph type="title" idx="2"/>
          </p:nvPr>
        </p:nvSpPr>
        <p:spPr>
          <a:xfrm>
            <a:off x="3945150" y="1098100"/>
            <a:ext cx="12537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07</a:t>
            </a:r>
            <a:endParaRPr dirty="0"/>
          </a:p>
        </p:txBody>
      </p:sp>
      <p:sp>
        <p:nvSpPr>
          <p:cNvPr id="819" name="Google Shape;819;p39">
            <a:extLst>
              <a:ext uri="{FF2B5EF4-FFF2-40B4-BE49-F238E27FC236}">
                <a16:creationId xmlns:a16="http://schemas.microsoft.com/office/drawing/2014/main" id="{2D648475-FC12-EF99-C82F-4A1D3E359029}"/>
              </a:ext>
            </a:extLst>
          </p:cNvPr>
          <p:cNvSpPr txBox="1">
            <a:spLocks noGrp="1"/>
          </p:cNvSpPr>
          <p:nvPr>
            <p:ph type="subTitle" idx="1"/>
          </p:nvPr>
        </p:nvSpPr>
        <p:spPr>
          <a:xfrm>
            <a:off x="1701575" y="3213200"/>
            <a:ext cx="5740800" cy="375000"/>
          </a:xfrm>
          <a:prstGeom prst="rect">
            <a:avLst/>
          </a:prstGeom>
        </p:spPr>
        <p:txBody>
          <a:bodyPr spcFirstLastPara="1" wrap="square" lIns="91425" tIns="91425" rIns="91425" bIns="91425" anchor="t" anchorCtr="0">
            <a:noAutofit/>
          </a:bodyPr>
          <a:lstStyle/>
          <a:p>
            <a:pPr marL="0" lvl="0" indent="0"/>
            <a:endParaRPr lang="de-DE" dirty="0"/>
          </a:p>
        </p:txBody>
      </p:sp>
      <p:grpSp>
        <p:nvGrpSpPr>
          <p:cNvPr id="820" name="Google Shape;820;p39">
            <a:extLst>
              <a:ext uri="{FF2B5EF4-FFF2-40B4-BE49-F238E27FC236}">
                <a16:creationId xmlns:a16="http://schemas.microsoft.com/office/drawing/2014/main" id="{3204B9FB-C368-2381-4FF9-11FD65B468E2}"/>
              </a:ext>
            </a:extLst>
          </p:cNvPr>
          <p:cNvGrpSpPr/>
          <p:nvPr/>
        </p:nvGrpSpPr>
        <p:grpSpPr>
          <a:xfrm>
            <a:off x="7826421" y="4156055"/>
            <a:ext cx="1104243" cy="852948"/>
            <a:chOff x="6614871" y="4003785"/>
            <a:chExt cx="690195" cy="533126"/>
          </a:xfrm>
        </p:grpSpPr>
        <p:sp>
          <p:nvSpPr>
            <p:cNvPr id="821" name="Google Shape;821;p39">
              <a:extLst>
                <a:ext uri="{FF2B5EF4-FFF2-40B4-BE49-F238E27FC236}">
                  <a16:creationId xmlns:a16="http://schemas.microsoft.com/office/drawing/2014/main" id="{E5C52EA7-3ABA-0DF7-155C-6A694BC6641D}"/>
                </a:ext>
              </a:extLst>
            </p:cNvPr>
            <p:cNvSpPr/>
            <p:nvPr/>
          </p:nvSpPr>
          <p:spPr>
            <a:xfrm>
              <a:off x="6740706" y="4285710"/>
              <a:ext cx="252140" cy="251201"/>
            </a:xfrm>
            <a:custGeom>
              <a:avLst/>
              <a:gdLst/>
              <a:ahLst/>
              <a:cxnLst/>
              <a:rect l="l" t="t" r="r" b="b"/>
              <a:pathLst>
                <a:path w="6442" h="6418" fill="none" extrusionOk="0">
                  <a:moveTo>
                    <a:pt x="5203" y="6418"/>
                  </a:moveTo>
                  <a:lnTo>
                    <a:pt x="1227" y="6418"/>
                  </a:lnTo>
                  <a:cubicBezTo>
                    <a:pt x="548" y="6418"/>
                    <a:pt x="0" y="5870"/>
                    <a:pt x="0" y="5191"/>
                  </a:cubicBezTo>
                  <a:lnTo>
                    <a:pt x="0" y="1227"/>
                  </a:lnTo>
                  <a:cubicBezTo>
                    <a:pt x="0" y="536"/>
                    <a:pt x="560" y="0"/>
                    <a:pt x="1227" y="0"/>
                  </a:cubicBezTo>
                  <a:lnTo>
                    <a:pt x="5203" y="0"/>
                  </a:lnTo>
                  <a:cubicBezTo>
                    <a:pt x="5882" y="0"/>
                    <a:pt x="6418" y="548"/>
                    <a:pt x="6418" y="1227"/>
                  </a:cubicBezTo>
                  <a:lnTo>
                    <a:pt x="6418" y="5191"/>
                  </a:lnTo>
                  <a:cubicBezTo>
                    <a:pt x="6442" y="5870"/>
                    <a:pt x="5882" y="6418"/>
                    <a:pt x="5203"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9">
              <a:extLst>
                <a:ext uri="{FF2B5EF4-FFF2-40B4-BE49-F238E27FC236}">
                  <a16:creationId xmlns:a16="http://schemas.microsoft.com/office/drawing/2014/main" id="{E5A5BABB-2962-1C24-FD09-D0B5E7719C68}"/>
                </a:ext>
              </a:extLst>
            </p:cNvPr>
            <p:cNvSpPr/>
            <p:nvPr/>
          </p:nvSpPr>
          <p:spPr>
            <a:xfrm>
              <a:off x="6843684" y="4365399"/>
              <a:ext cx="66225" cy="74131"/>
            </a:xfrm>
            <a:custGeom>
              <a:avLst/>
              <a:gdLst/>
              <a:ahLst/>
              <a:cxnLst/>
              <a:rect l="l" t="t" r="r" b="b"/>
              <a:pathLst>
                <a:path w="1692" h="1894" extrusionOk="0">
                  <a:moveTo>
                    <a:pt x="846" y="203"/>
                  </a:moveTo>
                  <a:cubicBezTo>
                    <a:pt x="1025" y="203"/>
                    <a:pt x="1168" y="274"/>
                    <a:pt x="1275" y="405"/>
                  </a:cubicBezTo>
                  <a:cubicBezTo>
                    <a:pt x="1382" y="536"/>
                    <a:pt x="1429" y="715"/>
                    <a:pt x="1429" y="953"/>
                  </a:cubicBezTo>
                  <a:cubicBezTo>
                    <a:pt x="1429" y="1179"/>
                    <a:pt x="1382" y="1358"/>
                    <a:pt x="1275" y="1489"/>
                  </a:cubicBezTo>
                  <a:cubicBezTo>
                    <a:pt x="1168" y="1620"/>
                    <a:pt x="1025" y="1691"/>
                    <a:pt x="846" y="1691"/>
                  </a:cubicBezTo>
                  <a:cubicBezTo>
                    <a:pt x="667" y="1691"/>
                    <a:pt x="525" y="1620"/>
                    <a:pt x="417" y="1489"/>
                  </a:cubicBezTo>
                  <a:cubicBezTo>
                    <a:pt x="322" y="1358"/>
                    <a:pt x="263" y="1179"/>
                    <a:pt x="263" y="953"/>
                  </a:cubicBezTo>
                  <a:cubicBezTo>
                    <a:pt x="263" y="715"/>
                    <a:pt x="322" y="536"/>
                    <a:pt x="417" y="405"/>
                  </a:cubicBezTo>
                  <a:cubicBezTo>
                    <a:pt x="525" y="274"/>
                    <a:pt x="667" y="203"/>
                    <a:pt x="846" y="203"/>
                  </a:cubicBezTo>
                  <a:close/>
                  <a:moveTo>
                    <a:pt x="846" y="0"/>
                  </a:moveTo>
                  <a:cubicBezTo>
                    <a:pt x="596" y="0"/>
                    <a:pt x="394" y="96"/>
                    <a:pt x="239" y="262"/>
                  </a:cubicBezTo>
                  <a:cubicBezTo>
                    <a:pt x="84" y="429"/>
                    <a:pt x="1" y="655"/>
                    <a:pt x="1" y="953"/>
                  </a:cubicBezTo>
                  <a:cubicBezTo>
                    <a:pt x="1" y="1239"/>
                    <a:pt x="84" y="1465"/>
                    <a:pt x="239" y="1631"/>
                  </a:cubicBezTo>
                  <a:cubicBezTo>
                    <a:pt x="394" y="1810"/>
                    <a:pt x="596" y="1893"/>
                    <a:pt x="846" y="1893"/>
                  </a:cubicBezTo>
                  <a:cubicBezTo>
                    <a:pt x="1108" y="1893"/>
                    <a:pt x="1310" y="1810"/>
                    <a:pt x="1453" y="1631"/>
                  </a:cubicBezTo>
                  <a:cubicBezTo>
                    <a:pt x="1608" y="1465"/>
                    <a:pt x="1691" y="1239"/>
                    <a:pt x="1691" y="953"/>
                  </a:cubicBezTo>
                  <a:cubicBezTo>
                    <a:pt x="1691" y="655"/>
                    <a:pt x="1608" y="429"/>
                    <a:pt x="1453" y="262"/>
                  </a:cubicBezTo>
                  <a:cubicBezTo>
                    <a:pt x="1310" y="96"/>
                    <a:pt x="1108" y="0"/>
                    <a:pt x="8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9">
              <a:extLst>
                <a:ext uri="{FF2B5EF4-FFF2-40B4-BE49-F238E27FC236}">
                  <a16:creationId xmlns:a16="http://schemas.microsoft.com/office/drawing/2014/main" id="{D3F610E6-DC19-2BBE-71E6-AAA817BA504B}"/>
                </a:ext>
              </a:extLst>
            </p:cNvPr>
            <p:cNvSpPr/>
            <p:nvPr/>
          </p:nvSpPr>
          <p:spPr>
            <a:xfrm>
              <a:off x="7053396" y="4285710"/>
              <a:ext cx="251670" cy="251201"/>
            </a:xfrm>
            <a:custGeom>
              <a:avLst/>
              <a:gdLst/>
              <a:ahLst/>
              <a:cxnLst/>
              <a:rect l="l" t="t" r="r" b="b"/>
              <a:pathLst>
                <a:path w="6430" h="6418" fill="none" extrusionOk="0">
                  <a:moveTo>
                    <a:pt x="5204" y="6418"/>
                  </a:moveTo>
                  <a:lnTo>
                    <a:pt x="1215" y="6418"/>
                  </a:lnTo>
                  <a:cubicBezTo>
                    <a:pt x="536" y="6418"/>
                    <a:pt x="1" y="5870"/>
                    <a:pt x="1" y="5191"/>
                  </a:cubicBezTo>
                  <a:lnTo>
                    <a:pt x="1" y="1227"/>
                  </a:lnTo>
                  <a:cubicBezTo>
                    <a:pt x="1" y="536"/>
                    <a:pt x="548" y="0"/>
                    <a:pt x="1215" y="0"/>
                  </a:cubicBezTo>
                  <a:lnTo>
                    <a:pt x="5192" y="0"/>
                  </a:lnTo>
                  <a:cubicBezTo>
                    <a:pt x="5870" y="0"/>
                    <a:pt x="6406" y="548"/>
                    <a:pt x="6406" y="1227"/>
                  </a:cubicBezTo>
                  <a:lnTo>
                    <a:pt x="6406" y="5191"/>
                  </a:lnTo>
                  <a:cubicBezTo>
                    <a:pt x="6430" y="5870"/>
                    <a:pt x="5870"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9">
              <a:extLst>
                <a:ext uri="{FF2B5EF4-FFF2-40B4-BE49-F238E27FC236}">
                  <a16:creationId xmlns:a16="http://schemas.microsoft.com/office/drawing/2014/main" id="{4A1522CA-3E07-B8B8-7C84-CAD614FFA9B4}"/>
                </a:ext>
              </a:extLst>
            </p:cNvPr>
            <p:cNvSpPr/>
            <p:nvPr/>
          </p:nvSpPr>
          <p:spPr>
            <a:xfrm>
              <a:off x="7163379" y="4366808"/>
              <a:ext cx="46185" cy="71313"/>
            </a:xfrm>
            <a:custGeom>
              <a:avLst/>
              <a:gdLst/>
              <a:ahLst/>
              <a:cxnLst/>
              <a:rect l="l" t="t" r="r" b="b"/>
              <a:pathLst>
                <a:path w="1180" h="1822" extrusionOk="0">
                  <a:moveTo>
                    <a:pt x="560" y="202"/>
                  </a:moveTo>
                  <a:cubicBezTo>
                    <a:pt x="667" y="202"/>
                    <a:pt x="762" y="238"/>
                    <a:pt x="822" y="298"/>
                  </a:cubicBezTo>
                  <a:cubicBezTo>
                    <a:pt x="881" y="357"/>
                    <a:pt x="917" y="441"/>
                    <a:pt x="917" y="548"/>
                  </a:cubicBezTo>
                  <a:cubicBezTo>
                    <a:pt x="917" y="655"/>
                    <a:pt x="881" y="738"/>
                    <a:pt x="822" y="798"/>
                  </a:cubicBezTo>
                  <a:cubicBezTo>
                    <a:pt x="762" y="857"/>
                    <a:pt x="667" y="881"/>
                    <a:pt x="560" y="881"/>
                  </a:cubicBezTo>
                  <a:lnTo>
                    <a:pt x="250" y="881"/>
                  </a:lnTo>
                  <a:lnTo>
                    <a:pt x="250" y="202"/>
                  </a:lnTo>
                  <a:close/>
                  <a:moveTo>
                    <a:pt x="0" y="0"/>
                  </a:moveTo>
                  <a:lnTo>
                    <a:pt x="0" y="1822"/>
                  </a:lnTo>
                  <a:lnTo>
                    <a:pt x="250" y="1822"/>
                  </a:lnTo>
                  <a:lnTo>
                    <a:pt x="250" y="1083"/>
                  </a:lnTo>
                  <a:lnTo>
                    <a:pt x="560" y="1083"/>
                  </a:lnTo>
                  <a:cubicBezTo>
                    <a:pt x="762" y="1083"/>
                    <a:pt x="917" y="1048"/>
                    <a:pt x="1012" y="953"/>
                  </a:cubicBezTo>
                  <a:cubicBezTo>
                    <a:pt x="1120" y="857"/>
                    <a:pt x="1179" y="726"/>
                    <a:pt x="1179" y="548"/>
                  </a:cubicBezTo>
                  <a:cubicBezTo>
                    <a:pt x="1179" y="369"/>
                    <a:pt x="1120" y="238"/>
                    <a:pt x="1012" y="143"/>
                  </a:cubicBezTo>
                  <a:cubicBezTo>
                    <a:pt x="917" y="48"/>
                    <a:pt x="762" y="0"/>
                    <a:pt x="5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9">
              <a:extLst>
                <a:ext uri="{FF2B5EF4-FFF2-40B4-BE49-F238E27FC236}">
                  <a16:creationId xmlns:a16="http://schemas.microsoft.com/office/drawing/2014/main" id="{2D751919-9B55-31A0-69BE-76EE2CE97CDC}"/>
                </a:ext>
              </a:extLst>
            </p:cNvPr>
            <p:cNvSpPr/>
            <p:nvPr/>
          </p:nvSpPr>
          <p:spPr>
            <a:xfrm>
              <a:off x="6614871" y="4003785"/>
              <a:ext cx="251240" cy="251201"/>
            </a:xfrm>
            <a:custGeom>
              <a:avLst/>
              <a:gdLst/>
              <a:ahLst/>
              <a:cxnLst/>
              <a:rect l="l" t="t" r="r" b="b"/>
              <a:pathLst>
                <a:path w="6419" h="6418" fill="none" extrusionOk="0">
                  <a:moveTo>
                    <a:pt x="5204" y="6418"/>
                  </a:moveTo>
                  <a:lnTo>
                    <a:pt x="1227" y="6418"/>
                  </a:lnTo>
                  <a:cubicBezTo>
                    <a:pt x="548" y="6418"/>
                    <a:pt x="1" y="5870"/>
                    <a:pt x="1" y="5191"/>
                  </a:cubicBezTo>
                  <a:lnTo>
                    <a:pt x="1" y="1226"/>
                  </a:lnTo>
                  <a:cubicBezTo>
                    <a:pt x="1" y="536"/>
                    <a:pt x="560" y="0"/>
                    <a:pt x="1227" y="0"/>
                  </a:cubicBezTo>
                  <a:lnTo>
                    <a:pt x="5204" y="0"/>
                  </a:lnTo>
                  <a:cubicBezTo>
                    <a:pt x="5882" y="0"/>
                    <a:pt x="6418" y="548"/>
                    <a:pt x="6418" y="1226"/>
                  </a:cubicBezTo>
                  <a:lnTo>
                    <a:pt x="6418" y="5191"/>
                  </a:lnTo>
                  <a:cubicBezTo>
                    <a:pt x="6418" y="5870"/>
                    <a:pt x="5871"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9">
              <a:extLst>
                <a:ext uri="{FF2B5EF4-FFF2-40B4-BE49-F238E27FC236}">
                  <a16:creationId xmlns:a16="http://schemas.microsoft.com/office/drawing/2014/main" id="{8D3D8305-68FD-B21E-1712-72FD63D5B0CB}"/>
                </a:ext>
              </a:extLst>
            </p:cNvPr>
            <p:cNvSpPr/>
            <p:nvPr/>
          </p:nvSpPr>
          <p:spPr>
            <a:xfrm>
              <a:off x="6927091" y="4003785"/>
              <a:ext cx="252179" cy="251201"/>
            </a:xfrm>
            <a:custGeom>
              <a:avLst/>
              <a:gdLst/>
              <a:ahLst/>
              <a:cxnLst/>
              <a:rect l="l" t="t" r="r" b="b"/>
              <a:pathLst>
                <a:path w="6443" h="6418" fill="none" extrusionOk="0">
                  <a:moveTo>
                    <a:pt x="5204" y="6418"/>
                  </a:moveTo>
                  <a:lnTo>
                    <a:pt x="1227" y="6418"/>
                  </a:lnTo>
                  <a:cubicBezTo>
                    <a:pt x="549" y="6418"/>
                    <a:pt x="1" y="5870"/>
                    <a:pt x="1" y="5191"/>
                  </a:cubicBezTo>
                  <a:lnTo>
                    <a:pt x="1" y="1226"/>
                  </a:lnTo>
                  <a:cubicBezTo>
                    <a:pt x="1" y="536"/>
                    <a:pt x="561" y="0"/>
                    <a:pt x="1227" y="0"/>
                  </a:cubicBezTo>
                  <a:lnTo>
                    <a:pt x="5204" y="0"/>
                  </a:lnTo>
                  <a:cubicBezTo>
                    <a:pt x="5883" y="0"/>
                    <a:pt x="6418" y="548"/>
                    <a:pt x="6418" y="1226"/>
                  </a:cubicBezTo>
                  <a:lnTo>
                    <a:pt x="6418" y="5191"/>
                  </a:lnTo>
                  <a:cubicBezTo>
                    <a:pt x="6442" y="5870"/>
                    <a:pt x="5883"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9">
              <a:extLst>
                <a:ext uri="{FF2B5EF4-FFF2-40B4-BE49-F238E27FC236}">
                  <a16:creationId xmlns:a16="http://schemas.microsoft.com/office/drawing/2014/main" id="{23871659-7239-20A1-D88E-A48890F0E574}"/>
                </a:ext>
              </a:extLst>
            </p:cNvPr>
            <p:cNvSpPr/>
            <p:nvPr/>
          </p:nvSpPr>
          <p:spPr>
            <a:xfrm>
              <a:off x="6718318" y="4141244"/>
              <a:ext cx="49003" cy="74131"/>
            </a:xfrm>
            <a:custGeom>
              <a:avLst/>
              <a:gdLst/>
              <a:ahLst/>
              <a:cxnLst/>
              <a:rect l="l" t="t" r="r" b="b"/>
              <a:pathLst>
                <a:path w="1252" h="1894" extrusionOk="0">
                  <a:moveTo>
                    <a:pt x="608" y="203"/>
                  </a:moveTo>
                  <a:cubicBezTo>
                    <a:pt x="715" y="203"/>
                    <a:pt x="799" y="239"/>
                    <a:pt x="858" y="310"/>
                  </a:cubicBezTo>
                  <a:cubicBezTo>
                    <a:pt x="930" y="393"/>
                    <a:pt x="965" y="489"/>
                    <a:pt x="965" y="620"/>
                  </a:cubicBezTo>
                  <a:cubicBezTo>
                    <a:pt x="965" y="750"/>
                    <a:pt x="930" y="858"/>
                    <a:pt x="858" y="929"/>
                  </a:cubicBezTo>
                  <a:cubicBezTo>
                    <a:pt x="799" y="1012"/>
                    <a:pt x="715" y="1048"/>
                    <a:pt x="608" y="1048"/>
                  </a:cubicBezTo>
                  <a:cubicBezTo>
                    <a:pt x="489" y="1048"/>
                    <a:pt x="406" y="1012"/>
                    <a:pt x="334" y="929"/>
                  </a:cubicBezTo>
                  <a:cubicBezTo>
                    <a:pt x="275" y="858"/>
                    <a:pt x="239" y="750"/>
                    <a:pt x="239" y="620"/>
                  </a:cubicBezTo>
                  <a:cubicBezTo>
                    <a:pt x="239" y="489"/>
                    <a:pt x="275" y="393"/>
                    <a:pt x="334" y="310"/>
                  </a:cubicBezTo>
                  <a:cubicBezTo>
                    <a:pt x="406" y="239"/>
                    <a:pt x="489" y="203"/>
                    <a:pt x="608" y="203"/>
                  </a:cubicBezTo>
                  <a:close/>
                  <a:moveTo>
                    <a:pt x="608" y="0"/>
                  </a:moveTo>
                  <a:cubicBezTo>
                    <a:pt x="418" y="0"/>
                    <a:pt x="275" y="60"/>
                    <a:pt x="168" y="179"/>
                  </a:cubicBezTo>
                  <a:cubicBezTo>
                    <a:pt x="49" y="286"/>
                    <a:pt x="1" y="441"/>
                    <a:pt x="1" y="620"/>
                  </a:cubicBezTo>
                  <a:cubicBezTo>
                    <a:pt x="1" y="810"/>
                    <a:pt x="49" y="965"/>
                    <a:pt x="156" y="1072"/>
                  </a:cubicBezTo>
                  <a:cubicBezTo>
                    <a:pt x="263" y="1179"/>
                    <a:pt x="406" y="1239"/>
                    <a:pt x="584" y="1239"/>
                  </a:cubicBezTo>
                  <a:cubicBezTo>
                    <a:pt x="680" y="1239"/>
                    <a:pt x="751" y="1215"/>
                    <a:pt x="822" y="1179"/>
                  </a:cubicBezTo>
                  <a:cubicBezTo>
                    <a:pt x="894" y="1143"/>
                    <a:pt x="953" y="1096"/>
                    <a:pt x="1001" y="1024"/>
                  </a:cubicBezTo>
                  <a:lnTo>
                    <a:pt x="1001" y="1024"/>
                  </a:lnTo>
                  <a:cubicBezTo>
                    <a:pt x="989" y="1251"/>
                    <a:pt x="942" y="1405"/>
                    <a:pt x="858" y="1524"/>
                  </a:cubicBezTo>
                  <a:cubicBezTo>
                    <a:pt x="775" y="1632"/>
                    <a:pt x="644" y="1679"/>
                    <a:pt x="489" y="1679"/>
                  </a:cubicBezTo>
                  <a:cubicBezTo>
                    <a:pt x="430" y="1679"/>
                    <a:pt x="358" y="1679"/>
                    <a:pt x="299" y="1655"/>
                  </a:cubicBezTo>
                  <a:cubicBezTo>
                    <a:pt x="239" y="1643"/>
                    <a:pt x="180" y="1620"/>
                    <a:pt x="108" y="1596"/>
                  </a:cubicBezTo>
                  <a:lnTo>
                    <a:pt x="108" y="1822"/>
                  </a:lnTo>
                  <a:cubicBezTo>
                    <a:pt x="180" y="1846"/>
                    <a:pt x="251" y="1858"/>
                    <a:pt x="310" y="1870"/>
                  </a:cubicBezTo>
                  <a:cubicBezTo>
                    <a:pt x="370" y="1882"/>
                    <a:pt x="441" y="1893"/>
                    <a:pt x="501" y="1893"/>
                  </a:cubicBezTo>
                  <a:cubicBezTo>
                    <a:pt x="727" y="1893"/>
                    <a:pt x="906" y="1810"/>
                    <a:pt x="1049" y="1632"/>
                  </a:cubicBezTo>
                  <a:cubicBezTo>
                    <a:pt x="1180" y="1465"/>
                    <a:pt x="1251" y="1239"/>
                    <a:pt x="1251" y="953"/>
                  </a:cubicBezTo>
                  <a:cubicBezTo>
                    <a:pt x="1251" y="643"/>
                    <a:pt x="1192" y="405"/>
                    <a:pt x="1084" y="250"/>
                  </a:cubicBezTo>
                  <a:cubicBezTo>
                    <a:pt x="977" y="84"/>
                    <a:pt x="811" y="0"/>
                    <a:pt x="6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9">
              <a:extLst>
                <a:ext uri="{FF2B5EF4-FFF2-40B4-BE49-F238E27FC236}">
                  <a16:creationId xmlns:a16="http://schemas.microsoft.com/office/drawing/2014/main" id="{6D9A0689-A262-E7BB-1A92-10347A6F4739}"/>
                </a:ext>
              </a:extLst>
            </p:cNvPr>
            <p:cNvSpPr/>
            <p:nvPr/>
          </p:nvSpPr>
          <p:spPr>
            <a:xfrm>
              <a:off x="6733231" y="4041985"/>
              <a:ext cx="12173" cy="47085"/>
            </a:xfrm>
            <a:custGeom>
              <a:avLst/>
              <a:gdLst/>
              <a:ahLst/>
              <a:cxnLst/>
              <a:rect l="l" t="t" r="r" b="b"/>
              <a:pathLst>
                <a:path w="311" h="1203" extrusionOk="0">
                  <a:moveTo>
                    <a:pt x="1" y="0"/>
                  </a:moveTo>
                  <a:cubicBezTo>
                    <a:pt x="60" y="108"/>
                    <a:pt x="108" y="203"/>
                    <a:pt x="132" y="298"/>
                  </a:cubicBezTo>
                  <a:cubicBezTo>
                    <a:pt x="168" y="405"/>
                    <a:pt x="180" y="500"/>
                    <a:pt x="180" y="608"/>
                  </a:cubicBezTo>
                  <a:cubicBezTo>
                    <a:pt x="180" y="703"/>
                    <a:pt x="168" y="798"/>
                    <a:pt x="132" y="905"/>
                  </a:cubicBezTo>
                  <a:cubicBezTo>
                    <a:pt x="108" y="1000"/>
                    <a:pt x="60" y="1096"/>
                    <a:pt x="1" y="1203"/>
                  </a:cubicBezTo>
                  <a:lnTo>
                    <a:pt x="108" y="1203"/>
                  </a:lnTo>
                  <a:cubicBezTo>
                    <a:pt x="180" y="1096"/>
                    <a:pt x="227" y="1000"/>
                    <a:pt x="263" y="893"/>
                  </a:cubicBezTo>
                  <a:cubicBezTo>
                    <a:pt x="287" y="798"/>
                    <a:pt x="310" y="703"/>
                    <a:pt x="310" y="608"/>
                  </a:cubicBezTo>
                  <a:cubicBezTo>
                    <a:pt x="310" y="500"/>
                    <a:pt x="287" y="405"/>
                    <a:pt x="263" y="310"/>
                  </a:cubicBezTo>
                  <a:cubicBezTo>
                    <a:pt x="227" y="215"/>
                    <a:pt x="180" y="108"/>
                    <a:pt x="1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9">
              <a:extLst>
                <a:ext uri="{FF2B5EF4-FFF2-40B4-BE49-F238E27FC236}">
                  <a16:creationId xmlns:a16="http://schemas.microsoft.com/office/drawing/2014/main" id="{3FF4F613-4DFF-5DC3-0022-076B789F0ADD}"/>
                </a:ext>
              </a:extLst>
            </p:cNvPr>
            <p:cNvSpPr/>
            <p:nvPr/>
          </p:nvSpPr>
          <p:spPr>
            <a:xfrm>
              <a:off x="7029168" y="4141244"/>
              <a:ext cx="48964" cy="74131"/>
            </a:xfrm>
            <a:custGeom>
              <a:avLst/>
              <a:gdLst/>
              <a:ahLst/>
              <a:cxnLst/>
              <a:rect l="l" t="t" r="r" b="b"/>
              <a:pathLst>
                <a:path w="1251" h="1894" extrusionOk="0">
                  <a:moveTo>
                    <a:pt x="631" y="203"/>
                  </a:moveTo>
                  <a:cubicBezTo>
                    <a:pt x="750" y="203"/>
                    <a:pt x="846" y="262"/>
                    <a:pt x="917" y="381"/>
                  </a:cubicBezTo>
                  <a:cubicBezTo>
                    <a:pt x="977" y="512"/>
                    <a:pt x="1012" y="703"/>
                    <a:pt x="1012" y="953"/>
                  </a:cubicBezTo>
                  <a:cubicBezTo>
                    <a:pt x="1012" y="1203"/>
                    <a:pt x="977" y="1382"/>
                    <a:pt x="917" y="1512"/>
                  </a:cubicBezTo>
                  <a:cubicBezTo>
                    <a:pt x="846" y="1632"/>
                    <a:pt x="750" y="1691"/>
                    <a:pt x="631" y="1691"/>
                  </a:cubicBezTo>
                  <a:cubicBezTo>
                    <a:pt x="500" y="1691"/>
                    <a:pt x="405" y="1632"/>
                    <a:pt x="346" y="1512"/>
                  </a:cubicBezTo>
                  <a:cubicBezTo>
                    <a:pt x="274" y="1382"/>
                    <a:pt x="250" y="1203"/>
                    <a:pt x="250" y="953"/>
                  </a:cubicBezTo>
                  <a:cubicBezTo>
                    <a:pt x="250" y="703"/>
                    <a:pt x="274" y="512"/>
                    <a:pt x="346" y="381"/>
                  </a:cubicBezTo>
                  <a:cubicBezTo>
                    <a:pt x="405" y="262"/>
                    <a:pt x="500" y="203"/>
                    <a:pt x="631" y="203"/>
                  </a:cubicBezTo>
                  <a:close/>
                  <a:moveTo>
                    <a:pt x="631" y="0"/>
                  </a:moveTo>
                  <a:cubicBezTo>
                    <a:pt x="417" y="0"/>
                    <a:pt x="262" y="84"/>
                    <a:pt x="155" y="250"/>
                  </a:cubicBezTo>
                  <a:cubicBezTo>
                    <a:pt x="48" y="405"/>
                    <a:pt x="0" y="643"/>
                    <a:pt x="0" y="953"/>
                  </a:cubicBezTo>
                  <a:cubicBezTo>
                    <a:pt x="0" y="1251"/>
                    <a:pt x="48" y="1489"/>
                    <a:pt x="155" y="1643"/>
                  </a:cubicBezTo>
                  <a:cubicBezTo>
                    <a:pt x="262" y="1810"/>
                    <a:pt x="417" y="1893"/>
                    <a:pt x="631" y="1893"/>
                  </a:cubicBezTo>
                  <a:cubicBezTo>
                    <a:pt x="834" y="1893"/>
                    <a:pt x="989" y="1810"/>
                    <a:pt x="1096" y="1643"/>
                  </a:cubicBezTo>
                  <a:cubicBezTo>
                    <a:pt x="1203" y="1489"/>
                    <a:pt x="1251" y="1251"/>
                    <a:pt x="1251" y="953"/>
                  </a:cubicBezTo>
                  <a:cubicBezTo>
                    <a:pt x="1251" y="643"/>
                    <a:pt x="1203" y="405"/>
                    <a:pt x="1096" y="250"/>
                  </a:cubicBezTo>
                  <a:cubicBezTo>
                    <a:pt x="989" y="84"/>
                    <a:pt x="834" y="0"/>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9">
              <a:extLst>
                <a:ext uri="{FF2B5EF4-FFF2-40B4-BE49-F238E27FC236}">
                  <a16:creationId xmlns:a16="http://schemas.microsoft.com/office/drawing/2014/main" id="{D23B6D29-368F-FC0F-14EB-B2C6639D4530}"/>
                </a:ext>
              </a:extLst>
            </p:cNvPr>
            <p:cNvSpPr/>
            <p:nvPr/>
          </p:nvSpPr>
          <p:spPr>
            <a:xfrm>
              <a:off x="7041263" y="4050831"/>
              <a:ext cx="42937" cy="19609"/>
            </a:xfrm>
            <a:custGeom>
              <a:avLst/>
              <a:gdLst/>
              <a:ahLst/>
              <a:cxnLst/>
              <a:rect l="l" t="t" r="r" b="b"/>
              <a:pathLst>
                <a:path w="1097" h="501" extrusionOk="0">
                  <a:moveTo>
                    <a:pt x="1" y="1"/>
                  </a:moveTo>
                  <a:lnTo>
                    <a:pt x="1" y="143"/>
                  </a:lnTo>
                  <a:lnTo>
                    <a:pt x="1096" y="143"/>
                  </a:lnTo>
                  <a:lnTo>
                    <a:pt x="1096" y="1"/>
                  </a:lnTo>
                  <a:close/>
                  <a:moveTo>
                    <a:pt x="1" y="358"/>
                  </a:moveTo>
                  <a:lnTo>
                    <a:pt x="1" y="501"/>
                  </a:lnTo>
                  <a:lnTo>
                    <a:pt x="1096" y="501"/>
                  </a:lnTo>
                  <a:lnTo>
                    <a:pt x="1096" y="35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 name="Google Shape;831;p39">
            <a:extLst>
              <a:ext uri="{FF2B5EF4-FFF2-40B4-BE49-F238E27FC236}">
                <a16:creationId xmlns:a16="http://schemas.microsoft.com/office/drawing/2014/main" id="{DD2139F1-DEE3-CAB9-2684-B7B6F1A47625}"/>
              </a:ext>
            </a:extLst>
          </p:cNvPr>
          <p:cNvGrpSpPr/>
          <p:nvPr/>
        </p:nvGrpSpPr>
        <p:grpSpPr>
          <a:xfrm>
            <a:off x="3790627" y="4106605"/>
            <a:ext cx="1562747" cy="497391"/>
            <a:chOff x="2376988" y="575316"/>
            <a:chExt cx="976778" cy="310889"/>
          </a:xfrm>
        </p:grpSpPr>
        <p:sp>
          <p:nvSpPr>
            <p:cNvPr id="832" name="Google Shape;832;p39">
              <a:extLst>
                <a:ext uri="{FF2B5EF4-FFF2-40B4-BE49-F238E27FC236}">
                  <a16:creationId xmlns:a16="http://schemas.microsoft.com/office/drawing/2014/main" id="{578B188E-5C51-CEDD-7883-A0FD72B5FB7D}"/>
                </a:ext>
              </a:extLst>
            </p:cNvPr>
            <p:cNvSpPr/>
            <p:nvPr/>
          </p:nvSpPr>
          <p:spPr>
            <a:xfrm>
              <a:off x="2401685" y="575316"/>
              <a:ext cx="444591" cy="136599"/>
            </a:xfrm>
            <a:custGeom>
              <a:avLst/>
              <a:gdLst/>
              <a:ahLst/>
              <a:cxnLst/>
              <a:rect l="l" t="t" r="r" b="b"/>
              <a:pathLst>
                <a:path w="11359" h="3490" extrusionOk="0">
                  <a:moveTo>
                    <a:pt x="5763" y="1"/>
                  </a:moveTo>
                  <a:lnTo>
                    <a:pt x="5763" y="144"/>
                  </a:lnTo>
                  <a:lnTo>
                    <a:pt x="5811" y="144"/>
                  </a:lnTo>
                  <a:cubicBezTo>
                    <a:pt x="5942" y="144"/>
                    <a:pt x="6073" y="144"/>
                    <a:pt x="6215" y="156"/>
                  </a:cubicBezTo>
                  <a:lnTo>
                    <a:pt x="6227" y="13"/>
                  </a:lnTo>
                  <a:cubicBezTo>
                    <a:pt x="6073" y="1"/>
                    <a:pt x="5942" y="1"/>
                    <a:pt x="5811" y="1"/>
                  </a:cubicBezTo>
                  <a:close/>
                  <a:moveTo>
                    <a:pt x="5322" y="13"/>
                  </a:moveTo>
                  <a:lnTo>
                    <a:pt x="4870" y="60"/>
                  </a:lnTo>
                  <a:lnTo>
                    <a:pt x="4882" y="203"/>
                  </a:lnTo>
                  <a:cubicBezTo>
                    <a:pt x="5037" y="191"/>
                    <a:pt x="5180" y="180"/>
                    <a:pt x="5322" y="156"/>
                  </a:cubicBezTo>
                  <a:lnTo>
                    <a:pt x="5322" y="13"/>
                  </a:lnTo>
                  <a:close/>
                  <a:moveTo>
                    <a:pt x="6668" y="60"/>
                  </a:moveTo>
                  <a:lnTo>
                    <a:pt x="6656" y="203"/>
                  </a:lnTo>
                  <a:cubicBezTo>
                    <a:pt x="6811" y="215"/>
                    <a:pt x="6954" y="251"/>
                    <a:pt x="7085" y="275"/>
                  </a:cubicBezTo>
                  <a:lnTo>
                    <a:pt x="7120" y="132"/>
                  </a:lnTo>
                  <a:cubicBezTo>
                    <a:pt x="6965" y="96"/>
                    <a:pt x="6823" y="72"/>
                    <a:pt x="6668" y="60"/>
                  </a:cubicBezTo>
                  <a:close/>
                  <a:moveTo>
                    <a:pt x="4429" y="144"/>
                  </a:moveTo>
                  <a:cubicBezTo>
                    <a:pt x="4275" y="180"/>
                    <a:pt x="4132" y="215"/>
                    <a:pt x="3977" y="251"/>
                  </a:cubicBezTo>
                  <a:lnTo>
                    <a:pt x="4025" y="394"/>
                  </a:lnTo>
                  <a:cubicBezTo>
                    <a:pt x="4156" y="346"/>
                    <a:pt x="4310" y="322"/>
                    <a:pt x="4453" y="299"/>
                  </a:cubicBezTo>
                  <a:lnTo>
                    <a:pt x="4429" y="144"/>
                  </a:lnTo>
                  <a:close/>
                  <a:moveTo>
                    <a:pt x="7549" y="239"/>
                  </a:moveTo>
                  <a:lnTo>
                    <a:pt x="7501" y="382"/>
                  </a:lnTo>
                  <a:cubicBezTo>
                    <a:pt x="7656" y="430"/>
                    <a:pt x="7787" y="477"/>
                    <a:pt x="7918" y="513"/>
                  </a:cubicBezTo>
                  <a:lnTo>
                    <a:pt x="7966" y="382"/>
                  </a:lnTo>
                  <a:cubicBezTo>
                    <a:pt x="7847" y="311"/>
                    <a:pt x="7704" y="263"/>
                    <a:pt x="7549" y="239"/>
                  </a:cubicBezTo>
                  <a:close/>
                  <a:moveTo>
                    <a:pt x="3560" y="394"/>
                  </a:moveTo>
                  <a:cubicBezTo>
                    <a:pt x="3417" y="441"/>
                    <a:pt x="3275" y="501"/>
                    <a:pt x="3144" y="561"/>
                  </a:cubicBezTo>
                  <a:lnTo>
                    <a:pt x="3203" y="692"/>
                  </a:lnTo>
                  <a:cubicBezTo>
                    <a:pt x="3334" y="632"/>
                    <a:pt x="3477" y="572"/>
                    <a:pt x="3620" y="537"/>
                  </a:cubicBezTo>
                  <a:lnTo>
                    <a:pt x="3560" y="394"/>
                  </a:lnTo>
                  <a:close/>
                  <a:moveTo>
                    <a:pt x="8394" y="537"/>
                  </a:moveTo>
                  <a:lnTo>
                    <a:pt x="8335" y="668"/>
                  </a:lnTo>
                  <a:cubicBezTo>
                    <a:pt x="8478" y="727"/>
                    <a:pt x="8609" y="787"/>
                    <a:pt x="8740" y="858"/>
                  </a:cubicBezTo>
                  <a:lnTo>
                    <a:pt x="8799" y="727"/>
                  </a:lnTo>
                  <a:cubicBezTo>
                    <a:pt x="8680" y="656"/>
                    <a:pt x="8549" y="596"/>
                    <a:pt x="8394" y="537"/>
                  </a:cubicBezTo>
                  <a:close/>
                  <a:moveTo>
                    <a:pt x="2727" y="751"/>
                  </a:moveTo>
                  <a:cubicBezTo>
                    <a:pt x="2596" y="834"/>
                    <a:pt x="2465" y="906"/>
                    <a:pt x="2346" y="977"/>
                  </a:cubicBezTo>
                  <a:lnTo>
                    <a:pt x="2417" y="1108"/>
                  </a:lnTo>
                  <a:cubicBezTo>
                    <a:pt x="2548" y="1037"/>
                    <a:pt x="2667" y="965"/>
                    <a:pt x="2798" y="894"/>
                  </a:cubicBezTo>
                  <a:lnTo>
                    <a:pt x="2727" y="751"/>
                  </a:lnTo>
                  <a:close/>
                  <a:moveTo>
                    <a:pt x="9204" y="930"/>
                  </a:moveTo>
                  <a:lnTo>
                    <a:pt x="9132" y="1073"/>
                  </a:lnTo>
                  <a:cubicBezTo>
                    <a:pt x="9251" y="1144"/>
                    <a:pt x="9382" y="1215"/>
                    <a:pt x="9502" y="1311"/>
                  </a:cubicBezTo>
                  <a:lnTo>
                    <a:pt x="9585" y="1192"/>
                  </a:lnTo>
                  <a:cubicBezTo>
                    <a:pt x="9466" y="1096"/>
                    <a:pt x="9335" y="1013"/>
                    <a:pt x="9204" y="930"/>
                  </a:cubicBezTo>
                  <a:close/>
                  <a:moveTo>
                    <a:pt x="1965" y="1227"/>
                  </a:moveTo>
                  <a:cubicBezTo>
                    <a:pt x="1846" y="1323"/>
                    <a:pt x="1727" y="1406"/>
                    <a:pt x="1608" y="1513"/>
                  </a:cubicBezTo>
                  <a:lnTo>
                    <a:pt x="1703" y="1632"/>
                  </a:lnTo>
                  <a:cubicBezTo>
                    <a:pt x="1822" y="1549"/>
                    <a:pt x="1929" y="1454"/>
                    <a:pt x="2060" y="1370"/>
                  </a:cubicBezTo>
                  <a:lnTo>
                    <a:pt x="1965" y="1227"/>
                  </a:lnTo>
                  <a:close/>
                  <a:moveTo>
                    <a:pt x="9942" y="1454"/>
                  </a:moveTo>
                  <a:lnTo>
                    <a:pt x="9859" y="1573"/>
                  </a:lnTo>
                  <a:cubicBezTo>
                    <a:pt x="9978" y="1668"/>
                    <a:pt x="10085" y="1763"/>
                    <a:pt x="10180" y="1858"/>
                  </a:cubicBezTo>
                  <a:lnTo>
                    <a:pt x="10287" y="1751"/>
                  </a:lnTo>
                  <a:cubicBezTo>
                    <a:pt x="10180" y="1644"/>
                    <a:pt x="10061" y="1549"/>
                    <a:pt x="9942" y="1454"/>
                  </a:cubicBezTo>
                  <a:close/>
                  <a:moveTo>
                    <a:pt x="1274" y="1811"/>
                  </a:moveTo>
                  <a:cubicBezTo>
                    <a:pt x="1167" y="1918"/>
                    <a:pt x="1048" y="2025"/>
                    <a:pt x="953" y="2132"/>
                  </a:cubicBezTo>
                  <a:lnTo>
                    <a:pt x="1060" y="2239"/>
                  </a:lnTo>
                  <a:lnTo>
                    <a:pt x="1370" y="1930"/>
                  </a:lnTo>
                  <a:lnTo>
                    <a:pt x="1274" y="1811"/>
                  </a:lnTo>
                  <a:close/>
                  <a:moveTo>
                    <a:pt x="10621" y="2061"/>
                  </a:moveTo>
                  <a:lnTo>
                    <a:pt x="10514" y="2168"/>
                  </a:lnTo>
                  <a:cubicBezTo>
                    <a:pt x="10621" y="2275"/>
                    <a:pt x="10704" y="2394"/>
                    <a:pt x="10811" y="2501"/>
                  </a:cubicBezTo>
                  <a:lnTo>
                    <a:pt x="10930" y="2406"/>
                  </a:lnTo>
                  <a:cubicBezTo>
                    <a:pt x="10811" y="2287"/>
                    <a:pt x="10716" y="2180"/>
                    <a:pt x="10621" y="2061"/>
                  </a:cubicBezTo>
                  <a:close/>
                  <a:moveTo>
                    <a:pt x="655" y="2466"/>
                  </a:moveTo>
                  <a:lnTo>
                    <a:pt x="393" y="2823"/>
                  </a:lnTo>
                  <a:lnTo>
                    <a:pt x="512" y="2918"/>
                  </a:lnTo>
                  <a:lnTo>
                    <a:pt x="774" y="2561"/>
                  </a:lnTo>
                  <a:lnTo>
                    <a:pt x="655" y="2466"/>
                  </a:lnTo>
                  <a:close/>
                  <a:moveTo>
                    <a:pt x="11192" y="2763"/>
                  </a:moveTo>
                  <a:lnTo>
                    <a:pt x="11073" y="2858"/>
                  </a:lnTo>
                  <a:cubicBezTo>
                    <a:pt x="11097" y="2882"/>
                    <a:pt x="11121" y="2918"/>
                    <a:pt x="11133" y="2942"/>
                  </a:cubicBezTo>
                  <a:cubicBezTo>
                    <a:pt x="11168" y="2989"/>
                    <a:pt x="11192" y="3025"/>
                    <a:pt x="11228" y="3061"/>
                  </a:cubicBezTo>
                  <a:cubicBezTo>
                    <a:pt x="11276" y="3037"/>
                    <a:pt x="11311" y="3001"/>
                    <a:pt x="11359" y="2989"/>
                  </a:cubicBezTo>
                  <a:cubicBezTo>
                    <a:pt x="11299" y="2942"/>
                    <a:pt x="11276" y="2894"/>
                    <a:pt x="11252" y="2858"/>
                  </a:cubicBezTo>
                  <a:cubicBezTo>
                    <a:pt x="11240" y="2823"/>
                    <a:pt x="11216" y="2799"/>
                    <a:pt x="11192" y="2763"/>
                  </a:cubicBezTo>
                  <a:close/>
                  <a:moveTo>
                    <a:pt x="143" y="3216"/>
                  </a:moveTo>
                  <a:cubicBezTo>
                    <a:pt x="119" y="3239"/>
                    <a:pt x="96" y="3287"/>
                    <a:pt x="84" y="3311"/>
                  </a:cubicBezTo>
                  <a:cubicBezTo>
                    <a:pt x="48" y="3359"/>
                    <a:pt x="24" y="3406"/>
                    <a:pt x="0" y="3454"/>
                  </a:cubicBezTo>
                  <a:cubicBezTo>
                    <a:pt x="60" y="3454"/>
                    <a:pt x="107" y="3466"/>
                    <a:pt x="155" y="3489"/>
                  </a:cubicBezTo>
                  <a:cubicBezTo>
                    <a:pt x="179" y="3454"/>
                    <a:pt x="203" y="3406"/>
                    <a:pt x="227" y="3359"/>
                  </a:cubicBezTo>
                  <a:cubicBezTo>
                    <a:pt x="238" y="3335"/>
                    <a:pt x="262" y="3299"/>
                    <a:pt x="274" y="3287"/>
                  </a:cubicBezTo>
                  <a:lnTo>
                    <a:pt x="143" y="321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9">
              <a:extLst>
                <a:ext uri="{FF2B5EF4-FFF2-40B4-BE49-F238E27FC236}">
                  <a16:creationId xmlns:a16="http://schemas.microsoft.com/office/drawing/2014/main" id="{E748D242-E4E2-1D8A-C530-762FF0C2CC40}"/>
                </a:ext>
              </a:extLst>
            </p:cNvPr>
            <p:cNvSpPr/>
            <p:nvPr/>
          </p:nvSpPr>
          <p:spPr>
            <a:xfrm>
              <a:off x="2877001" y="741700"/>
              <a:ext cx="451128" cy="144505"/>
            </a:xfrm>
            <a:custGeom>
              <a:avLst/>
              <a:gdLst/>
              <a:ahLst/>
              <a:cxnLst/>
              <a:rect l="l" t="t" r="r" b="b"/>
              <a:pathLst>
                <a:path w="11526" h="3692" extrusionOk="0">
                  <a:moveTo>
                    <a:pt x="11347" y="0"/>
                  </a:moveTo>
                  <a:cubicBezTo>
                    <a:pt x="11324" y="48"/>
                    <a:pt x="11312" y="84"/>
                    <a:pt x="11288" y="131"/>
                  </a:cubicBezTo>
                  <a:cubicBezTo>
                    <a:pt x="10169" y="2203"/>
                    <a:pt x="7978" y="3525"/>
                    <a:pt x="5597" y="3525"/>
                  </a:cubicBezTo>
                  <a:cubicBezTo>
                    <a:pt x="3406" y="3525"/>
                    <a:pt x="1382" y="2429"/>
                    <a:pt x="215" y="632"/>
                  </a:cubicBezTo>
                  <a:cubicBezTo>
                    <a:pt x="179" y="596"/>
                    <a:pt x="167" y="548"/>
                    <a:pt x="132" y="501"/>
                  </a:cubicBezTo>
                  <a:cubicBezTo>
                    <a:pt x="96" y="524"/>
                    <a:pt x="48" y="548"/>
                    <a:pt x="1" y="560"/>
                  </a:cubicBezTo>
                  <a:lnTo>
                    <a:pt x="96" y="703"/>
                  </a:lnTo>
                  <a:cubicBezTo>
                    <a:pt x="1298" y="2548"/>
                    <a:pt x="3370" y="3691"/>
                    <a:pt x="5609" y="3691"/>
                  </a:cubicBezTo>
                  <a:cubicBezTo>
                    <a:pt x="8073" y="3691"/>
                    <a:pt x="10300" y="2334"/>
                    <a:pt x="11443" y="191"/>
                  </a:cubicBezTo>
                  <a:cubicBezTo>
                    <a:pt x="11478" y="155"/>
                    <a:pt x="11502" y="108"/>
                    <a:pt x="11526" y="60"/>
                  </a:cubicBezTo>
                  <a:cubicBezTo>
                    <a:pt x="11466" y="48"/>
                    <a:pt x="11419" y="36"/>
                    <a:pt x="11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9">
              <a:extLst>
                <a:ext uri="{FF2B5EF4-FFF2-40B4-BE49-F238E27FC236}">
                  <a16:creationId xmlns:a16="http://schemas.microsoft.com/office/drawing/2014/main" id="{C3ADE233-33E4-D757-7F2D-EF69F678552E}"/>
                </a:ext>
              </a:extLst>
            </p:cNvPr>
            <p:cNvSpPr/>
            <p:nvPr/>
          </p:nvSpPr>
          <p:spPr>
            <a:xfrm>
              <a:off x="2818291" y="681581"/>
              <a:ext cx="90922" cy="90922"/>
            </a:xfrm>
            <a:custGeom>
              <a:avLst/>
              <a:gdLst/>
              <a:ahLst/>
              <a:cxnLst/>
              <a:rect l="l" t="t" r="r" b="b"/>
              <a:pathLst>
                <a:path w="2323" h="2323" extrusionOk="0">
                  <a:moveTo>
                    <a:pt x="1132" y="167"/>
                  </a:moveTo>
                  <a:cubicBezTo>
                    <a:pt x="1679" y="167"/>
                    <a:pt x="2144" y="620"/>
                    <a:pt x="2144" y="1179"/>
                  </a:cubicBezTo>
                  <a:cubicBezTo>
                    <a:pt x="2144" y="1536"/>
                    <a:pt x="1953" y="1870"/>
                    <a:pt x="1644" y="2048"/>
                  </a:cubicBezTo>
                  <a:cubicBezTo>
                    <a:pt x="1596" y="2072"/>
                    <a:pt x="1548" y="2084"/>
                    <a:pt x="1501" y="2108"/>
                  </a:cubicBezTo>
                  <a:cubicBezTo>
                    <a:pt x="1382" y="2144"/>
                    <a:pt x="1263" y="2179"/>
                    <a:pt x="1132" y="2179"/>
                  </a:cubicBezTo>
                  <a:cubicBezTo>
                    <a:pt x="584" y="2179"/>
                    <a:pt x="120" y="1727"/>
                    <a:pt x="120" y="1167"/>
                  </a:cubicBezTo>
                  <a:cubicBezTo>
                    <a:pt x="120" y="822"/>
                    <a:pt x="286" y="524"/>
                    <a:pt x="548" y="346"/>
                  </a:cubicBezTo>
                  <a:cubicBezTo>
                    <a:pt x="596" y="322"/>
                    <a:pt x="643" y="286"/>
                    <a:pt x="691" y="274"/>
                  </a:cubicBezTo>
                  <a:cubicBezTo>
                    <a:pt x="822" y="203"/>
                    <a:pt x="989" y="167"/>
                    <a:pt x="1132" y="167"/>
                  </a:cubicBezTo>
                  <a:close/>
                  <a:moveTo>
                    <a:pt x="1144" y="1"/>
                  </a:moveTo>
                  <a:cubicBezTo>
                    <a:pt x="953" y="1"/>
                    <a:pt x="774" y="48"/>
                    <a:pt x="608" y="143"/>
                  </a:cubicBezTo>
                  <a:cubicBezTo>
                    <a:pt x="572" y="167"/>
                    <a:pt x="524" y="179"/>
                    <a:pt x="489" y="215"/>
                  </a:cubicBezTo>
                  <a:cubicBezTo>
                    <a:pt x="191" y="417"/>
                    <a:pt x="1" y="763"/>
                    <a:pt x="1" y="1167"/>
                  </a:cubicBezTo>
                  <a:cubicBezTo>
                    <a:pt x="1" y="1810"/>
                    <a:pt x="524" y="2322"/>
                    <a:pt x="1167" y="2322"/>
                  </a:cubicBezTo>
                  <a:cubicBezTo>
                    <a:pt x="1322" y="2322"/>
                    <a:pt x="1477" y="2298"/>
                    <a:pt x="1608" y="2239"/>
                  </a:cubicBezTo>
                  <a:cubicBezTo>
                    <a:pt x="1655" y="2227"/>
                    <a:pt x="1703" y="2191"/>
                    <a:pt x="1739" y="2168"/>
                  </a:cubicBezTo>
                  <a:cubicBezTo>
                    <a:pt x="2084" y="1953"/>
                    <a:pt x="2322" y="1584"/>
                    <a:pt x="2322" y="1167"/>
                  </a:cubicBezTo>
                  <a:cubicBezTo>
                    <a:pt x="2298" y="524"/>
                    <a:pt x="1786" y="1"/>
                    <a:pt x="1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9">
              <a:extLst>
                <a:ext uri="{FF2B5EF4-FFF2-40B4-BE49-F238E27FC236}">
                  <a16:creationId xmlns:a16="http://schemas.microsoft.com/office/drawing/2014/main" id="{A82219EE-5BEF-37A2-53A2-88B1E2FDE154}"/>
                </a:ext>
              </a:extLst>
            </p:cNvPr>
            <p:cNvSpPr/>
            <p:nvPr/>
          </p:nvSpPr>
          <p:spPr>
            <a:xfrm>
              <a:off x="2376988" y="704400"/>
              <a:ext cx="45716" cy="45716"/>
            </a:xfrm>
            <a:custGeom>
              <a:avLst/>
              <a:gdLst/>
              <a:ahLst/>
              <a:cxnLst/>
              <a:rect l="l" t="t" r="r" b="b"/>
              <a:pathLst>
                <a:path w="1168" h="1168" extrusionOk="0">
                  <a:moveTo>
                    <a:pt x="619" y="156"/>
                  </a:moveTo>
                  <a:cubicBezTo>
                    <a:pt x="667" y="156"/>
                    <a:pt x="727" y="168"/>
                    <a:pt x="774" y="191"/>
                  </a:cubicBezTo>
                  <a:cubicBezTo>
                    <a:pt x="917" y="275"/>
                    <a:pt x="1012" y="418"/>
                    <a:pt x="1012" y="584"/>
                  </a:cubicBezTo>
                  <a:cubicBezTo>
                    <a:pt x="1024" y="823"/>
                    <a:pt x="834" y="1013"/>
                    <a:pt x="572" y="1013"/>
                  </a:cubicBezTo>
                  <a:cubicBezTo>
                    <a:pt x="334" y="1013"/>
                    <a:pt x="143" y="823"/>
                    <a:pt x="143" y="584"/>
                  </a:cubicBezTo>
                  <a:cubicBezTo>
                    <a:pt x="143" y="346"/>
                    <a:pt x="334" y="156"/>
                    <a:pt x="572" y="156"/>
                  </a:cubicBezTo>
                  <a:close/>
                  <a:moveTo>
                    <a:pt x="572" y="1"/>
                  </a:moveTo>
                  <a:cubicBezTo>
                    <a:pt x="250" y="1"/>
                    <a:pt x="0" y="275"/>
                    <a:pt x="0" y="584"/>
                  </a:cubicBezTo>
                  <a:cubicBezTo>
                    <a:pt x="0" y="906"/>
                    <a:pt x="262" y="1168"/>
                    <a:pt x="572" y="1168"/>
                  </a:cubicBezTo>
                  <a:cubicBezTo>
                    <a:pt x="905" y="1168"/>
                    <a:pt x="1155" y="894"/>
                    <a:pt x="1155" y="584"/>
                  </a:cubicBezTo>
                  <a:cubicBezTo>
                    <a:pt x="1167" y="358"/>
                    <a:pt x="1036" y="168"/>
                    <a:pt x="858" y="61"/>
                  </a:cubicBezTo>
                  <a:cubicBezTo>
                    <a:pt x="810" y="37"/>
                    <a:pt x="774" y="13"/>
                    <a:pt x="715" y="13"/>
                  </a:cubicBezTo>
                  <a:cubicBezTo>
                    <a:pt x="667" y="1"/>
                    <a:pt x="619" y="1"/>
                    <a:pt x="5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9">
              <a:extLst>
                <a:ext uri="{FF2B5EF4-FFF2-40B4-BE49-F238E27FC236}">
                  <a16:creationId xmlns:a16="http://schemas.microsoft.com/office/drawing/2014/main" id="{E5890C2C-F678-6DFC-F76D-7FC7F2CC7E83}"/>
                </a:ext>
              </a:extLst>
            </p:cNvPr>
            <p:cNvSpPr/>
            <p:nvPr/>
          </p:nvSpPr>
          <p:spPr>
            <a:xfrm>
              <a:off x="3308050" y="704400"/>
              <a:ext cx="45716" cy="45716"/>
            </a:xfrm>
            <a:custGeom>
              <a:avLst/>
              <a:gdLst/>
              <a:ahLst/>
              <a:cxnLst/>
              <a:rect l="l" t="t" r="r" b="b"/>
              <a:pathLst>
                <a:path w="1168" h="1168" extrusionOk="0">
                  <a:moveTo>
                    <a:pt x="584" y="132"/>
                  </a:moveTo>
                  <a:cubicBezTo>
                    <a:pt x="823" y="132"/>
                    <a:pt x="1013" y="334"/>
                    <a:pt x="1013" y="572"/>
                  </a:cubicBezTo>
                  <a:cubicBezTo>
                    <a:pt x="1013" y="823"/>
                    <a:pt x="823" y="1013"/>
                    <a:pt x="584" y="1013"/>
                  </a:cubicBezTo>
                  <a:cubicBezTo>
                    <a:pt x="549" y="1013"/>
                    <a:pt x="525" y="1013"/>
                    <a:pt x="513" y="1001"/>
                  </a:cubicBezTo>
                  <a:cubicBezTo>
                    <a:pt x="465" y="989"/>
                    <a:pt x="406" y="965"/>
                    <a:pt x="358" y="942"/>
                  </a:cubicBezTo>
                  <a:cubicBezTo>
                    <a:pt x="227" y="870"/>
                    <a:pt x="156" y="715"/>
                    <a:pt x="156" y="572"/>
                  </a:cubicBezTo>
                  <a:cubicBezTo>
                    <a:pt x="156" y="334"/>
                    <a:pt x="346" y="132"/>
                    <a:pt x="584" y="132"/>
                  </a:cubicBezTo>
                  <a:close/>
                  <a:moveTo>
                    <a:pt x="584" y="1"/>
                  </a:moveTo>
                  <a:cubicBezTo>
                    <a:pt x="251" y="1"/>
                    <a:pt x="1" y="275"/>
                    <a:pt x="1" y="584"/>
                  </a:cubicBezTo>
                  <a:cubicBezTo>
                    <a:pt x="1" y="811"/>
                    <a:pt x="120" y="989"/>
                    <a:pt x="299" y="1084"/>
                  </a:cubicBezTo>
                  <a:cubicBezTo>
                    <a:pt x="346" y="1120"/>
                    <a:pt x="394" y="1132"/>
                    <a:pt x="430" y="1144"/>
                  </a:cubicBezTo>
                  <a:cubicBezTo>
                    <a:pt x="477" y="1168"/>
                    <a:pt x="537" y="1168"/>
                    <a:pt x="584" y="1168"/>
                  </a:cubicBezTo>
                  <a:cubicBezTo>
                    <a:pt x="918" y="1168"/>
                    <a:pt x="1168" y="894"/>
                    <a:pt x="1168" y="584"/>
                  </a:cubicBezTo>
                  <a:cubicBezTo>
                    <a:pt x="1168" y="251"/>
                    <a:pt x="918"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9">
              <a:extLst>
                <a:ext uri="{FF2B5EF4-FFF2-40B4-BE49-F238E27FC236}">
                  <a16:creationId xmlns:a16="http://schemas.microsoft.com/office/drawing/2014/main" id="{77A77578-3AAA-E623-F1A7-94784EE3C230}"/>
                </a:ext>
              </a:extLst>
            </p:cNvPr>
            <p:cNvSpPr/>
            <p:nvPr/>
          </p:nvSpPr>
          <p:spPr>
            <a:xfrm>
              <a:off x="2843458" y="707218"/>
              <a:ext cx="39649" cy="39649"/>
            </a:xfrm>
            <a:custGeom>
              <a:avLst/>
              <a:gdLst/>
              <a:ahLst/>
              <a:cxnLst/>
              <a:rect l="l" t="t" r="r" b="b"/>
              <a:pathLst>
                <a:path w="1013" h="1013" extrusionOk="0">
                  <a:moveTo>
                    <a:pt x="501" y="0"/>
                  </a:moveTo>
                  <a:cubicBezTo>
                    <a:pt x="227" y="0"/>
                    <a:pt x="0" y="227"/>
                    <a:pt x="0" y="512"/>
                  </a:cubicBezTo>
                  <a:cubicBezTo>
                    <a:pt x="0" y="798"/>
                    <a:pt x="227" y="1012"/>
                    <a:pt x="501" y="1012"/>
                  </a:cubicBezTo>
                  <a:cubicBezTo>
                    <a:pt x="786" y="1012"/>
                    <a:pt x="1012" y="798"/>
                    <a:pt x="1012" y="512"/>
                  </a:cubicBezTo>
                  <a:cubicBezTo>
                    <a:pt x="1012" y="227"/>
                    <a:pt x="786" y="0"/>
                    <a:pt x="5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838;p39">
            <a:extLst>
              <a:ext uri="{FF2B5EF4-FFF2-40B4-BE49-F238E27FC236}">
                <a16:creationId xmlns:a16="http://schemas.microsoft.com/office/drawing/2014/main" id="{582A7B68-F4FA-10B6-F977-984E3C218A05}"/>
              </a:ext>
            </a:extLst>
          </p:cNvPr>
          <p:cNvGrpSpPr/>
          <p:nvPr/>
        </p:nvGrpSpPr>
        <p:grpSpPr>
          <a:xfrm>
            <a:off x="158501" y="99885"/>
            <a:ext cx="1109440" cy="2219632"/>
            <a:chOff x="1990206" y="3718102"/>
            <a:chExt cx="693443" cy="1387356"/>
          </a:xfrm>
        </p:grpSpPr>
        <p:sp>
          <p:nvSpPr>
            <p:cNvPr id="839" name="Google Shape;839;p39">
              <a:extLst>
                <a:ext uri="{FF2B5EF4-FFF2-40B4-BE49-F238E27FC236}">
                  <a16:creationId xmlns:a16="http://schemas.microsoft.com/office/drawing/2014/main" id="{2E4E5BE4-A658-D149-1832-D746348811C2}"/>
                </a:ext>
              </a:extLst>
            </p:cNvPr>
            <p:cNvSpPr/>
            <p:nvPr/>
          </p:nvSpPr>
          <p:spPr>
            <a:xfrm>
              <a:off x="2431980" y="4000027"/>
              <a:ext cx="251670" cy="251240"/>
            </a:xfrm>
            <a:custGeom>
              <a:avLst/>
              <a:gdLst/>
              <a:ahLst/>
              <a:cxnLst/>
              <a:rect l="l" t="t" r="r" b="b"/>
              <a:pathLst>
                <a:path w="6430" h="6419" fill="none" extrusionOk="0">
                  <a:moveTo>
                    <a:pt x="5203" y="6418"/>
                  </a:moveTo>
                  <a:lnTo>
                    <a:pt x="1227" y="6418"/>
                  </a:lnTo>
                  <a:cubicBezTo>
                    <a:pt x="536" y="6418"/>
                    <a:pt x="0" y="5871"/>
                    <a:pt x="0" y="5204"/>
                  </a:cubicBezTo>
                  <a:lnTo>
                    <a:pt x="0" y="1227"/>
                  </a:lnTo>
                  <a:cubicBezTo>
                    <a:pt x="0" y="537"/>
                    <a:pt x="560" y="1"/>
                    <a:pt x="1227" y="1"/>
                  </a:cubicBezTo>
                  <a:lnTo>
                    <a:pt x="5203" y="1"/>
                  </a:lnTo>
                  <a:cubicBezTo>
                    <a:pt x="5882" y="1"/>
                    <a:pt x="6418" y="560"/>
                    <a:pt x="6418" y="1227"/>
                  </a:cubicBezTo>
                  <a:lnTo>
                    <a:pt x="6418" y="5204"/>
                  </a:lnTo>
                  <a:cubicBezTo>
                    <a:pt x="6430" y="5871"/>
                    <a:pt x="5882" y="6418"/>
                    <a:pt x="5203"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9">
              <a:extLst>
                <a:ext uri="{FF2B5EF4-FFF2-40B4-BE49-F238E27FC236}">
                  <a16:creationId xmlns:a16="http://schemas.microsoft.com/office/drawing/2014/main" id="{98CC6093-8254-B25A-80BC-3CD3D399E1CF}"/>
                </a:ext>
              </a:extLst>
            </p:cNvPr>
            <p:cNvSpPr/>
            <p:nvPr/>
          </p:nvSpPr>
          <p:spPr>
            <a:xfrm>
              <a:off x="1993455" y="4000027"/>
              <a:ext cx="376566" cy="251240"/>
            </a:xfrm>
            <a:custGeom>
              <a:avLst/>
              <a:gdLst/>
              <a:ahLst/>
              <a:cxnLst/>
              <a:rect l="l" t="t" r="r" b="b"/>
              <a:pathLst>
                <a:path w="9621" h="6419" fill="none" extrusionOk="0">
                  <a:moveTo>
                    <a:pt x="8382" y="6418"/>
                  </a:moveTo>
                  <a:lnTo>
                    <a:pt x="1227" y="6418"/>
                  </a:lnTo>
                  <a:cubicBezTo>
                    <a:pt x="536" y="6418"/>
                    <a:pt x="0" y="5871"/>
                    <a:pt x="0" y="5204"/>
                  </a:cubicBezTo>
                  <a:lnTo>
                    <a:pt x="0" y="1227"/>
                  </a:lnTo>
                  <a:cubicBezTo>
                    <a:pt x="0" y="537"/>
                    <a:pt x="548" y="1"/>
                    <a:pt x="1227" y="1"/>
                  </a:cubicBezTo>
                  <a:lnTo>
                    <a:pt x="8382" y="1"/>
                  </a:lnTo>
                  <a:cubicBezTo>
                    <a:pt x="9061" y="1"/>
                    <a:pt x="9597" y="560"/>
                    <a:pt x="9597" y="1227"/>
                  </a:cubicBezTo>
                  <a:lnTo>
                    <a:pt x="9597" y="5204"/>
                  </a:lnTo>
                  <a:cubicBezTo>
                    <a:pt x="9621" y="5871"/>
                    <a:pt x="9061" y="6418"/>
                    <a:pt x="838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9">
              <a:extLst>
                <a:ext uri="{FF2B5EF4-FFF2-40B4-BE49-F238E27FC236}">
                  <a16:creationId xmlns:a16="http://schemas.microsoft.com/office/drawing/2014/main" id="{F9FE3804-7262-A4CC-FB85-4B77A3CE0A70}"/>
                </a:ext>
              </a:extLst>
            </p:cNvPr>
            <p:cNvSpPr/>
            <p:nvPr/>
          </p:nvSpPr>
          <p:spPr>
            <a:xfrm>
              <a:off x="2534957" y="4080186"/>
              <a:ext cx="65755" cy="84856"/>
            </a:xfrm>
            <a:custGeom>
              <a:avLst/>
              <a:gdLst/>
              <a:ahLst/>
              <a:cxnLst/>
              <a:rect l="l" t="t" r="r" b="b"/>
              <a:pathLst>
                <a:path w="1680" h="2168" extrusionOk="0">
                  <a:moveTo>
                    <a:pt x="846" y="203"/>
                  </a:moveTo>
                  <a:cubicBezTo>
                    <a:pt x="1024" y="203"/>
                    <a:pt x="1167" y="263"/>
                    <a:pt x="1263" y="394"/>
                  </a:cubicBezTo>
                  <a:cubicBezTo>
                    <a:pt x="1370" y="536"/>
                    <a:pt x="1429" y="715"/>
                    <a:pt x="1429" y="941"/>
                  </a:cubicBezTo>
                  <a:cubicBezTo>
                    <a:pt x="1429" y="1167"/>
                    <a:pt x="1370" y="1358"/>
                    <a:pt x="1263" y="1489"/>
                  </a:cubicBezTo>
                  <a:cubicBezTo>
                    <a:pt x="1167" y="1620"/>
                    <a:pt x="1024" y="1679"/>
                    <a:pt x="846" y="1679"/>
                  </a:cubicBezTo>
                  <a:cubicBezTo>
                    <a:pt x="667" y="1679"/>
                    <a:pt x="524" y="1620"/>
                    <a:pt x="417" y="1489"/>
                  </a:cubicBezTo>
                  <a:cubicBezTo>
                    <a:pt x="310" y="1358"/>
                    <a:pt x="262" y="1167"/>
                    <a:pt x="262" y="941"/>
                  </a:cubicBezTo>
                  <a:cubicBezTo>
                    <a:pt x="262" y="715"/>
                    <a:pt x="310" y="536"/>
                    <a:pt x="417" y="394"/>
                  </a:cubicBezTo>
                  <a:cubicBezTo>
                    <a:pt x="524" y="263"/>
                    <a:pt x="667" y="203"/>
                    <a:pt x="846" y="203"/>
                  </a:cubicBezTo>
                  <a:close/>
                  <a:moveTo>
                    <a:pt x="846" y="1"/>
                  </a:moveTo>
                  <a:cubicBezTo>
                    <a:pt x="584" y="1"/>
                    <a:pt x="382" y="84"/>
                    <a:pt x="227" y="251"/>
                  </a:cubicBezTo>
                  <a:cubicBezTo>
                    <a:pt x="72" y="429"/>
                    <a:pt x="1" y="656"/>
                    <a:pt x="1" y="941"/>
                  </a:cubicBezTo>
                  <a:cubicBezTo>
                    <a:pt x="1" y="1227"/>
                    <a:pt x="72" y="1453"/>
                    <a:pt x="227" y="1632"/>
                  </a:cubicBezTo>
                  <a:cubicBezTo>
                    <a:pt x="382" y="1799"/>
                    <a:pt x="584" y="1882"/>
                    <a:pt x="846" y="1882"/>
                  </a:cubicBezTo>
                  <a:lnTo>
                    <a:pt x="941" y="1882"/>
                  </a:lnTo>
                  <a:lnTo>
                    <a:pt x="1215" y="2168"/>
                  </a:lnTo>
                  <a:lnTo>
                    <a:pt x="1513" y="2168"/>
                  </a:lnTo>
                  <a:lnTo>
                    <a:pt x="1191" y="1822"/>
                  </a:lnTo>
                  <a:cubicBezTo>
                    <a:pt x="1346" y="1751"/>
                    <a:pt x="1477" y="1632"/>
                    <a:pt x="1560" y="1489"/>
                  </a:cubicBezTo>
                  <a:cubicBezTo>
                    <a:pt x="1644" y="1334"/>
                    <a:pt x="1679" y="1156"/>
                    <a:pt x="1679" y="941"/>
                  </a:cubicBezTo>
                  <a:cubicBezTo>
                    <a:pt x="1679" y="656"/>
                    <a:pt x="1608" y="429"/>
                    <a:pt x="1453" y="251"/>
                  </a:cubicBezTo>
                  <a:cubicBezTo>
                    <a:pt x="1298" y="84"/>
                    <a:pt x="1096" y="1"/>
                    <a:pt x="8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9">
              <a:extLst>
                <a:ext uri="{FF2B5EF4-FFF2-40B4-BE49-F238E27FC236}">
                  <a16:creationId xmlns:a16="http://schemas.microsoft.com/office/drawing/2014/main" id="{AE5C3CAD-57D0-C11D-C73C-C95B39E82492}"/>
                </a:ext>
              </a:extLst>
            </p:cNvPr>
            <p:cNvSpPr/>
            <p:nvPr/>
          </p:nvSpPr>
          <p:spPr>
            <a:xfrm>
              <a:off x="2092714" y="3887734"/>
              <a:ext cx="36870" cy="49904"/>
            </a:xfrm>
            <a:custGeom>
              <a:avLst/>
              <a:gdLst/>
              <a:ahLst/>
              <a:cxnLst/>
              <a:rect l="l" t="t" r="r" b="b"/>
              <a:pathLst>
                <a:path w="942" h="1275" extrusionOk="0">
                  <a:moveTo>
                    <a:pt x="465" y="131"/>
                  </a:moveTo>
                  <a:cubicBezTo>
                    <a:pt x="560" y="131"/>
                    <a:pt x="620" y="167"/>
                    <a:pt x="679" y="239"/>
                  </a:cubicBezTo>
                  <a:cubicBezTo>
                    <a:pt x="727" y="298"/>
                    <a:pt x="751" y="381"/>
                    <a:pt x="751" y="500"/>
                  </a:cubicBezTo>
                  <a:cubicBezTo>
                    <a:pt x="751" y="608"/>
                    <a:pt x="727" y="691"/>
                    <a:pt x="679" y="762"/>
                  </a:cubicBezTo>
                  <a:cubicBezTo>
                    <a:pt x="620" y="822"/>
                    <a:pt x="560" y="858"/>
                    <a:pt x="465" y="858"/>
                  </a:cubicBezTo>
                  <a:cubicBezTo>
                    <a:pt x="381" y="858"/>
                    <a:pt x="322" y="822"/>
                    <a:pt x="262" y="762"/>
                  </a:cubicBezTo>
                  <a:cubicBezTo>
                    <a:pt x="215" y="691"/>
                    <a:pt x="191" y="608"/>
                    <a:pt x="191" y="500"/>
                  </a:cubicBezTo>
                  <a:cubicBezTo>
                    <a:pt x="191" y="393"/>
                    <a:pt x="215" y="298"/>
                    <a:pt x="262" y="239"/>
                  </a:cubicBezTo>
                  <a:cubicBezTo>
                    <a:pt x="322" y="167"/>
                    <a:pt x="381" y="131"/>
                    <a:pt x="465" y="131"/>
                  </a:cubicBezTo>
                  <a:close/>
                  <a:moveTo>
                    <a:pt x="465" y="0"/>
                  </a:moveTo>
                  <a:cubicBezTo>
                    <a:pt x="322" y="0"/>
                    <a:pt x="215" y="36"/>
                    <a:pt x="131" y="131"/>
                  </a:cubicBezTo>
                  <a:cubicBezTo>
                    <a:pt x="36" y="227"/>
                    <a:pt x="0" y="346"/>
                    <a:pt x="0" y="500"/>
                  </a:cubicBezTo>
                  <a:cubicBezTo>
                    <a:pt x="0" y="655"/>
                    <a:pt x="36" y="774"/>
                    <a:pt x="131" y="858"/>
                  </a:cubicBezTo>
                  <a:cubicBezTo>
                    <a:pt x="215" y="953"/>
                    <a:pt x="322" y="1001"/>
                    <a:pt x="465" y="1001"/>
                  </a:cubicBezTo>
                  <a:cubicBezTo>
                    <a:pt x="620" y="1001"/>
                    <a:pt x="727" y="953"/>
                    <a:pt x="810" y="870"/>
                  </a:cubicBezTo>
                  <a:cubicBezTo>
                    <a:pt x="893" y="774"/>
                    <a:pt x="941" y="655"/>
                    <a:pt x="941" y="500"/>
                  </a:cubicBezTo>
                  <a:cubicBezTo>
                    <a:pt x="941" y="346"/>
                    <a:pt x="893" y="227"/>
                    <a:pt x="810" y="131"/>
                  </a:cubicBezTo>
                  <a:cubicBezTo>
                    <a:pt x="727" y="36"/>
                    <a:pt x="620" y="0"/>
                    <a:pt x="465" y="0"/>
                  </a:cubicBezTo>
                  <a:close/>
                  <a:moveTo>
                    <a:pt x="48" y="1132"/>
                  </a:moveTo>
                  <a:lnTo>
                    <a:pt x="48" y="1274"/>
                  </a:lnTo>
                  <a:lnTo>
                    <a:pt x="893" y="1274"/>
                  </a:lnTo>
                  <a:lnTo>
                    <a:pt x="893" y="11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9">
              <a:extLst>
                <a:ext uri="{FF2B5EF4-FFF2-40B4-BE49-F238E27FC236}">
                  <a16:creationId xmlns:a16="http://schemas.microsoft.com/office/drawing/2014/main" id="{9C3A3945-260C-C4C8-6BDD-09C827EC7FA6}"/>
                </a:ext>
              </a:extLst>
            </p:cNvPr>
            <p:cNvSpPr/>
            <p:nvPr/>
          </p:nvSpPr>
          <p:spPr>
            <a:xfrm>
              <a:off x="2093653" y="3766087"/>
              <a:ext cx="34052" cy="50373"/>
            </a:xfrm>
            <a:custGeom>
              <a:avLst/>
              <a:gdLst/>
              <a:ahLst/>
              <a:cxnLst/>
              <a:rect l="l" t="t" r="r" b="b"/>
              <a:pathLst>
                <a:path w="870" h="1287" extrusionOk="0">
                  <a:moveTo>
                    <a:pt x="679" y="513"/>
                  </a:moveTo>
                  <a:lnTo>
                    <a:pt x="679" y="549"/>
                  </a:lnTo>
                  <a:cubicBezTo>
                    <a:pt x="679" y="644"/>
                    <a:pt x="655" y="715"/>
                    <a:pt x="608" y="775"/>
                  </a:cubicBezTo>
                  <a:cubicBezTo>
                    <a:pt x="548" y="834"/>
                    <a:pt x="477" y="858"/>
                    <a:pt x="393" y="858"/>
                  </a:cubicBezTo>
                  <a:cubicBezTo>
                    <a:pt x="334" y="858"/>
                    <a:pt x="274" y="846"/>
                    <a:pt x="238" y="811"/>
                  </a:cubicBezTo>
                  <a:cubicBezTo>
                    <a:pt x="203" y="787"/>
                    <a:pt x="179" y="739"/>
                    <a:pt x="179" y="691"/>
                  </a:cubicBezTo>
                  <a:cubicBezTo>
                    <a:pt x="179" y="632"/>
                    <a:pt x="203" y="584"/>
                    <a:pt x="250" y="549"/>
                  </a:cubicBezTo>
                  <a:cubicBezTo>
                    <a:pt x="310" y="525"/>
                    <a:pt x="393" y="513"/>
                    <a:pt x="524" y="513"/>
                  </a:cubicBezTo>
                  <a:close/>
                  <a:moveTo>
                    <a:pt x="417" y="1"/>
                  </a:moveTo>
                  <a:cubicBezTo>
                    <a:pt x="369" y="1"/>
                    <a:pt x="310" y="13"/>
                    <a:pt x="250" y="25"/>
                  </a:cubicBezTo>
                  <a:cubicBezTo>
                    <a:pt x="191" y="37"/>
                    <a:pt x="131" y="49"/>
                    <a:pt x="72" y="72"/>
                  </a:cubicBezTo>
                  <a:lnTo>
                    <a:pt x="72" y="227"/>
                  </a:lnTo>
                  <a:cubicBezTo>
                    <a:pt x="131" y="203"/>
                    <a:pt x="179" y="179"/>
                    <a:pt x="238" y="168"/>
                  </a:cubicBezTo>
                  <a:cubicBezTo>
                    <a:pt x="298" y="156"/>
                    <a:pt x="346" y="144"/>
                    <a:pt x="393" y="144"/>
                  </a:cubicBezTo>
                  <a:cubicBezTo>
                    <a:pt x="488" y="144"/>
                    <a:pt x="560" y="168"/>
                    <a:pt x="608" y="203"/>
                  </a:cubicBezTo>
                  <a:cubicBezTo>
                    <a:pt x="655" y="239"/>
                    <a:pt x="679" y="299"/>
                    <a:pt x="679" y="370"/>
                  </a:cubicBezTo>
                  <a:lnTo>
                    <a:pt x="465" y="370"/>
                  </a:lnTo>
                  <a:cubicBezTo>
                    <a:pt x="310" y="370"/>
                    <a:pt x="191" y="406"/>
                    <a:pt x="119" y="453"/>
                  </a:cubicBezTo>
                  <a:cubicBezTo>
                    <a:pt x="36" y="513"/>
                    <a:pt x="0" y="596"/>
                    <a:pt x="0" y="703"/>
                  </a:cubicBezTo>
                  <a:cubicBezTo>
                    <a:pt x="0" y="799"/>
                    <a:pt x="24" y="870"/>
                    <a:pt x="96" y="930"/>
                  </a:cubicBezTo>
                  <a:cubicBezTo>
                    <a:pt x="155" y="977"/>
                    <a:pt x="238" y="1001"/>
                    <a:pt x="334" y="1001"/>
                  </a:cubicBezTo>
                  <a:cubicBezTo>
                    <a:pt x="417" y="1001"/>
                    <a:pt x="477" y="989"/>
                    <a:pt x="536" y="965"/>
                  </a:cubicBezTo>
                  <a:cubicBezTo>
                    <a:pt x="596" y="941"/>
                    <a:pt x="643" y="894"/>
                    <a:pt x="679" y="846"/>
                  </a:cubicBezTo>
                  <a:lnTo>
                    <a:pt x="679" y="989"/>
                  </a:lnTo>
                  <a:lnTo>
                    <a:pt x="858" y="989"/>
                  </a:lnTo>
                  <a:lnTo>
                    <a:pt x="858" y="441"/>
                  </a:lnTo>
                  <a:cubicBezTo>
                    <a:pt x="858" y="299"/>
                    <a:pt x="822" y="179"/>
                    <a:pt x="750" y="108"/>
                  </a:cubicBezTo>
                  <a:cubicBezTo>
                    <a:pt x="679" y="37"/>
                    <a:pt x="572" y="1"/>
                    <a:pt x="417" y="1"/>
                  </a:cubicBezTo>
                  <a:close/>
                  <a:moveTo>
                    <a:pt x="24" y="1132"/>
                  </a:moveTo>
                  <a:lnTo>
                    <a:pt x="24" y="1287"/>
                  </a:lnTo>
                  <a:lnTo>
                    <a:pt x="869" y="1287"/>
                  </a:lnTo>
                  <a:lnTo>
                    <a:pt x="869" y="11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9">
              <a:extLst>
                <a:ext uri="{FF2B5EF4-FFF2-40B4-BE49-F238E27FC236}">
                  <a16:creationId xmlns:a16="http://schemas.microsoft.com/office/drawing/2014/main" id="{87FAB8F4-5455-14B5-350A-BE0B11C0AF82}"/>
                </a:ext>
              </a:extLst>
            </p:cNvPr>
            <p:cNvSpPr/>
            <p:nvPr/>
          </p:nvSpPr>
          <p:spPr>
            <a:xfrm>
              <a:off x="1993455" y="3718102"/>
              <a:ext cx="251670" cy="251201"/>
            </a:xfrm>
            <a:custGeom>
              <a:avLst/>
              <a:gdLst/>
              <a:ahLst/>
              <a:cxnLst/>
              <a:rect l="l" t="t" r="r" b="b"/>
              <a:pathLst>
                <a:path w="6430" h="6418" fill="none" extrusionOk="0">
                  <a:moveTo>
                    <a:pt x="5192" y="6418"/>
                  </a:moveTo>
                  <a:lnTo>
                    <a:pt x="1227" y="6418"/>
                  </a:lnTo>
                  <a:cubicBezTo>
                    <a:pt x="536" y="6418"/>
                    <a:pt x="0" y="5870"/>
                    <a:pt x="0" y="5204"/>
                  </a:cubicBezTo>
                  <a:lnTo>
                    <a:pt x="0" y="1227"/>
                  </a:lnTo>
                  <a:cubicBezTo>
                    <a:pt x="0" y="548"/>
                    <a:pt x="548" y="1"/>
                    <a:pt x="1227" y="1"/>
                  </a:cubicBezTo>
                  <a:lnTo>
                    <a:pt x="5192" y="1"/>
                  </a:lnTo>
                  <a:cubicBezTo>
                    <a:pt x="5882" y="1"/>
                    <a:pt x="6418" y="560"/>
                    <a:pt x="6418" y="1227"/>
                  </a:cubicBezTo>
                  <a:lnTo>
                    <a:pt x="6418" y="5204"/>
                  </a:lnTo>
                  <a:cubicBezTo>
                    <a:pt x="6430" y="5870"/>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9">
              <a:extLst>
                <a:ext uri="{FF2B5EF4-FFF2-40B4-BE49-F238E27FC236}">
                  <a16:creationId xmlns:a16="http://schemas.microsoft.com/office/drawing/2014/main" id="{94B0DD1D-9D05-31F0-FD60-68F330E44291}"/>
                </a:ext>
              </a:extLst>
            </p:cNvPr>
            <p:cNvSpPr/>
            <p:nvPr/>
          </p:nvSpPr>
          <p:spPr>
            <a:xfrm>
              <a:off x="2305675" y="3718102"/>
              <a:ext cx="251670" cy="251201"/>
            </a:xfrm>
            <a:custGeom>
              <a:avLst/>
              <a:gdLst/>
              <a:ahLst/>
              <a:cxnLst/>
              <a:rect l="l" t="t" r="r" b="b"/>
              <a:pathLst>
                <a:path w="6430" h="6418" fill="none" extrusionOk="0">
                  <a:moveTo>
                    <a:pt x="5216" y="6418"/>
                  </a:moveTo>
                  <a:lnTo>
                    <a:pt x="1227" y="6418"/>
                  </a:lnTo>
                  <a:cubicBezTo>
                    <a:pt x="536" y="6418"/>
                    <a:pt x="1" y="5870"/>
                    <a:pt x="1" y="5204"/>
                  </a:cubicBezTo>
                  <a:lnTo>
                    <a:pt x="1" y="1227"/>
                  </a:lnTo>
                  <a:cubicBezTo>
                    <a:pt x="1" y="548"/>
                    <a:pt x="548" y="1"/>
                    <a:pt x="1227" y="1"/>
                  </a:cubicBezTo>
                  <a:lnTo>
                    <a:pt x="5192" y="1"/>
                  </a:lnTo>
                  <a:cubicBezTo>
                    <a:pt x="5882" y="1"/>
                    <a:pt x="6418" y="560"/>
                    <a:pt x="6418" y="1227"/>
                  </a:cubicBezTo>
                  <a:lnTo>
                    <a:pt x="6418" y="5204"/>
                  </a:lnTo>
                  <a:cubicBezTo>
                    <a:pt x="6430" y="5870"/>
                    <a:pt x="5882" y="6418"/>
                    <a:pt x="521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9">
              <a:extLst>
                <a:ext uri="{FF2B5EF4-FFF2-40B4-BE49-F238E27FC236}">
                  <a16:creationId xmlns:a16="http://schemas.microsoft.com/office/drawing/2014/main" id="{FB40DB5B-892B-2227-9198-666913428503}"/>
                </a:ext>
              </a:extLst>
            </p:cNvPr>
            <p:cNvSpPr/>
            <p:nvPr/>
          </p:nvSpPr>
          <p:spPr>
            <a:xfrm>
              <a:off x="1993455" y="4854218"/>
              <a:ext cx="251670" cy="251240"/>
            </a:xfrm>
            <a:custGeom>
              <a:avLst/>
              <a:gdLst/>
              <a:ahLst/>
              <a:cxnLst/>
              <a:rect l="l" t="t" r="r" b="b"/>
              <a:pathLst>
                <a:path w="6430" h="6419" fill="none" extrusionOk="0">
                  <a:moveTo>
                    <a:pt x="5192" y="6418"/>
                  </a:moveTo>
                  <a:lnTo>
                    <a:pt x="1227" y="6418"/>
                  </a:lnTo>
                  <a:cubicBezTo>
                    <a:pt x="536" y="6418"/>
                    <a:pt x="0" y="5871"/>
                    <a:pt x="0" y="5192"/>
                  </a:cubicBezTo>
                  <a:lnTo>
                    <a:pt x="0" y="1227"/>
                  </a:lnTo>
                  <a:cubicBezTo>
                    <a:pt x="0" y="537"/>
                    <a:pt x="548" y="1"/>
                    <a:pt x="1227" y="1"/>
                  </a:cubicBezTo>
                  <a:lnTo>
                    <a:pt x="5192" y="1"/>
                  </a:lnTo>
                  <a:cubicBezTo>
                    <a:pt x="5882" y="1"/>
                    <a:pt x="6418" y="549"/>
                    <a:pt x="6418" y="1227"/>
                  </a:cubicBezTo>
                  <a:lnTo>
                    <a:pt x="6418" y="5192"/>
                  </a:lnTo>
                  <a:cubicBezTo>
                    <a:pt x="6430" y="5871"/>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9">
              <a:extLst>
                <a:ext uri="{FF2B5EF4-FFF2-40B4-BE49-F238E27FC236}">
                  <a16:creationId xmlns:a16="http://schemas.microsoft.com/office/drawing/2014/main" id="{74CCB9E5-B0EF-089E-D9A5-0AE7D4B59A3C}"/>
                </a:ext>
              </a:extLst>
            </p:cNvPr>
            <p:cNvSpPr/>
            <p:nvPr/>
          </p:nvSpPr>
          <p:spPr>
            <a:xfrm>
              <a:off x="2305675" y="4854218"/>
              <a:ext cx="251670" cy="251240"/>
            </a:xfrm>
            <a:custGeom>
              <a:avLst/>
              <a:gdLst/>
              <a:ahLst/>
              <a:cxnLst/>
              <a:rect l="l" t="t" r="r" b="b"/>
              <a:pathLst>
                <a:path w="6430" h="6419" fill="none" extrusionOk="0">
                  <a:moveTo>
                    <a:pt x="5216" y="6418"/>
                  </a:moveTo>
                  <a:lnTo>
                    <a:pt x="1227" y="6418"/>
                  </a:lnTo>
                  <a:cubicBezTo>
                    <a:pt x="536" y="6418"/>
                    <a:pt x="1" y="5871"/>
                    <a:pt x="1" y="5192"/>
                  </a:cubicBezTo>
                  <a:lnTo>
                    <a:pt x="1" y="1227"/>
                  </a:lnTo>
                  <a:cubicBezTo>
                    <a:pt x="1" y="537"/>
                    <a:pt x="548" y="1"/>
                    <a:pt x="1227" y="1"/>
                  </a:cubicBezTo>
                  <a:lnTo>
                    <a:pt x="5192" y="1"/>
                  </a:lnTo>
                  <a:cubicBezTo>
                    <a:pt x="5882" y="1"/>
                    <a:pt x="6418" y="549"/>
                    <a:pt x="6418" y="1227"/>
                  </a:cubicBezTo>
                  <a:lnTo>
                    <a:pt x="6418" y="5192"/>
                  </a:lnTo>
                  <a:cubicBezTo>
                    <a:pt x="6430" y="5871"/>
                    <a:pt x="5882" y="6418"/>
                    <a:pt x="521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9">
              <a:extLst>
                <a:ext uri="{FF2B5EF4-FFF2-40B4-BE49-F238E27FC236}">
                  <a16:creationId xmlns:a16="http://schemas.microsoft.com/office/drawing/2014/main" id="{8529B619-E219-6E01-6986-FAE8D769E3C6}"/>
                </a:ext>
              </a:extLst>
            </p:cNvPr>
            <p:cNvSpPr/>
            <p:nvPr/>
          </p:nvSpPr>
          <p:spPr>
            <a:xfrm>
              <a:off x="1990206" y="4282892"/>
              <a:ext cx="492146" cy="251240"/>
            </a:xfrm>
            <a:custGeom>
              <a:avLst/>
              <a:gdLst/>
              <a:ahLst/>
              <a:cxnLst/>
              <a:rect l="l" t="t" r="r" b="b"/>
              <a:pathLst>
                <a:path w="12574" h="6419" fill="none" extrusionOk="0">
                  <a:moveTo>
                    <a:pt x="11347" y="6418"/>
                  </a:moveTo>
                  <a:lnTo>
                    <a:pt x="1215" y="6418"/>
                  </a:lnTo>
                  <a:cubicBezTo>
                    <a:pt x="524" y="6418"/>
                    <a:pt x="0" y="5859"/>
                    <a:pt x="0" y="5192"/>
                  </a:cubicBezTo>
                  <a:lnTo>
                    <a:pt x="0" y="1215"/>
                  </a:lnTo>
                  <a:cubicBezTo>
                    <a:pt x="0" y="537"/>
                    <a:pt x="548" y="1"/>
                    <a:pt x="1215" y="1"/>
                  </a:cubicBezTo>
                  <a:lnTo>
                    <a:pt x="11347" y="1"/>
                  </a:lnTo>
                  <a:cubicBezTo>
                    <a:pt x="12037" y="1"/>
                    <a:pt x="12573" y="549"/>
                    <a:pt x="12573" y="1215"/>
                  </a:cubicBezTo>
                  <a:lnTo>
                    <a:pt x="12573" y="5192"/>
                  </a:lnTo>
                  <a:cubicBezTo>
                    <a:pt x="12573" y="5859"/>
                    <a:pt x="12025" y="6418"/>
                    <a:pt x="11347"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9">
              <a:extLst>
                <a:ext uri="{FF2B5EF4-FFF2-40B4-BE49-F238E27FC236}">
                  <a16:creationId xmlns:a16="http://schemas.microsoft.com/office/drawing/2014/main" id="{F4A61CF2-A392-109F-A3B2-9A4698F052D1}"/>
                </a:ext>
              </a:extLst>
            </p:cNvPr>
            <p:cNvSpPr/>
            <p:nvPr/>
          </p:nvSpPr>
          <p:spPr>
            <a:xfrm>
              <a:off x="2032125" y="4714449"/>
              <a:ext cx="80668" cy="69474"/>
            </a:xfrm>
            <a:custGeom>
              <a:avLst/>
              <a:gdLst/>
              <a:ahLst/>
              <a:cxnLst/>
              <a:rect l="l" t="t" r="r" b="b"/>
              <a:pathLst>
                <a:path w="2061" h="1775" fill="none" extrusionOk="0">
                  <a:moveTo>
                    <a:pt x="2060" y="1107"/>
                  </a:moveTo>
                  <a:lnTo>
                    <a:pt x="1037" y="0"/>
                  </a:lnTo>
                  <a:lnTo>
                    <a:pt x="1" y="1107"/>
                  </a:lnTo>
                  <a:lnTo>
                    <a:pt x="477" y="1107"/>
                  </a:lnTo>
                  <a:lnTo>
                    <a:pt x="477" y="1774"/>
                  </a:lnTo>
                  <a:lnTo>
                    <a:pt x="1584" y="1774"/>
                  </a:lnTo>
                  <a:lnTo>
                    <a:pt x="1584" y="110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9">
              <a:extLst>
                <a:ext uri="{FF2B5EF4-FFF2-40B4-BE49-F238E27FC236}">
                  <a16:creationId xmlns:a16="http://schemas.microsoft.com/office/drawing/2014/main" id="{A62B7C79-BE23-213B-9724-50468F25EAEF}"/>
                </a:ext>
              </a:extLst>
            </p:cNvPr>
            <p:cNvSpPr/>
            <p:nvPr/>
          </p:nvSpPr>
          <p:spPr>
            <a:xfrm>
              <a:off x="2094123" y="4162223"/>
              <a:ext cx="34991" cy="37300"/>
            </a:xfrm>
            <a:custGeom>
              <a:avLst/>
              <a:gdLst/>
              <a:ahLst/>
              <a:cxnLst/>
              <a:rect l="l" t="t" r="r" b="b"/>
              <a:pathLst>
                <a:path w="894" h="953" fill="none" extrusionOk="0">
                  <a:moveTo>
                    <a:pt x="0" y="953"/>
                  </a:moveTo>
                  <a:lnTo>
                    <a:pt x="893" y="476"/>
                  </a:ln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9">
              <a:extLst>
                <a:ext uri="{FF2B5EF4-FFF2-40B4-BE49-F238E27FC236}">
                  <a16:creationId xmlns:a16="http://schemas.microsoft.com/office/drawing/2014/main" id="{1A14F95A-2B7E-FB4C-C7BA-683675DEBAC4}"/>
                </a:ext>
              </a:extLst>
            </p:cNvPr>
            <p:cNvSpPr/>
            <p:nvPr/>
          </p:nvSpPr>
          <p:spPr>
            <a:xfrm>
              <a:off x="2022810" y="4180854"/>
              <a:ext cx="104895" cy="39"/>
            </a:xfrm>
            <a:custGeom>
              <a:avLst/>
              <a:gdLst/>
              <a:ahLst/>
              <a:cxnLst/>
              <a:rect l="l" t="t" r="r" b="b"/>
              <a:pathLst>
                <a:path w="2680" h="1" fill="none" extrusionOk="0">
                  <a:moveTo>
                    <a:pt x="2679" y="0"/>
                  </a:moveTo>
                  <a:lnTo>
                    <a:pt x="1"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9">
              <a:extLst>
                <a:ext uri="{FF2B5EF4-FFF2-40B4-BE49-F238E27FC236}">
                  <a16:creationId xmlns:a16="http://schemas.microsoft.com/office/drawing/2014/main" id="{08860D11-2316-FE50-035B-43B0AD9CC2FD}"/>
                </a:ext>
              </a:extLst>
            </p:cNvPr>
            <p:cNvSpPr/>
            <p:nvPr/>
          </p:nvSpPr>
          <p:spPr>
            <a:xfrm>
              <a:off x="2141639" y="4156157"/>
              <a:ext cx="39" cy="49904"/>
            </a:xfrm>
            <a:custGeom>
              <a:avLst/>
              <a:gdLst/>
              <a:ahLst/>
              <a:cxnLst/>
              <a:rect l="l" t="t" r="r" b="b"/>
              <a:pathLst>
                <a:path w="1" h="1275" fill="none" extrusionOk="0">
                  <a:moveTo>
                    <a:pt x="1" y="1274"/>
                  </a:moveTo>
                  <a:lnTo>
                    <a:pt x="1"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9">
              <a:extLst>
                <a:ext uri="{FF2B5EF4-FFF2-40B4-BE49-F238E27FC236}">
                  <a16:creationId xmlns:a16="http://schemas.microsoft.com/office/drawing/2014/main" id="{0282889D-636E-CF75-C4F1-852E080C6058}"/>
                </a:ext>
              </a:extLst>
            </p:cNvPr>
            <p:cNvSpPr/>
            <p:nvPr/>
          </p:nvSpPr>
          <p:spPr>
            <a:xfrm>
              <a:off x="2374639" y="4566226"/>
              <a:ext cx="250770" cy="251240"/>
            </a:xfrm>
            <a:custGeom>
              <a:avLst/>
              <a:gdLst/>
              <a:ahLst/>
              <a:cxnLst/>
              <a:rect l="l" t="t" r="r" b="b"/>
              <a:pathLst>
                <a:path w="6407" h="6419" fill="none" extrusionOk="0">
                  <a:moveTo>
                    <a:pt x="5192" y="6418"/>
                  </a:moveTo>
                  <a:lnTo>
                    <a:pt x="1215" y="6418"/>
                  </a:lnTo>
                  <a:cubicBezTo>
                    <a:pt x="537" y="6418"/>
                    <a:pt x="1" y="5871"/>
                    <a:pt x="1" y="5204"/>
                  </a:cubicBezTo>
                  <a:lnTo>
                    <a:pt x="1" y="1227"/>
                  </a:lnTo>
                  <a:cubicBezTo>
                    <a:pt x="1" y="537"/>
                    <a:pt x="548" y="1"/>
                    <a:pt x="1215" y="1"/>
                  </a:cubicBezTo>
                  <a:lnTo>
                    <a:pt x="5192" y="1"/>
                  </a:lnTo>
                  <a:cubicBezTo>
                    <a:pt x="5871" y="1"/>
                    <a:pt x="6406" y="560"/>
                    <a:pt x="6406" y="1227"/>
                  </a:cubicBezTo>
                  <a:lnTo>
                    <a:pt x="6406" y="5204"/>
                  </a:lnTo>
                  <a:cubicBezTo>
                    <a:pt x="6406" y="5871"/>
                    <a:pt x="5859"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9">
              <a:extLst>
                <a:ext uri="{FF2B5EF4-FFF2-40B4-BE49-F238E27FC236}">
                  <a16:creationId xmlns:a16="http://schemas.microsoft.com/office/drawing/2014/main" id="{BB9F5BEC-F46F-5AA5-739A-06A46FC575AF}"/>
                </a:ext>
              </a:extLst>
            </p:cNvPr>
            <p:cNvSpPr/>
            <p:nvPr/>
          </p:nvSpPr>
          <p:spPr>
            <a:xfrm>
              <a:off x="1993455" y="4566226"/>
              <a:ext cx="318326" cy="251240"/>
            </a:xfrm>
            <a:custGeom>
              <a:avLst/>
              <a:gdLst/>
              <a:ahLst/>
              <a:cxnLst/>
              <a:rect l="l" t="t" r="r" b="b"/>
              <a:pathLst>
                <a:path w="8133" h="6419" fill="none" extrusionOk="0">
                  <a:moveTo>
                    <a:pt x="6906" y="6418"/>
                  </a:moveTo>
                  <a:lnTo>
                    <a:pt x="1227" y="6418"/>
                  </a:lnTo>
                  <a:cubicBezTo>
                    <a:pt x="536" y="6418"/>
                    <a:pt x="0" y="5871"/>
                    <a:pt x="0" y="5204"/>
                  </a:cubicBezTo>
                  <a:lnTo>
                    <a:pt x="0" y="1227"/>
                  </a:lnTo>
                  <a:cubicBezTo>
                    <a:pt x="0" y="537"/>
                    <a:pt x="548" y="1"/>
                    <a:pt x="1227" y="1"/>
                  </a:cubicBezTo>
                  <a:lnTo>
                    <a:pt x="6906" y="1"/>
                  </a:lnTo>
                  <a:cubicBezTo>
                    <a:pt x="7597" y="1"/>
                    <a:pt x="8132" y="560"/>
                    <a:pt x="8132" y="1227"/>
                  </a:cubicBezTo>
                  <a:lnTo>
                    <a:pt x="8132" y="5204"/>
                  </a:lnTo>
                  <a:cubicBezTo>
                    <a:pt x="8132" y="5871"/>
                    <a:pt x="7597" y="6418"/>
                    <a:pt x="690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9">
              <a:extLst>
                <a:ext uri="{FF2B5EF4-FFF2-40B4-BE49-F238E27FC236}">
                  <a16:creationId xmlns:a16="http://schemas.microsoft.com/office/drawing/2014/main" id="{A187CFC3-65D8-A0CB-F38F-4E5460862389}"/>
                </a:ext>
              </a:extLst>
            </p:cNvPr>
            <p:cNvSpPr/>
            <p:nvPr/>
          </p:nvSpPr>
          <p:spPr>
            <a:xfrm>
              <a:off x="2183597" y="3889613"/>
              <a:ext cx="20079" cy="49864"/>
            </a:xfrm>
            <a:custGeom>
              <a:avLst/>
              <a:gdLst/>
              <a:ahLst/>
              <a:cxnLst/>
              <a:rect l="l" t="t" r="r" b="b"/>
              <a:pathLst>
                <a:path w="513" h="1274" extrusionOk="0">
                  <a:moveTo>
                    <a:pt x="0" y="0"/>
                  </a:moveTo>
                  <a:lnTo>
                    <a:pt x="393" y="1274"/>
                  </a:lnTo>
                  <a:lnTo>
                    <a:pt x="512" y="1274"/>
                  </a:lnTo>
                  <a:lnTo>
                    <a:pt x="1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9">
              <a:extLst>
                <a:ext uri="{FF2B5EF4-FFF2-40B4-BE49-F238E27FC236}">
                  <a16:creationId xmlns:a16="http://schemas.microsoft.com/office/drawing/2014/main" id="{30083E4F-404D-E83E-56C1-7132D4B95F91}"/>
                </a:ext>
              </a:extLst>
            </p:cNvPr>
            <p:cNvSpPr/>
            <p:nvPr/>
          </p:nvSpPr>
          <p:spPr>
            <a:xfrm>
              <a:off x="2414249" y="3857440"/>
              <a:ext cx="42467" cy="70883"/>
            </a:xfrm>
            <a:custGeom>
              <a:avLst/>
              <a:gdLst/>
              <a:ahLst/>
              <a:cxnLst/>
              <a:rect l="l" t="t" r="r" b="b"/>
              <a:pathLst>
                <a:path w="1085" h="1811" extrusionOk="0">
                  <a:moveTo>
                    <a:pt x="429" y="1"/>
                  </a:moveTo>
                  <a:lnTo>
                    <a:pt x="1" y="84"/>
                  </a:lnTo>
                  <a:lnTo>
                    <a:pt x="1" y="310"/>
                  </a:lnTo>
                  <a:lnTo>
                    <a:pt x="441" y="215"/>
                  </a:lnTo>
                  <a:lnTo>
                    <a:pt x="441" y="1608"/>
                  </a:lnTo>
                  <a:lnTo>
                    <a:pt x="37" y="1608"/>
                  </a:lnTo>
                  <a:lnTo>
                    <a:pt x="37" y="1810"/>
                  </a:lnTo>
                  <a:lnTo>
                    <a:pt x="1084" y="1810"/>
                  </a:lnTo>
                  <a:lnTo>
                    <a:pt x="1084" y="1608"/>
                  </a:lnTo>
                  <a:lnTo>
                    <a:pt x="679" y="1608"/>
                  </a:lnTo>
                  <a:lnTo>
                    <a:pt x="6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9">
              <a:extLst>
                <a:ext uri="{FF2B5EF4-FFF2-40B4-BE49-F238E27FC236}">
                  <a16:creationId xmlns:a16="http://schemas.microsoft.com/office/drawing/2014/main" id="{A9A5B3AB-FB79-24BF-708B-3173511B5CB6}"/>
                </a:ext>
              </a:extLst>
            </p:cNvPr>
            <p:cNvSpPr/>
            <p:nvPr/>
          </p:nvSpPr>
          <p:spPr>
            <a:xfrm>
              <a:off x="2424034" y="3746987"/>
              <a:ext cx="6576" cy="49904"/>
            </a:xfrm>
            <a:custGeom>
              <a:avLst/>
              <a:gdLst/>
              <a:ahLst/>
              <a:cxnLst/>
              <a:rect l="l" t="t" r="r" b="b"/>
              <a:pathLst>
                <a:path w="168" h="1275" extrusionOk="0">
                  <a:moveTo>
                    <a:pt x="1" y="1"/>
                  </a:moveTo>
                  <a:lnTo>
                    <a:pt x="1" y="560"/>
                  </a:lnTo>
                  <a:lnTo>
                    <a:pt x="13" y="858"/>
                  </a:lnTo>
                  <a:lnTo>
                    <a:pt x="156" y="858"/>
                  </a:lnTo>
                  <a:lnTo>
                    <a:pt x="168" y="560"/>
                  </a:lnTo>
                  <a:lnTo>
                    <a:pt x="168" y="1"/>
                  </a:lnTo>
                  <a:close/>
                  <a:moveTo>
                    <a:pt x="1" y="1048"/>
                  </a:moveTo>
                  <a:lnTo>
                    <a:pt x="1" y="1275"/>
                  </a:lnTo>
                  <a:lnTo>
                    <a:pt x="168" y="1275"/>
                  </a:lnTo>
                  <a:lnTo>
                    <a:pt x="168" y="104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9">
              <a:extLst>
                <a:ext uri="{FF2B5EF4-FFF2-40B4-BE49-F238E27FC236}">
                  <a16:creationId xmlns:a16="http://schemas.microsoft.com/office/drawing/2014/main" id="{FF161F9A-C9CA-CD3A-52CC-03C93BDC2CCE}"/>
                </a:ext>
              </a:extLst>
            </p:cNvPr>
            <p:cNvSpPr/>
            <p:nvPr/>
          </p:nvSpPr>
          <p:spPr>
            <a:xfrm>
              <a:off x="2482783" y="3890983"/>
              <a:ext cx="52213" cy="53191"/>
            </a:xfrm>
            <a:custGeom>
              <a:avLst/>
              <a:gdLst/>
              <a:ahLst/>
              <a:cxnLst/>
              <a:rect l="l" t="t" r="r" b="b"/>
              <a:pathLst>
                <a:path w="1334" h="1359" extrusionOk="0">
                  <a:moveTo>
                    <a:pt x="667" y="453"/>
                  </a:moveTo>
                  <a:cubicBezTo>
                    <a:pt x="738" y="453"/>
                    <a:pt x="786" y="477"/>
                    <a:pt x="822" y="513"/>
                  </a:cubicBezTo>
                  <a:cubicBezTo>
                    <a:pt x="857" y="560"/>
                    <a:pt x="869" y="620"/>
                    <a:pt x="869" y="679"/>
                  </a:cubicBezTo>
                  <a:cubicBezTo>
                    <a:pt x="869" y="751"/>
                    <a:pt x="857" y="810"/>
                    <a:pt x="822" y="858"/>
                  </a:cubicBezTo>
                  <a:cubicBezTo>
                    <a:pt x="786" y="894"/>
                    <a:pt x="738" y="918"/>
                    <a:pt x="679" y="918"/>
                  </a:cubicBezTo>
                  <a:cubicBezTo>
                    <a:pt x="607" y="918"/>
                    <a:pt x="560" y="894"/>
                    <a:pt x="524" y="858"/>
                  </a:cubicBezTo>
                  <a:cubicBezTo>
                    <a:pt x="488" y="810"/>
                    <a:pt x="476" y="751"/>
                    <a:pt x="476" y="679"/>
                  </a:cubicBezTo>
                  <a:cubicBezTo>
                    <a:pt x="476" y="620"/>
                    <a:pt x="488" y="560"/>
                    <a:pt x="524" y="513"/>
                  </a:cubicBezTo>
                  <a:cubicBezTo>
                    <a:pt x="560" y="477"/>
                    <a:pt x="607" y="453"/>
                    <a:pt x="667" y="453"/>
                  </a:cubicBezTo>
                  <a:close/>
                  <a:moveTo>
                    <a:pt x="691" y="1"/>
                  </a:moveTo>
                  <a:cubicBezTo>
                    <a:pt x="595" y="1"/>
                    <a:pt x="512" y="25"/>
                    <a:pt x="417" y="48"/>
                  </a:cubicBezTo>
                  <a:cubicBezTo>
                    <a:pt x="333" y="84"/>
                    <a:pt x="262" y="132"/>
                    <a:pt x="202" y="203"/>
                  </a:cubicBezTo>
                  <a:cubicBezTo>
                    <a:pt x="131" y="263"/>
                    <a:pt x="83" y="334"/>
                    <a:pt x="48" y="417"/>
                  </a:cubicBezTo>
                  <a:cubicBezTo>
                    <a:pt x="12" y="501"/>
                    <a:pt x="0" y="584"/>
                    <a:pt x="0" y="679"/>
                  </a:cubicBezTo>
                  <a:cubicBezTo>
                    <a:pt x="0" y="775"/>
                    <a:pt x="12" y="870"/>
                    <a:pt x="48" y="953"/>
                  </a:cubicBezTo>
                  <a:cubicBezTo>
                    <a:pt x="83" y="1025"/>
                    <a:pt x="131" y="1108"/>
                    <a:pt x="202" y="1168"/>
                  </a:cubicBezTo>
                  <a:cubicBezTo>
                    <a:pt x="262" y="1227"/>
                    <a:pt x="333" y="1275"/>
                    <a:pt x="417" y="1310"/>
                  </a:cubicBezTo>
                  <a:cubicBezTo>
                    <a:pt x="500" y="1346"/>
                    <a:pt x="583" y="1358"/>
                    <a:pt x="679" y="1358"/>
                  </a:cubicBezTo>
                  <a:cubicBezTo>
                    <a:pt x="762" y="1358"/>
                    <a:pt x="833" y="1346"/>
                    <a:pt x="905" y="1322"/>
                  </a:cubicBezTo>
                  <a:cubicBezTo>
                    <a:pt x="976" y="1299"/>
                    <a:pt x="1048" y="1251"/>
                    <a:pt x="1107" y="1203"/>
                  </a:cubicBezTo>
                  <a:lnTo>
                    <a:pt x="1048" y="1120"/>
                  </a:lnTo>
                  <a:cubicBezTo>
                    <a:pt x="988" y="1168"/>
                    <a:pt x="929" y="1191"/>
                    <a:pt x="869" y="1215"/>
                  </a:cubicBezTo>
                  <a:cubicBezTo>
                    <a:pt x="810" y="1239"/>
                    <a:pt x="750" y="1251"/>
                    <a:pt x="679" y="1251"/>
                  </a:cubicBezTo>
                  <a:cubicBezTo>
                    <a:pt x="607" y="1251"/>
                    <a:pt x="524" y="1239"/>
                    <a:pt x="452" y="1203"/>
                  </a:cubicBezTo>
                  <a:cubicBezTo>
                    <a:pt x="393" y="1179"/>
                    <a:pt x="321" y="1144"/>
                    <a:pt x="274" y="1084"/>
                  </a:cubicBezTo>
                  <a:cubicBezTo>
                    <a:pt x="214" y="1037"/>
                    <a:pt x="179" y="977"/>
                    <a:pt x="143" y="906"/>
                  </a:cubicBezTo>
                  <a:cubicBezTo>
                    <a:pt x="119" y="834"/>
                    <a:pt x="107" y="763"/>
                    <a:pt x="107" y="679"/>
                  </a:cubicBezTo>
                  <a:cubicBezTo>
                    <a:pt x="107" y="584"/>
                    <a:pt x="131" y="489"/>
                    <a:pt x="167" y="406"/>
                  </a:cubicBezTo>
                  <a:cubicBezTo>
                    <a:pt x="214" y="322"/>
                    <a:pt x="274" y="263"/>
                    <a:pt x="357" y="203"/>
                  </a:cubicBezTo>
                  <a:cubicBezTo>
                    <a:pt x="405" y="179"/>
                    <a:pt x="452" y="156"/>
                    <a:pt x="512" y="132"/>
                  </a:cubicBezTo>
                  <a:cubicBezTo>
                    <a:pt x="572" y="120"/>
                    <a:pt x="631" y="108"/>
                    <a:pt x="691" y="108"/>
                  </a:cubicBezTo>
                  <a:cubicBezTo>
                    <a:pt x="786" y="108"/>
                    <a:pt x="869" y="132"/>
                    <a:pt x="941" y="167"/>
                  </a:cubicBezTo>
                  <a:cubicBezTo>
                    <a:pt x="1012" y="203"/>
                    <a:pt x="1083" y="251"/>
                    <a:pt x="1131" y="310"/>
                  </a:cubicBezTo>
                  <a:cubicBezTo>
                    <a:pt x="1167" y="358"/>
                    <a:pt x="1191" y="394"/>
                    <a:pt x="1203" y="441"/>
                  </a:cubicBezTo>
                  <a:cubicBezTo>
                    <a:pt x="1214" y="489"/>
                    <a:pt x="1226" y="548"/>
                    <a:pt x="1226" y="596"/>
                  </a:cubicBezTo>
                  <a:cubicBezTo>
                    <a:pt x="1226" y="691"/>
                    <a:pt x="1203" y="763"/>
                    <a:pt x="1167" y="810"/>
                  </a:cubicBezTo>
                  <a:cubicBezTo>
                    <a:pt x="1119" y="870"/>
                    <a:pt x="1060" y="906"/>
                    <a:pt x="988" y="918"/>
                  </a:cubicBezTo>
                  <a:lnTo>
                    <a:pt x="988" y="358"/>
                  </a:lnTo>
                  <a:lnTo>
                    <a:pt x="881" y="358"/>
                  </a:lnTo>
                  <a:lnTo>
                    <a:pt x="881" y="465"/>
                  </a:lnTo>
                  <a:cubicBezTo>
                    <a:pt x="857" y="417"/>
                    <a:pt x="822" y="394"/>
                    <a:pt x="786" y="370"/>
                  </a:cubicBezTo>
                  <a:cubicBezTo>
                    <a:pt x="738" y="358"/>
                    <a:pt x="691" y="346"/>
                    <a:pt x="643" y="346"/>
                  </a:cubicBezTo>
                  <a:cubicBezTo>
                    <a:pt x="560" y="346"/>
                    <a:pt x="488" y="382"/>
                    <a:pt x="429" y="441"/>
                  </a:cubicBezTo>
                  <a:cubicBezTo>
                    <a:pt x="381" y="501"/>
                    <a:pt x="357" y="584"/>
                    <a:pt x="357" y="679"/>
                  </a:cubicBezTo>
                  <a:cubicBezTo>
                    <a:pt x="357" y="787"/>
                    <a:pt x="381" y="870"/>
                    <a:pt x="429" y="929"/>
                  </a:cubicBezTo>
                  <a:cubicBezTo>
                    <a:pt x="488" y="989"/>
                    <a:pt x="560" y="1025"/>
                    <a:pt x="643" y="1025"/>
                  </a:cubicBezTo>
                  <a:cubicBezTo>
                    <a:pt x="691" y="1025"/>
                    <a:pt x="738" y="1013"/>
                    <a:pt x="774" y="1001"/>
                  </a:cubicBezTo>
                  <a:cubicBezTo>
                    <a:pt x="822" y="977"/>
                    <a:pt x="857" y="953"/>
                    <a:pt x="881" y="906"/>
                  </a:cubicBezTo>
                  <a:lnTo>
                    <a:pt x="881" y="1025"/>
                  </a:lnTo>
                  <a:cubicBezTo>
                    <a:pt x="1024" y="1025"/>
                    <a:pt x="1131" y="989"/>
                    <a:pt x="1214" y="906"/>
                  </a:cubicBezTo>
                  <a:cubicBezTo>
                    <a:pt x="1298" y="834"/>
                    <a:pt x="1334" y="727"/>
                    <a:pt x="1334" y="596"/>
                  </a:cubicBezTo>
                  <a:cubicBezTo>
                    <a:pt x="1334" y="537"/>
                    <a:pt x="1322" y="477"/>
                    <a:pt x="1310" y="417"/>
                  </a:cubicBezTo>
                  <a:cubicBezTo>
                    <a:pt x="1286" y="358"/>
                    <a:pt x="1250" y="298"/>
                    <a:pt x="1214" y="251"/>
                  </a:cubicBezTo>
                  <a:cubicBezTo>
                    <a:pt x="1155" y="179"/>
                    <a:pt x="1083" y="108"/>
                    <a:pt x="988" y="72"/>
                  </a:cubicBezTo>
                  <a:cubicBezTo>
                    <a:pt x="893" y="25"/>
                    <a:pt x="798" y="1"/>
                    <a:pt x="6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9">
              <a:extLst>
                <a:ext uri="{FF2B5EF4-FFF2-40B4-BE49-F238E27FC236}">
                  <a16:creationId xmlns:a16="http://schemas.microsoft.com/office/drawing/2014/main" id="{09B148AF-5157-D86B-A41B-1785BE816176}"/>
                </a:ext>
              </a:extLst>
            </p:cNvPr>
            <p:cNvSpPr/>
            <p:nvPr/>
          </p:nvSpPr>
          <p:spPr>
            <a:xfrm>
              <a:off x="2033065" y="5030857"/>
              <a:ext cx="16361" cy="35461"/>
            </a:xfrm>
            <a:custGeom>
              <a:avLst/>
              <a:gdLst/>
              <a:ahLst/>
              <a:cxnLst/>
              <a:rect l="l" t="t" r="r" b="b"/>
              <a:pathLst>
                <a:path w="418" h="906" extrusionOk="0">
                  <a:moveTo>
                    <a:pt x="322" y="0"/>
                  </a:moveTo>
                  <a:cubicBezTo>
                    <a:pt x="239" y="0"/>
                    <a:pt x="191" y="12"/>
                    <a:pt x="155" y="48"/>
                  </a:cubicBezTo>
                  <a:cubicBezTo>
                    <a:pt x="120" y="84"/>
                    <a:pt x="108" y="131"/>
                    <a:pt x="108" y="203"/>
                  </a:cubicBezTo>
                  <a:lnTo>
                    <a:pt x="108" y="250"/>
                  </a:lnTo>
                  <a:lnTo>
                    <a:pt x="0" y="250"/>
                  </a:lnTo>
                  <a:lnTo>
                    <a:pt x="0" y="334"/>
                  </a:lnTo>
                  <a:lnTo>
                    <a:pt x="108" y="334"/>
                  </a:lnTo>
                  <a:lnTo>
                    <a:pt x="108" y="905"/>
                  </a:lnTo>
                  <a:lnTo>
                    <a:pt x="215" y="905"/>
                  </a:lnTo>
                  <a:lnTo>
                    <a:pt x="215" y="334"/>
                  </a:lnTo>
                  <a:lnTo>
                    <a:pt x="393" y="334"/>
                  </a:lnTo>
                  <a:lnTo>
                    <a:pt x="393" y="250"/>
                  </a:lnTo>
                  <a:lnTo>
                    <a:pt x="215" y="250"/>
                  </a:lnTo>
                  <a:lnTo>
                    <a:pt x="215" y="191"/>
                  </a:lnTo>
                  <a:cubicBezTo>
                    <a:pt x="215" y="155"/>
                    <a:pt x="227" y="119"/>
                    <a:pt x="239" y="108"/>
                  </a:cubicBezTo>
                  <a:cubicBezTo>
                    <a:pt x="251" y="96"/>
                    <a:pt x="274" y="84"/>
                    <a:pt x="322" y="84"/>
                  </a:cubicBezTo>
                  <a:lnTo>
                    <a:pt x="417" y="84"/>
                  </a:lnTo>
                  <a:lnTo>
                    <a:pt x="4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9">
              <a:extLst>
                <a:ext uri="{FF2B5EF4-FFF2-40B4-BE49-F238E27FC236}">
                  <a16:creationId xmlns:a16="http://schemas.microsoft.com/office/drawing/2014/main" id="{2D69088C-BA03-2C14-6A3C-9963E2BE451F}"/>
                </a:ext>
              </a:extLst>
            </p:cNvPr>
            <p:cNvSpPr/>
            <p:nvPr/>
          </p:nvSpPr>
          <p:spPr>
            <a:xfrm>
              <a:off x="2052635" y="5040173"/>
              <a:ext cx="21488" cy="26146"/>
            </a:xfrm>
            <a:custGeom>
              <a:avLst/>
              <a:gdLst/>
              <a:ahLst/>
              <a:cxnLst/>
              <a:rect l="l" t="t" r="r" b="b"/>
              <a:pathLst>
                <a:path w="549" h="668" extrusionOk="0">
                  <a:moveTo>
                    <a:pt x="322" y="1"/>
                  </a:moveTo>
                  <a:cubicBezTo>
                    <a:pt x="274" y="1"/>
                    <a:pt x="239" y="1"/>
                    <a:pt x="203" y="24"/>
                  </a:cubicBezTo>
                  <a:cubicBezTo>
                    <a:pt x="167" y="48"/>
                    <a:pt x="143" y="72"/>
                    <a:pt x="108" y="120"/>
                  </a:cubicBezTo>
                  <a:lnTo>
                    <a:pt x="108" y="12"/>
                  </a:lnTo>
                  <a:lnTo>
                    <a:pt x="1" y="12"/>
                  </a:lnTo>
                  <a:lnTo>
                    <a:pt x="1" y="667"/>
                  </a:lnTo>
                  <a:lnTo>
                    <a:pt x="108" y="667"/>
                  </a:lnTo>
                  <a:lnTo>
                    <a:pt x="108" y="298"/>
                  </a:lnTo>
                  <a:cubicBezTo>
                    <a:pt x="108" y="227"/>
                    <a:pt x="132" y="179"/>
                    <a:pt x="167" y="143"/>
                  </a:cubicBezTo>
                  <a:cubicBezTo>
                    <a:pt x="191" y="108"/>
                    <a:pt x="239" y="96"/>
                    <a:pt x="298" y="96"/>
                  </a:cubicBezTo>
                  <a:cubicBezTo>
                    <a:pt x="346" y="96"/>
                    <a:pt x="382" y="108"/>
                    <a:pt x="405" y="131"/>
                  </a:cubicBezTo>
                  <a:cubicBezTo>
                    <a:pt x="429" y="167"/>
                    <a:pt x="441" y="215"/>
                    <a:pt x="441" y="274"/>
                  </a:cubicBezTo>
                  <a:lnTo>
                    <a:pt x="441" y="667"/>
                  </a:lnTo>
                  <a:lnTo>
                    <a:pt x="548" y="667"/>
                  </a:lnTo>
                  <a:lnTo>
                    <a:pt x="548" y="274"/>
                  </a:lnTo>
                  <a:cubicBezTo>
                    <a:pt x="548" y="179"/>
                    <a:pt x="536" y="108"/>
                    <a:pt x="489" y="72"/>
                  </a:cubicBezTo>
                  <a:cubicBezTo>
                    <a:pt x="453" y="24"/>
                    <a:pt x="393"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9">
              <a:extLst>
                <a:ext uri="{FF2B5EF4-FFF2-40B4-BE49-F238E27FC236}">
                  <a16:creationId xmlns:a16="http://schemas.microsoft.com/office/drawing/2014/main" id="{51C27B49-CE11-0702-FFB4-86D35C7B71B6}"/>
                </a:ext>
              </a:extLst>
            </p:cNvPr>
            <p:cNvSpPr/>
            <p:nvPr/>
          </p:nvSpPr>
          <p:spPr>
            <a:xfrm>
              <a:off x="2361606" y="5040173"/>
              <a:ext cx="20549" cy="26615"/>
            </a:xfrm>
            <a:custGeom>
              <a:avLst/>
              <a:gdLst/>
              <a:ahLst/>
              <a:cxnLst/>
              <a:rect l="l" t="t" r="r" b="b"/>
              <a:pathLst>
                <a:path w="525" h="680" extrusionOk="0">
                  <a:moveTo>
                    <a:pt x="334" y="1"/>
                  </a:moveTo>
                  <a:cubicBezTo>
                    <a:pt x="227" y="1"/>
                    <a:pt x="143" y="24"/>
                    <a:pt x="96" y="84"/>
                  </a:cubicBezTo>
                  <a:cubicBezTo>
                    <a:pt x="36" y="143"/>
                    <a:pt x="0" y="239"/>
                    <a:pt x="0" y="334"/>
                  </a:cubicBezTo>
                  <a:cubicBezTo>
                    <a:pt x="0" y="441"/>
                    <a:pt x="36" y="524"/>
                    <a:pt x="96" y="584"/>
                  </a:cubicBezTo>
                  <a:cubicBezTo>
                    <a:pt x="143" y="655"/>
                    <a:pt x="227" y="679"/>
                    <a:pt x="322" y="679"/>
                  </a:cubicBezTo>
                  <a:cubicBezTo>
                    <a:pt x="358" y="679"/>
                    <a:pt x="393" y="679"/>
                    <a:pt x="429" y="667"/>
                  </a:cubicBezTo>
                  <a:cubicBezTo>
                    <a:pt x="453" y="667"/>
                    <a:pt x="489" y="655"/>
                    <a:pt x="524" y="643"/>
                  </a:cubicBezTo>
                  <a:lnTo>
                    <a:pt x="524" y="536"/>
                  </a:lnTo>
                  <a:cubicBezTo>
                    <a:pt x="489" y="560"/>
                    <a:pt x="453" y="572"/>
                    <a:pt x="429" y="584"/>
                  </a:cubicBezTo>
                  <a:cubicBezTo>
                    <a:pt x="393" y="584"/>
                    <a:pt x="369" y="596"/>
                    <a:pt x="334" y="596"/>
                  </a:cubicBezTo>
                  <a:cubicBezTo>
                    <a:pt x="262" y="596"/>
                    <a:pt x="215" y="572"/>
                    <a:pt x="179" y="524"/>
                  </a:cubicBezTo>
                  <a:cubicBezTo>
                    <a:pt x="131" y="477"/>
                    <a:pt x="119" y="417"/>
                    <a:pt x="119" y="334"/>
                  </a:cubicBezTo>
                  <a:cubicBezTo>
                    <a:pt x="119" y="262"/>
                    <a:pt x="131" y="203"/>
                    <a:pt x="179" y="155"/>
                  </a:cubicBezTo>
                  <a:cubicBezTo>
                    <a:pt x="215" y="108"/>
                    <a:pt x="262" y="84"/>
                    <a:pt x="334" y="84"/>
                  </a:cubicBezTo>
                  <a:cubicBezTo>
                    <a:pt x="369" y="84"/>
                    <a:pt x="393" y="96"/>
                    <a:pt x="429" y="96"/>
                  </a:cubicBezTo>
                  <a:cubicBezTo>
                    <a:pt x="453" y="108"/>
                    <a:pt x="489" y="120"/>
                    <a:pt x="524" y="143"/>
                  </a:cubicBezTo>
                  <a:lnTo>
                    <a:pt x="524" y="36"/>
                  </a:lnTo>
                  <a:cubicBezTo>
                    <a:pt x="489" y="24"/>
                    <a:pt x="465" y="12"/>
                    <a:pt x="429" y="12"/>
                  </a:cubicBezTo>
                  <a:cubicBezTo>
                    <a:pt x="393" y="1"/>
                    <a:pt x="369" y="1"/>
                    <a:pt x="3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9">
              <a:extLst>
                <a:ext uri="{FF2B5EF4-FFF2-40B4-BE49-F238E27FC236}">
                  <a16:creationId xmlns:a16="http://schemas.microsoft.com/office/drawing/2014/main" id="{E75CC1C1-51C7-9173-323E-8FBC217B3E78}"/>
                </a:ext>
              </a:extLst>
            </p:cNvPr>
            <p:cNvSpPr/>
            <p:nvPr/>
          </p:nvSpPr>
          <p:spPr>
            <a:xfrm>
              <a:off x="2387243" y="5040173"/>
              <a:ext cx="23797" cy="26615"/>
            </a:xfrm>
            <a:custGeom>
              <a:avLst/>
              <a:gdLst/>
              <a:ahLst/>
              <a:cxnLst/>
              <a:rect l="l" t="t" r="r" b="b"/>
              <a:pathLst>
                <a:path w="608" h="680" extrusionOk="0">
                  <a:moveTo>
                    <a:pt x="310" y="84"/>
                  </a:moveTo>
                  <a:cubicBezTo>
                    <a:pt x="357" y="84"/>
                    <a:pt x="405" y="108"/>
                    <a:pt x="441" y="155"/>
                  </a:cubicBezTo>
                  <a:cubicBezTo>
                    <a:pt x="476" y="203"/>
                    <a:pt x="488" y="262"/>
                    <a:pt x="488" y="334"/>
                  </a:cubicBezTo>
                  <a:cubicBezTo>
                    <a:pt x="488" y="417"/>
                    <a:pt x="476" y="477"/>
                    <a:pt x="441" y="524"/>
                  </a:cubicBezTo>
                  <a:cubicBezTo>
                    <a:pt x="405" y="572"/>
                    <a:pt x="357" y="596"/>
                    <a:pt x="310" y="596"/>
                  </a:cubicBezTo>
                  <a:cubicBezTo>
                    <a:pt x="250" y="596"/>
                    <a:pt x="203" y="572"/>
                    <a:pt x="167" y="524"/>
                  </a:cubicBezTo>
                  <a:cubicBezTo>
                    <a:pt x="131" y="477"/>
                    <a:pt x="119" y="417"/>
                    <a:pt x="119" y="334"/>
                  </a:cubicBezTo>
                  <a:cubicBezTo>
                    <a:pt x="119" y="262"/>
                    <a:pt x="131" y="203"/>
                    <a:pt x="167" y="155"/>
                  </a:cubicBezTo>
                  <a:cubicBezTo>
                    <a:pt x="203" y="108"/>
                    <a:pt x="250" y="84"/>
                    <a:pt x="310" y="84"/>
                  </a:cubicBezTo>
                  <a:close/>
                  <a:moveTo>
                    <a:pt x="310" y="1"/>
                  </a:moveTo>
                  <a:cubicBezTo>
                    <a:pt x="215" y="1"/>
                    <a:pt x="131" y="24"/>
                    <a:pt x="84" y="84"/>
                  </a:cubicBezTo>
                  <a:cubicBezTo>
                    <a:pt x="36" y="143"/>
                    <a:pt x="0" y="227"/>
                    <a:pt x="0" y="334"/>
                  </a:cubicBezTo>
                  <a:cubicBezTo>
                    <a:pt x="0" y="441"/>
                    <a:pt x="36" y="524"/>
                    <a:pt x="84" y="596"/>
                  </a:cubicBezTo>
                  <a:cubicBezTo>
                    <a:pt x="131" y="655"/>
                    <a:pt x="215" y="679"/>
                    <a:pt x="310" y="679"/>
                  </a:cubicBezTo>
                  <a:cubicBezTo>
                    <a:pt x="393" y="679"/>
                    <a:pt x="465" y="655"/>
                    <a:pt x="524" y="596"/>
                  </a:cubicBezTo>
                  <a:cubicBezTo>
                    <a:pt x="572" y="524"/>
                    <a:pt x="607" y="441"/>
                    <a:pt x="607" y="334"/>
                  </a:cubicBezTo>
                  <a:cubicBezTo>
                    <a:pt x="607" y="227"/>
                    <a:pt x="572" y="143"/>
                    <a:pt x="524" y="84"/>
                  </a:cubicBezTo>
                  <a:cubicBezTo>
                    <a:pt x="465" y="24"/>
                    <a:pt x="393" y="1"/>
                    <a:pt x="3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9">
              <a:extLst>
                <a:ext uri="{FF2B5EF4-FFF2-40B4-BE49-F238E27FC236}">
                  <a16:creationId xmlns:a16="http://schemas.microsoft.com/office/drawing/2014/main" id="{E916048A-02E9-DE11-1E6A-BEC4DF2D59F4}"/>
                </a:ext>
              </a:extLst>
            </p:cNvPr>
            <p:cNvSpPr/>
            <p:nvPr/>
          </p:nvSpPr>
          <p:spPr>
            <a:xfrm>
              <a:off x="2417537" y="5040173"/>
              <a:ext cx="21449" cy="26146"/>
            </a:xfrm>
            <a:custGeom>
              <a:avLst/>
              <a:gdLst/>
              <a:ahLst/>
              <a:cxnLst/>
              <a:rect l="l" t="t" r="r" b="b"/>
              <a:pathLst>
                <a:path w="548" h="668" extrusionOk="0">
                  <a:moveTo>
                    <a:pt x="322" y="1"/>
                  </a:moveTo>
                  <a:cubicBezTo>
                    <a:pt x="274" y="1"/>
                    <a:pt x="238" y="1"/>
                    <a:pt x="203" y="24"/>
                  </a:cubicBezTo>
                  <a:cubicBezTo>
                    <a:pt x="167" y="48"/>
                    <a:pt x="131" y="72"/>
                    <a:pt x="107" y="120"/>
                  </a:cubicBezTo>
                  <a:lnTo>
                    <a:pt x="107" y="12"/>
                  </a:lnTo>
                  <a:lnTo>
                    <a:pt x="0" y="12"/>
                  </a:lnTo>
                  <a:lnTo>
                    <a:pt x="0" y="667"/>
                  </a:lnTo>
                  <a:lnTo>
                    <a:pt x="107" y="667"/>
                  </a:lnTo>
                  <a:lnTo>
                    <a:pt x="107" y="298"/>
                  </a:lnTo>
                  <a:cubicBezTo>
                    <a:pt x="107" y="227"/>
                    <a:pt x="131" y="179"/>
                    <a:pt x="167" y="143"/>
                  </a:cubicBezTo>
                  <a:cubicBezTo>
                    <a:pt x="191" y="108"/>
                    <a:pt x="238" y="96"/>
                    <a:pt x="298" y="96"/>
                  </a:cubicBezTo>
                  <a:cubicBezTo>
                    <a:pt x="345" y="96"/>
                    <a:pt x="381" y="108"/>
                    <a:pt x="405" y="131"/>
                  </a:cubicBezTo>
                  <a:cubicBezTo>
                    <a:pt x="429" y="167"/>
                    <a:pt x="441" y="215"/>
                    <a:pt x="441" y="274"/>
                  </a:cubicBezTo>
                  <a:lnTo>
                    <a:pt x="441" y="667"/>
                  </a:lnTo>
                  <a:lnTo>
                    <a:pt x="548" y="667"/>
                  </a:lnTo>
                  <a:lnTo>
                    <a:pt x="548" y="274"/>
                  </a:lnTo>
                  <a:cubicBezTo>
                    <a:pt x="548" y="179"/>
                    <a:pt x="536" y="108"/>
                    <a:pt x="488" y="72"/>
                  </a:cubicBezTo>
                  <a:cubicBezTo>
                    <a:pt x="453" y="24"/>
                    <a:pt x="393"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9">
              <a:extLst>
                <a:ext uri="{FF2B5EF4-FFF2-40B4-BE49-F238E27FC236}">
                  <a16:creationId xmlns:a16="http://schemas.microsoft.com/office/drawing/2014/main" id="{65F7D638-10CB-4F77-5660-E17FE1A810AE}"/>
                </a:ext>
              </a:extLst>
            </p:cNvPr>
            <p:cNvSpPr/>
            <p:nvPr/>
          </p:nvSpPr>
          <p:spPr>
            <a:xfrm>
              <a:off x="2444074" y="5033167"/>
              <a:ext cx="16361" cy="33152"/>
            </a:xfrm>
            <a:custGeom>
              <a:avLst/>
              <a:gdLst/>
              <a:ahLst/>
              <a:cxnLst/>
              <a:rect l="l" t="t" r="r" b="b"/>
              <a:pathLst>
                <a:path w="418" h="847" extrusionOk="0">
                  <a:moveTo>
                    <a:pt x="84" y="1"/>
                  </a:moveTo>
                  <a:lnTo>
                    <a:pt x="84" y="191"/>
                  </a:lnTo>
                  <a:lnTo>
                    <a:pt x="1" y="191"/>
                  </a:lnTo>
                  <a:lnTo>
                    <a:pt x="1" y="275"/>
                  </a:lnTo>
                  <a:lnTo>
                    <a:pt x="84" y="275"/>
                  </a:lnTo>
                  <a:lnTo>
                    <a:pt x="84" y="632"/>
                  </a:lnTo>
                  <a:cubicBezTo>
                    <a:pt x="84" y="715"/>
                    <a:pt x="96" y="763"/>
                    <a:pt x="132" y="799"/>
                  </a:cubicBezTo>
                  <a:cubicBezTo>
                    <a:pt x="167" y="834"/>
                    <a:pt x="215" y="846"/>
                    <a:pt x="298" y="846"/>
                  </a:cubicBezTo>
                  <a:lnTo>
                    <a:pt x="418" y="846"/>
                  </a:lnTo>
                  <a:lnTo>
                    <a:pt x="418" y="751"/>
                  </a:lnTo>
                  <a:lnTo>
                    <a:pt x="298" y="751"/>
                  </a:lnTo>
                  <a:cubicBezTo>
                    <a:pt x="263" y="751"/>
                    <a:pt x="227" y="751"/>
                    <a:pt x="215" y="727"/>
                  </a:cubicBezTo>
                  <a:cubicBezTo>
                    <a:pt x="203" y="715"/>
                    <a:pt x="191" y="680"/>
                    <a:pt x="191" y="632"/>
                  </a:cubicBezTo>
                  <a:lnTo>
                    <a:pt x="191" y="275"/>
                  </a:lnTo>
                  <a:lnTo>
                    <a:pt x="418" y="275"/>
                  </a:lnTo>
                  <a:lnTo>
                    <a:pt x="418" y="191"/>
                  </a:lnTo>
                  <a:lnTo>
                    <a:pt x="191" y="191"/>
                  </a:lnTo>
                  <a:lnTo>
                    <a:pt x="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9">
              <a:extLst>
                <a:ext uri="{FF2B5EF4-FFF2-40B4-BE49-F238E27FC236}">
                  <a16:creationId xmlns:a16="http://schemas.microsoft.com/office/drawing/2014/main" id="{45BDCA65-CF53-ABD6-AC6B-E6A9C8CBA60D}"/>
                </a:ext>
              </a:extLst>
            </p:cNvPr>
            <p:cNvSpPr/>
            <p:nvPr/>
          </p:nvSpPr>
          <p:spPr>
            <a:xfrm>
              <a:off x="2465523" y="5040173"/>
              <a:ext cx="14951" cy="26146"/>
            </a:xfrm>
            <a:custGeom>
              <a:avLst/>
              <a:gdLst/>
              <a:ahLst/>
              <a:cxnLst/>
              <a:rect l="l" t="t" r="r" b="b"/>
              <a:pathLst>
                <a:path w="382" h="668" extrusionOk="0">
                  <a:moveTo>
                    <a:pt x="334" y="1"/>
                  </a:moveTo>
                  <a:cubicBezTo>
                    <a:pt x="274" y="1"/>
                    <a:pt x="239" y="1"/>
                    <a:pt x="203" y="24"/>
                  </a:cubicBezTo>
                  <a:cubicBezTo>
                    <a:pt x="167" y="48"/>
                    <a:pt x="131" y="72"/>
                    <a:pt x="108" y="120"/>
                  </a:cubicBezTo>
                  <a:lnTo>
                    <a:pt x="108" y="12"/>
                  </a:lnTo>
                  <a:lnTo>
                    <a:pt x="0" y="12"/>
                  </a:lnTo>
                  <a:lnTo>
                    <a:pt x="0" y="667"/>
                  </a:lnTo>
                  <a:lnTo>
                    <a:pt x="108" y="667"/>
                  </a:lnTo>
                  <a:lnTo>
                    <a:pt x="108" y="322"/>
                  </a:lnTo>
                  <a:cubicBezTo>
                    <a:pt x="108" y="251"/>
                    <a:pt x="131" y="191"/>
                    <a:pt x="155" y="155"/>
                  </a:cubicBezTo>
                  <a:cubicBezTo>
                    <a:pt x="191" y="108"/>
                    <a:pt x="239" y="96"/>
                    <a:pt x="298" y="96"/>
                  </a:cubicBezTo>
                  <a:lnTo>
                    <a:pt x="346" y="96"/>
                  </a:lnTo>
                  <a:cubicBezTo>
                    <a:pt x="358" y="96"/>
                    <a:pt x="370" y="108"/>
                    <a:pt x="381" y="108"/>
                  </a:cubicBezTo>
                  <a:lnTo>
                    <a:pt x="3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9">
              <a:extLst>
                <a:ext uri="{FF2B5EF4-FFF2-40B4-BE49-F238E27FC236}">
                  <a16:creationId xmlns:a16="http://schemas.microsoft.com/office/drawing/2014/main" id="{D1061ACE-CF2D-ED3B-5F39-95E8D2DCB021}"/>
                </a:ext>
              </a:extLst>
            </p:cNvPr>
            <p:cNvSpPr/>
            <p:nvPr/>
          </p:nvSpPr>
          <p:spPr>
            <a:xfrm>
              <a:off x="2482314" y="5040173"/>
              <a:ext cx="23327" cy="26615"/>
            </a:xfrm>
            <a:custGeom>
              <a:avLst/>
              <a:gdLst/>
              <a:ahLst/>
              <a:cxnLst/>
              <a:rect l="l" t="t" r="r" b="b"/>
              <a:pathLst>
                <a:path w="596" h="680" extrusionOk="0">
                  <a:moveTo>
                    <a:pt x="298" y="84"/>
                  </a:moveTo>
                  <a:cubicBezTo>
                    <a:pt x="357" y="84"/>
                    <a:pt x="393" y="108"/>
                    <a:pt x="429" y="155"/>
                  </a:cubicBezTo>
                  <a:cubicBezTo>
                    <a:pt x="464" y="203"/>
                    <a:pt x="476" y="262"/>
                    <a:pt x="476" y="334"/>
                  </a:cubicBezTo>
                  <a:cubicBezTo>
                    <a:pt x="476" y="417"/>
                    <a:pt x="464" y="477"/>
                    <a:pt x="429" y="524"/>
                  </a:cubicBezTo>
                  <a:cubicBezTo>
                    <a:pt x="393" y="572"/>
                    <a:pt x="357" y="596"/>
                    <a:pt x="298" y="596"/>
                  </a:cubicBezTo>
                  <a:cubicBezTo>
                    <a:pt x="238" y="596"/>
                    <a:pt x="191" y="572"/>
                    <a:pt x="155" y="524"/>
                  </a:cubicBezTo>
                  <a:cubicBezTo>
                    <a:pt x="119" y="477"/>
                    <a:pt x="107" y="417"/>
                    <a:pt x="107" y="334"/>
                  </a:cubicBezTo>
                  <a:cubicBezTo>
                    <a:pt x="107" y="262"/>
                    <a:pt x="119" y="203"/>
                    <a:pt x="155" y="155"/>
                  </a:cubicBezTo>
                  <a:cubicBezTo>
                    <a:pt x="191" y="108"/>
                    <a:pt x="238" y="84"/>
                    <a:pt x="298" y="84"/>
                  </a:cubicBezTo>
                  <a:close/>
                  <a:moveTo>
                    <a:pt x="298" y="1"/>
                  </a:moveTo>
                  <a:cubicBezTo>
                    <a:pt x="203" y="1"/>
                    <a:pt x="131" y="24"/>
                    <a:pt x="72" y="84"/>
                  </a:cubicBezTo>
                  <a:cubicBezTo>
                    <a:pt x="24" y="143"/>
                    <a:pt x="0" y="227"/>
                    <a:pt x="0" y="334"/>
                  </a:cubicBezTo>
                  <a:cubicBezTo>
                    <a:pt x="0" y="441"/>
                    <a:pt x="24" y="524"/>
                    <a:pt x="72" y="596"/>
                  </a:cubicBezTo>
                  <a:cubicBezTo>
                    <a:pt x="131" y="655"/>
                    <a:pt x="203" y="679"/>
                    <a:pt x="298" y="679"/>
                  </a:cubicBezTo>
                  <a:cubicBezTo>
                    <a:pt x="393" y="679"/>
                    <a:pt x="464" y="655"/>
                    <a:pt x="512" y="596"/>
                  </a:cubicBezTo>
                  <a:cubicBezTo>
                    <a:pt x="572" y="524"/>
                    <a:pt x="595" y="441"/>
                    <a:pt x="595" y="334"/>
                  </a:cubicBezTo>
                  <a:cubicBezTo>
                    <a:pt x="595" y="227"/>
                    <a:pt x="572" y="143"/>
                    <a:pt x="512" y="84"/>
                  </a:cubicBezTo>
                  <a:cubicBezTo>
                    <a:pt x="464" y="24"/>
                    <a:pt x="393" y="1"/>
                    <a:pt x="2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9">
              <a:extLst>
                <a:ext uri="{FF2B5EF4-FFF2-40B4-BE49-F238E27FC236}">
                  <a16:creationId xmlns:a16="http://schemas.microsoft.com/office/drawing/2014/main" id="{16F7522E-F1A9-C1CA-C4BF-737135BB59EE}"/>
                </a:ext>
              </a:extLst>
            </p:cNvPr>
            <p:cNvSpPr/>
            <p:nvPr/>
          </p:nvSpPr>
          <p:spPr>
            <a:xfrm>
              <a:off x="2512608" y="5030857"/>
              <a:ext cx="4227" cy="35461"/>
            </a:xfrm>
            <a:custGeom>
              <a:avLst/>
              <a:gdLst/>
              <a:ahLst/>
              <a:cxnLst/>
              <a:rect l="l" t="t" r="r" b="b"/>
              <a:pathLst>
                <a:path w="108" h="906" extrusionOk="0">
                  <a:moveTo>
                    <a:pt x="0" y="0"/>
                  </a:moveTo>
                  <a:lnTo>
                    <a:pt x="0" y="905"/>
                  </a:lnTo>
                  <a:lnTo>
                    <a:pt x="107" y="905"/>
                  </a:lnTo>
                  <a:lnTo>
                    <a:pt x="1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9">
              <a:extLst>
                <a:ext uri="{FF2B5EF4-FFF2-40B4-BE49-F238E27FC236}">
                  <a16:creationId xmlns:a16="http://schemas.microsoft.com/office/drawing/2014/main" id="{702CEC15-1545-FF6B-63F2-626F6E3732E0}"/>
                </a:ext>
              </a:extLst>
            </p:cNvPr>
            <p:cNvSpPr/>
            <p:nvPr/>
          </p:nvSpPr>
          <p:spPr>
            <a:xfrm>
              <a:off x="2454328" y="4893398"/>
              <a:ext cx="63876" cy="33582"/>
            </a:xfrm>
            <a:custGeom>
              <a:avLst/>
              <a:gdLst/>
              <a:ahLst/>
              <a:cxnLst/>
              <a:rect l="l" t="t" r="r" b="b"/>
              <a:pathLst>
                <a:path w="1632" h="858" fill="none" extrusionOk="0">
                  <a:moveTo>
                    <a:pt x="1632" y="857"/>
                  </a:moveTo>
                  <a:lnTo>
                    <a:pt x="822" y="0"/>
                  </a:lnTo>
                  <a:lnTo>
                    <a:pt x="1" y="857"/>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9">
              <a:extLst>
                <a:ext uri="{FF2B5EF4-FFF2-40B4-BE49-F238E27FC236}">
                  <a16:creationId xmlns:a16="http://schemas.microsoft.com/office/drawing/2014/main" id="{6D18F115-F18B-6EA8-CB50-93355C8C7E31}"/>
                </a:ext>
              </a:extLst>
            </p:cNvPr>
            <p:cNvSpPr/>
            <p:nvPr/>
          </p:nvSpPr>
          <p:spPr>
            <a:xfrm>
              <a:off x="2480905" y="4614251"/>
              <a:ext cx="34052" cy="63407"/>
            </a:xfrm>
            <a:custGeom>
              <a:avLst/>
              <a:gdLst/>
              <a:ahLst/>
              <a:cxnLst/>
              <a:rect l="l" t="t" r="r" b="b"/>
              <a:pathLst>
                <a:path w="870" h="1620" fill="none" extrusionOk="0">
                  <a:moveTo>
                    <a:pt x="0" y="1619"/>
                  </a:moveTo>
                  <a:lnTo>
                    <a:pt x="870" y="822"/>
                  </a:ln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9">
              <a:extLst>
                <a:ext uri="{FF2B5EF4-FFF2-40B4-BE49-F238E27FC236}">
                  <a16:creationId xmlns:a16="http://schemas.microsoft.com/office/drawing/2014/main" id="{2AA3F1F7-BF1C-A99C-DE6C-BE09E0771935}"/>
                </a:ext>
              </a:extLst>
            </p:cNvPr>
            <p:cNvSpPr/>
            <p:nvPr/>
          </p:nvSpPr>
          <p:spPr>
            <a:xfrm>
              <a:off x="2480905" y="4706974"/>
              <a:ext cx="34052" cy="63876"/>
            </a:xfrm>
            <a:custGeom>
              <a:avLst/>
              <a:gdLst/>
              <a:ahLst/>
              <a:cxnLst/>
              <a:rect l="l" t="t" r="r" b="b"/>
              <a:pathLst>
                <a:path w="870" h="1632" fill="none" extrusionOk="0">
                  <a:moveTo>
                    <a:pt x="870" y="1"/>
                  </a:moveTo>
                  <a:lnTo>
                    <a:pt x="0" y="822"/>
                  </a:lnTo>
                  <a:lnTo>
                    <a:pt x="870" y="1632"/>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9">
              <a:extLst>
                <a:ext uri="{FF2B5EF4-FFF2-40B4-BE49-F238E27FC236}">
                  <a16:creationId xmlns:a16="http://schemas.microsoft.com/office/drawing/2014/main" id="{9EE06B9D-5683-0D14-0220-BCED8D583B94}"/>
                </a:ext>
              </a:extLst>
            </p:cNvPr>
            <p:cNvSpPr/>
            <p:nvPr/>
          </p:nvSpPr>
          <p:spPr>
            <a:xfrm>
              <a:off x="2032125" y="4397533"/>
              <a:ext cx="80668" cy="69943"/>
            </a:xfrm>
            <a:custGeom>
              <a:avLst/>
              <a:gdLst/>
              <a:ahLst/>
              <a:cxnLst/>
              <a:rect l="l" t="t" r="r" b="b"/>
              <a:pathLst>
                <a:path w="2061" h="1787" fill="none" extrusionOk="0">
                  <a:moveTo>
                    <a:pt x="2060" y="1108"/>
                  </a:moveTo>
                  <a:lnTo>
                    <a:pt x="1037" y="1"/>
                  </a:lnTo>
                  <a:lnTo>
                    <a:pt x="1" y="1108"/>
                  </a:lnTo>
                  <a:lnTo>
                    <a:pt x="477" y="1108"/>
                  </a:lnTo>
                  <a:lnTo>
                    <a:pt x="477" y="1787"/>
                  </a:lnTo>
                  <a:lnTo>
                    <a:pt x="1584" y="1787"/>
                  </a:lnTo>
                  <a:lnTo>
                    <a:pt x="1584" y="1108"/>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9">
              <a:extLst>
                <a:ext uri="{FF2B5EF4-FFF2-40B4-BE49-F238E27FC236}">
                  <a16:creationId xmlns:a16="http://schemas.microsoft.com/office/drawing/2014/main" id="{0E94CE45-5907-2BD0-70A6-13C27DC7519C}"/>
                </a:ext>
              </a:extLst>
            </p:cNvPr>
            <p:cNvSpPr/>
            <p:nvPr/>
          </p:nvSpPr>
          <p:spPr>
            <a:xfrm>
              <a:off x="2050756" y="4479570"/>
              <a:ext cx="43406" cy="14012"/>
            </a:xfrm>
            <a:custGeom>
              <a:avLst/>
              <a:gdLst/>
              <a:ahLst/>
              <a:cxnLst/>
              <a:rect l="l" t="t" r="r" b="b"/>
              <a:pathLst>
                <a:path w="1109" h="358" fill="none" extrusionOk="0">
                  <a:moveTo>
                    <a:pt x="1" y="0"/>
                  </a:moveTo>
                  <a:lnTo>
                    <a:pt x="1108" y="0"/>
                  </a:lnTo>
                  <a:lnTo>
                    <a:pt x="1108" y="358"/>
                  </a:lnTo>
                  <a:lnTo>
                    <a:pt x="1" y="358"/>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3" name="Google Shape;873;p39">
            <a:extLst>
              <a:ext uri="{FF2B5EF4-FFF2-40B4-BE49-F238E27FC236}">
                <a16:creationId xmlns:a16="http://schemas.microsoft.com/office/drawing/2014/main" id="{F43E9F34-1542-2FCB-658D-8328826068FA}"/>
              </a:ext>
            </a:extLst>
          </p:cNvPr>
          <p:cNvGrpSpPr/>
          <p:nvPr/>
        </p:nvGrpSpPr>
        <p:grpSpPr>
          <a:xfrm>
            <a:off x="7041509" y="962160"/>
            <a:ext cx="915918" cy="915918"/>
            <a:chOff x="6998874" y="164307"/>
            <a:chExt cx="409678" cy="409678"/>
          </a:xfrm>
        </p:grpSpPr>
        <p:sp>
          <p:nvSpPr>
            <p:cNvPr id="874" name="Google Shape;874;p39">
              <a:extLst>
                <a:ext uri="{FF2B5EF4-FFF2-40B4-BE49-F238E27FC236}">
                  <a16:creationId xmlns:a16="http://schemas.microsoft.com/office/drawing/2014/main" id="{6685C944-0E7A-D268-71AD-A6A8A77F0D40}"/>
                </a:ext>
              </a:extLst>
            </p:cNvPr>
            <p:cNvSpPr/>
            <p:nvPr/>
          </p:nvSpPr>
          <p:spPr>
            <a:xfrm>
              <a:off x="7048269" y="214171"/>
              <a:ext cx="360284" cy="359814"/>
            </a:xfrm>
            <a:custGeom>
              <a:avLst/>
              <a:gdLst/>
              <a:ahLst/>
              <a:cxnLst/>
              <a:rect l="l" t="t" r="r" b="b"/>
              <a:pathLst>
                <a:path w="9205" h="9193" fill="none" extrusionOk="0">
                  <a:moveTo>
                    <a:pt x="9204" y="4596"/>
                  </a:moveTo>
                  <a:cubicBezTo>
                    <a:pt x="9204" y="2049"/>
                    <a:pt x="7156" y="1"/>
                    <a:pt x="4608" y="1"/>
                  </a:cubicBezTo>
                  <a:cubicBezTo>
                    <a:pt x="2060" y="1"/>
                    <a:pt x="1" y="2049"/>
                    <a:pt x="1" y="4596"/>
                  </a:cubicBezTo>
                  <a:cubicBezTo>
                    <a:pt x="1" y="7144"/>
                    <a:pt x="2060" y="9192"/>
                    <a:pt x="4608" y="9192"/>
                  </a:cubicBezTo>
                  <a:cubicBezTo>
                    <a:pt x="7156" y="9192"/>
                    <a:pt x="9204" y="7144"/>
                    <a:pt x="9204" y="4596"/>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9">
              <a:extLst>
                <a:ext uri="{FF2B5EF4-FFF2-40B4-BE49-F238E27FC236}">
                  <a16:creationId xmlns:a16="http://schemas.microsoft.com/office/drawing/2014/main" id="{AC9E4F9B-C101-EE46-E0B3-F4CC123DF805}"/>
                </a:ext>
              </a:extLst>
            </p:cNvPr>
            <p:cNvSpPr/>
            <p:nvPr/>
          </p:nvSpPr>
          <p:spPr>
            <a:xfrm>
              <a:off x="6998874" y="164307"/>
              <a:ext cx="229791" cy="229791"/>
            </a:xfrm>
            <a:custGeom>
              <a:avLst/>
              <a:gdLst/>
              <a:ahLst/>
              <a:cxnLst/>
              <a:rect l="l" t="t" r="r" b="b"/>
              <a:pathLst>
                <a:path w="5871" h="5871" fill="none" extrusionOk="0">
                  <a:moveTo>
                    <a:pt x="5870" y="1"/>
                  </a:moveTo>
                  <a:cubicBezTo>
                    <a:pt x="2644" y="1"/>
                    <a:pt x="0" y="2620"/>
                    <a:pt x="0" y="5870"/>
                  </a:cubicBezTo>
                  <a:lnTo>
                    <a:pt x="5870" y="5870"/>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9">
              <a:extLst>
                <a:ext uri="{FF2B5EF4-FFF2-40B4-BE49-F238E27FC236}">
                  <a16:creationId xmlns:a16="http://schemas.microsoft.com/office/drawing/2014/main" id="{4B02BDF7-9696-F496-BD43-C842629ADC68}"/>
                </a:ext>
              </a:extLst>
            </p:cNvPr>
            <p:cNvSpPr/>
            <p:nvPr/>
          </p:nvSpPr>
          <p:spPr>
            <a:xfrm>
              <a:off x="7124239" y="289672"/>
              <a:ext cx="208812" cy="208812"/>
            </a:xfrm>
            <a:custGeom>
              <a:avLst/>
              <a:gdLst/>
              <a:ahLst/>
              <a:cxnLst/>
              <a:rect l="l" t="t" r="r" b="b"/>
              <a:pathLst>
                <a:path w="5335" h="5335" fill="none" extrusionOk="0">
                  <a:moveTo>
                    <a:pt x="5334" y="2667"/>
                  </a:moveTo>
                  <a:cubicBezTo>
                    <a:pt x="5334" y="4144"/>
                    <a:pt x="4144" y="5334"/>
                    <a:pt x="2667" y="5334"/>
                  </a:cubicBezTo>
                  <a:cubicBezTo>
                    <a:pt x="1191" y="5334"/>
                    <a:pt x="0" y="4144"/>
                    <a:pt x="0" y="2667"/>
                  </a:cubicBezTo>
                  <a:cubicBezTo>
                    <a:pt x="0" y="1191"/>
                    <a:pt x="1191" y="0"/>
                    <a:pt x="2667" y="0"/>
                  </a:cubicBezTo>
                  <a:lnTo>
                    <a:pt x="2667" y="266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9">
              <a:extLst>
                <a:ext uri="{FF2B5EF4-FFF2-40B4-BE49-F238E27FC236}">
                  <a16:creationId xmlns:a16="http://schemas.microsoft.com/office/drawing/2014/main" id="{869FAE02-848F-E542-B23C-DA9BC3AD649A}"/>
                </a:ext>
              </a:extLst>
            </p:cNvPr>
            <p:cNvSpPr/>
            <p:nvPr/>
          </p:nvSpPr>
          <p:spPr>
            <a:xfrm>
              <a:off x="7182010" y="347443"/>
              <a:ext cx="93231" cy="93271"/>
            </a:xfrm>
            <a:custGeom>
              <a:avLst/>
              <a:gdLst/>
              <a:ahLst/>
              <a:cxnLst/>
              <a:rect l="l" t="t" r="r" b="b"/>
              <a:pathLst>
                <a:path w="2382" h="2383" fill="none" extrusionOk="0">
                  <a:moveTo>
                    <a:pt x="2382" y="1191"/>
                  </a:moveTo>
                  <a:cubicBezTo>
                    <a:pt x="2382" y="537"/>
                    <a:pt x="1846" y="1"/>
                    <a:pt x="1191" y="1"/>
                  </a:cubicBezTo>
                  <a:cubicBezTo>
                    <a:pt x="536" y="1"/>
                    <a:pt x="1" y="537"/>
                    <a:pt x="1" y="1191"/>
                  </a:cubicBezTo>
                  <a:cubicBezTo>
                    <a:pt x="1" y="1846"/>
                    <a:pt x="536" y="2382"/>
                    <a:pt x="1191" y="2382"/>
                  </a:cubicBezTo>
                  <a:cubicBezTo>
                    <a:pt x="1846" y="2382"/>
                    <a:pt x="2382" y="1846"/>
                    <a:pt x="2382" y="1191"/>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8" name="Google Shape;878;p39">
            <a:extLst>
              <a:ext uri="{FF2B5EF4-FFF2-40B4-BE49-F238E27FC236}">
                <a16:creationId xmlns:a16="http://schemas.microsoft.com/office/drawing/2014/main" id="{37517206-7E3F-73D0-68F7-6A9CFBA74F05}"/>
              </a:ext>
            </a:extLst>
          </p:cNvPr>
          <p:cNvSpPr/>
          <p:nvPr/>
        </p:nvSpPr>
        <p:spPr>
          <a:xfrm>
            <a:off x="1267946" y="3310979"/>
            <a:ext cx="172921" cy="179457"/>
          </a:xfrm>
          <a:custGeom>
            <a:avLst/>
            <a:gdLst/>
            <a:ahLst/>
            <a:cxnLst/>
            <a:rect l="l" t="t" r="r" b="b"/>
            <a:pathLst>
              <a:path w="4418" h="4585" extrusionOk="0">
                <a:moveTo>
                  <a:pt x="1" y="0"/>
                </a:moveTo>
                <a:lnTo>
                  <a:pt x="1632" y="4584"/>
                </a:lnTo>
                <a:lnTo>
                  <a:pt x="2453" y="2727"/>
                </a:lnTo>
                <a:lnTo>
                  <a:pt x="4418" y="2167"/>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18781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DA503B1E-802C-7F0F-7AF5-76B2D34BE066}"/>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5201C2D9-E888-6CAF-C999-C31B93EABA9A}"/>
              </a:ext>
            </a:extLst>
          </p:cNvPr>
          <p:cNvSpPr txBox="1">
            <a:spLocks noGrp="1"/>
          </p:cNvSpPr>
          <p:nvPr>
            <p:ph type="title"/>
          </p:nvPr>
        </p:nvSpPr>
        <p:spPr>
          <a:xfrm>
            <a:off x="720000" y="445025"/>
            <a:ext cx="6114638" cy="1218300"/>
          </a:xfrm>
          <a:prstGeom prst="rect">
            <a:avLst/>
          </a:prstGeom>
        </p:spPr>
        <p:txBody>
          <a:bodyPr spcFirstLastPara="1" wrap="square" lIns="91425" tIns="91425" rIns="91425" bIns="91425" anchor="t" anchorCtr="0">
            <a:noAutofit/>
          </a:bodyPr>
          <a:lstStyle/>
          <a:p>
            <a:pPr lvl="0"/>
            <a:r>
              <a:rPr lang="de-DE" sz="2400" dirty="0"/>
              <a:t>Was ist in diesem Graphen?</a:t>
            </a:r>
            <a:endParaRPr sz="2400" b="0" dirty="0">
              <a:latin typeface="Lexend Deca Light"/>
              <a:ea typeface="Lexend Deca Light"/>
              <a:cs typeface="Lexend Deca Light"/>
              <a:sym typeface="Lexend Deca Light"/>
            </a:endParaRPr>
          </a:p>
        </p:txBody>
      </p:sp>
      <p:sp>
        <p:nvSpPr>
          <p:cNvPr id="5" name="Rechteck: abgerundete Ecken 4">
            <a:extLst>
              <a:ext uri="{FF2B5EF4-FFF2-40B4-BE49-F238E27FC236}">
                <a16:creationId xmlns:a16="http://schemas.microsoft.com/office/drawing/2014/main" id="{60627291-BCD9-D447-A8A5-84F0AE79AE5A}"/>
              </a:ext>
            </a:extLst>
          </p:cNvPr>
          <p:cNvSpPr/>
          <p:nvPr/>
        </p:nvSpPr>
        <p:spPr>
          <a:xfrm>
            <a:off x="720000" y="1455420"/>
            <a:ext cx="7704000" cy="3243055"/>
          </a:xfrm>
          <a:prstGeom prst="roundRect">
            <a:avLst/>
          </a:prstGeom>
          <a:solidFill>
            <a:srgbClr val="171717"/>
          </a:solidFill>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de-DE" dirty="0"/>
              <a:t>MATCH p=()-[]-&gt;() </a:t>
            </a:r>
          </a:p>
          <a:p>
            <a:r>
              <a:rPr lang="de-DE" dirty="0"/>
              <a:t>RETURN p;</a:t>
            </a:r>
          </a:p>
        </p:txBody>
      </p:sp>
    </p:spTree>
    <p:extLst>
      <p:ext uri="{BB962C8B-B14F-4D97-AF65-F5344CB8AC3E}">
        <p14:creationId xmlns:p14="http://schemas.microsoft.com/office/powerpoint/2010/main" val="474928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C6600A13-B0D3-DC42-9B6F-60D4EBF51F59}"/>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BAEB7D88-AD0E-F07B-7014-7E5D5A422359}"/>
              </a:ext>
            </a:extLst>
          </p:cNvPr>
          <p:cNvSpPr txBox="1">
            <a:spLocks noGrp="1"/>
          </p:cNvSpPr>
          <p:nvPr>
            <p:ph type="title"/>
          </p:nvPr>
        </p:nvSpPr>
        <p:spPr>
          <a:xfrm>
            <a:off x="720000" y="445025"/>
            <a:ext cx="6114638" cy="1218300"/>
          </a:xfrm>
          <a:prstGeom prst="rect">
            <a:avLst/>
          </a:prstGeom>
        </p:spPr>
        <p:txBody>
          <a:bodyPr spcFirstLastPara="1" wrap="square" lIns="91425" tIns="91425" rIns="91425" bIns="91425" anchor="t" anchorCtr="0">
            <a:noAutofit/>
          </a:bodyPr>
          <a:lstStyle/>
          <a:p>
            <a:pPr lvl="0"/>
            <a:r>
              <a:rPr lang="de-DE" sz="2400" dirty="0"/>
              <a:t>Was ist in diesem Graphen?</a:t>
            </a:r>
            <a:endParaRPr sz="2400" b="0" dirty="0">
              <a:latin typeface="Lexend Deca Light"/>
              <a:ea typeface="Lexend Deca Light"/>
              <a:cs typeface="Lexend Deca Light"/>
              <a:sym typeface="Lexend Deca Light"/>
            </a:endParaRPr>
          </a:p>
        </p:txBody>
      </p:sp>
      <p:sp>
        <p:nvSpPr>
          <p:cNvPr id="2" name="Rechteck: abgerundete Ecken 1">
            <a:extLst>
              <a:ext uri="{FF2B5EF4-FFF2-40B4-BE49-F238E27FC236}">
                <a16:creationId xmlns:a16="http://schemas.microsoft.com/office/drawing/2014/main" id="{75EC6A77-C6D0-A709-3198-139D05D9DB60}"/>
              </a:ext>
            </a:extLst>
          </p:cNvPr>
          <p:cNvSpPr/>
          <p:nvPr/>
        </p:nvSpPr>
        <p:spPr>
          <a:xfrm>
            <a:off x="720000" y="1455420"/>
            <a:ext cx="7704000" cy="3243055"/>
          </a:xfrm>
          <a:prstGeom prst="roundRect">
            <a:avLst/>
          </a:prstGeom>
          <a:solidFill>
            <a:srgbClr val="171717"/>
          </a:solidFill>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dirty="0"/>
              <a:t>MATCH (</a:t>
            </a:r>
            <a:r>
              <a:rPr lang="en-US" dirty="0" err="1"/>
              <a:t>p:Person</a:t>
            </a:r>
            <a:r>
              <a:rPr lang="en-US" dirty="0"/>
              <a:t>)-[r]-&gt;(</a:t>
            </a:r>
            <a:r>
              <a:rPr lang="en-US" dirty="0" err="1"/>
              <a:t>m:Movie</a:t>
            </a:r>
            <a:r>
              <a:rPr lang="en-US" dirty="0"/>
              <a:t> {</a:t>
            </a:r>
            <a:r>
              <a:rPr lang="en-US" dirty="0" err="1"/>
              <a:t>title:'The</a:t>
            </a:r>
            <a:r>
              <a:rPr lang="en-US" dirty="0"/>
              <a:t> Matrix'})</a:t>
            </a:r>
            <a:br>
              <a:rPr lang="en-US" dirty="0"/>
            </a:br>
            <a:r>
              <a:rPr lang="en-US" dirty="0"/>
              <a:t>RETURN p, r, m;</a:t>
            </a:r>
          </a:p>
        </p:txBody>
      </p:sp>
    </p:spTree>
    <p:extLst>
      <p:ext uri="{BB962C8B-B14F-4D97-AF65-F5344CB8AC3E}">
        <p14:creationId xmlns:p14="http://schemas.microsoft.com/office/powerpoint/2010/main" val="8820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59DFB0B0-C7C7-0A01-371A-187AECF1146E}"/>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027ADB4F-A780-7AD2-D400-6193C2A8C981}"/>
              </a:ext>
            </a:extLst>
          </p:cNvPr>
          <p:cNvSpPr txBox="1">
            <a:spLocks noGrp="1"/>
          </p:cNvSpPr>
          <p:nvPr>
            <p:ph type="title"/>
          </p:nvPr>
        </p:nvSpPr>
        <p:spPr>
          <a:xfrm>
            <a:off x="720000" y="445025"/>
            <a:ext cx="6114638" cy="1218300"/>
          </a:xfrm>
          <a:prstGeom prst="rect">
            <a:avLst/>
          </a:prstGeom>
        </p:spPr>
        <p:txBody>
          <a:bodyPr spcFirstLastPara="1" wrap="square" lIns="91425" tIns="91425" rIns="91425" bIns="91425" anchor="t" anchorCtr="0">
            <a:noAutofit/>
          </a:bodyPr>
          <a:lstStyle/>
          <a:p>
            <a:pPr lvl="0"/>
            <a:r>
              <a:rPr lang="de-DE" sz="2400" dirty="0"/>
              <a:t>Wer hat in </a:t>
            </a:r>
            <a:r>
              <a:rPr lang="de-DE" sz="2400" i="1" dirty="0"/>
              <a:t>The Matrix</a:t>
            </a:r>
            <a:r>
              <a:rPr lang="de-DE" sz="2400" dirty="0"/>
              <a:t> mitgespielt?</a:t>
            </a:r>
            <a:endParaRPr sz="2400" b="0" dirty="0">
              <a:latin typeface="Lexend Deca Light"/>
              <a:ea typeface="Lexend Deca Light"/>
              <a:cs typeface="Lexend Deca Light"/>
              <a:sym typeface="Lexend Deca Light"/>
            </a:endParaRPr>
          </a:p>
        </p:txBody>
      </p:sp>
      <p:sp>
        <p:nvSpPr>
          <p:cNvPr id="2" name="Rechteck: abgerundete Ecken 1">
            <a:extLst>
              <a:ext uri="{FF2B5EF4-FFF2-40B4-BE49-F238E27FC236}">
                <a16:creationId xmlns:a16="http://schemas.microsoft.com/office/drawing/2014/main" id="{CD80B5D3-5F49-6D69-8541-D6055DC5FCFE}"/>
              </a:ext>
            </a:extLst>
          </p:cNvPr>
          <p:cNvSpPr/>
          <p:nvPr/>
        </p:nvSpPr>
        <p:spPr>
          <a:xfrm>
            <a:off x="720000" y="1455420"/>
            <a:ext cx="7704000" cy="3243055"/>
          </a:xfrm>
          <a:prstGeom prst="roundRect">
            <a:avLst/>
          </a:prstGeom>
          <a:solidFill>
            <a:srgbClr val="171717"/>
          </a:solidFill>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dirty="0"/>
              <a:t>MATCH (</a:t>
            </a:r>
            <a:r>
              <a:rPr lang="en-US" dirty="0" err="1"/>
              <a:t>p:Person</a:t>
            </a:r>
            <a:r>
              <a:rPr lang="en-US" dirty="0"/>
              <a:t>)-[:ACTED_IN]-&gt;(</a:t>
            </a:r>
            <a:r>
              <a:rPr lang="en-US" dirty="0" err="1"/>
              <a:t>m:Movie</a:t>
            </a:r>
            <a:r>
              <a:rPr lang="en-US" dirty="0"/>
              <a:t> {</a:t>
            </a:r>
            <a:r>
              <a:rPr lang="en-US" dirty="0" err="1"/>
              <a:t>title:'The</a:t>
            </a:r>
            <a:r>
              <a:rPr lang="en-US" dirty="0"/>
              <a:t> Matrix'})</a:t>
            </a:r>
            <a:br>
              <a:rPr lang="en-US" dirty="0"/>
            </a:br>
            <a:r>
              <a:rPr lang="en-US" dirty="0"/>
              <a:t>RETURN p.name AS actor</a:t>
            </a:r>
            <a:br>
              <a:rPr lang="en-US" dirty="0"/>
            </a:br>
            <a:r>
              <a:rPr lang="en-US" dirty="0"/>
              <a:t>ORDER BY actor;</a:t>
            </a:r>
          </a:p>
        </p:txBody>
      </p:sp>
    </p:spTree>
    <p:extLst>
      <p:ext uri="{BB962C8B-B14F-4D97-AF65-F5344CB8AC3E}">
        <p14:creationId xmlns:p14="http://schemas.microsoft.com/office/powerpoint/2010/main" val="3223344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A490E532-351E-40DE-66FD-78373EAE9CC6}"/>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74F48364-D35D-039F-797C-C7D8927AE9E9}"/>
              </a:ext>
            </a:extLst>
          </p:cNvPr>
          <p:cNvSpPr txBox="1">
            <a:spLocks noGrp="1"/>
          </p:cNvSpPr>
          <p:nvPr>
            <p:ph type="title"/>
          </p:nvPr>
        </p:nvSpPr>
        <p:spPr>
          <a:xfrm>
            <a:off x="720000" y="445025"/>
            <a:ext cx="7867740" cy="1218300"/>
          </a:xfrm>
          <a:prstGeom prst="rect">
            <a:avLst/>
          </a:prstGeom>
        </p:spPr>
        <p:txBody>
          <a:bodyPr spcFirstLastPara="1" wrap="square" lIns="91425" tIns="91425" rIns="91425" bIns="91425" anchor="t" anchorCtr="0">
            <a:noAutofit/>
          </a:bodyPr>
          <a:lstStyle/>
          <a:p>
            <a:pPr lvl="0"/>
            <a:r>
              <a:rPr lang="de-DE" sz="2400" dirty="0"/>
              <a:t>Welche anderen Filme hängen über dieselben Schauspieler an </a:t>
            </a:r>
            <a:r>
              <a:rPr lang="de-DE" sz="2400" i="1" dirty="0"/>
              <a:t>The Matrix</a:t>
            </a:r>
            <a:r>
              <a:rPr lang="de-DE" sz="2400" dirty="0"/>
              <a:t>?</a:t>
            </a:r>
            <a:endParaRPr sz="2400" b="0" dirty="0">
              <a:latin typeface="Lexend Deca Light"/>
              <a:ea typeface="Lexend Deca Light"/>
              <a:cs typeface="Lexend Deca Light"/>
              <a:sym typeface="Lexend Deca Light"/>
            </a:endParaRPr>
          </a:p>
        </p:txBody>
      </p:sp>
      <p:sp>
        <p:nvSpPr>
          <p:cNvPr id="7" name="Rechteck: abgerundete Ecken 6">
            <a:extLst>
              <a:ext uri="{FF2B5EF4-FFF2-40B4-BE49-F238E27FC236}">
                <a16:creationId xmlns:a16="http://schemas.microsoft.com/office/drawing/2014/main" id="{A10B34FD-BE55-BCA5-5447-A04EC6A0A1EA}"/>
              </a:ext>
            </a:extLst>
          </p:cNvPr>
          <p:cNvSpPr/>
          <p:nvPr/>
        </p:nvSpPr>
        <p:spPr>
          <a:xfrm>
            <a:off x="720000" y="1455420"/>
            <a:ext cx="7776300" cy="3243055"/>
          </a:xfrm>
          <a:prstGeom prst="roundRect">
            <a:avLst/>
          </a:prstGeom>
          <a:solidFill>
            <a:srgbClr val="171717"/>
          </a:solidFill>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dirty="0"/>
              <a:t>MATCH (</a:t>
            </a:r>
            <a:r>
              <a:rPr lang="en-US" dirty="0" err="1"/>
              <a:t>m:Movie</a:t>
            </a:r>
            <a:r>
              <a:rPr lang="en-US" dirty="0"/>
              <a:t> {</a:t>
            </a:r>
            <a:r>
              <a:rPr lang="en-US" dirty="0" err="1"/>
              <a:t>title:'The</a:t>
            </a:r>
            <a:r>
              <a:rPr lang="en-US" dirty="0"/>
              <a:t> Matrix'})&lt;-[:ACTED_IN]-(</a:t>
            </a:r>
            <a:r>
              <a:rPr lang="en-US" dirty="0" err="1"/>
              <a:t>p:Person</a:t>
            </a:r>
            <a:r>
              <a:rPr lang="en-US" dirty="0"/>
              <a:t>)-[:ACTED_IN]-&gt;(</a:t>
            </a:r>
            <a:r>
              <a:rPr lang="en-US" dirty="0" err="1"/>
              <a:t>other:Movie</a:t>
            </a:r>
            <a:r>
              <a:rPr lang="en-US" dirty="0"/>
              <a:t>)</a:t>
            </a:r>
            <a:br>
              <a:rPr lang="en-US" dirty="0"/>
            </a:br>
            <a:r>
              <a:rPr lang="en-US" dirty="0"/>
              <a:t>WHERE other &lt;&gt; m</a:t>
            </a:r>
            <a:br>
              <a:rPr lang="en-US" dirty="0"/>
            </a:br>
            <a:r>
              <a:rPr lang="en-US" dirty="0"/>
              <a:t>RETURN </a:t>
            </a:r>
            <a:r>
              <a:rPr lang="en-US" dirty="0" err="1"/>
              <a:t>other.title</a:t>
            </a:r>
            <a:r>
              <a:rPr lang="en-US" dirty="0"/>
              <a:t> AS movie,</a:t>
            </a:r>
            <a:br>
              <a:rPr lang="en-US" dirty="0"/>
            </a:br>
            <a:r>
              <a:rPr lang="en-US" dirty="0"/>
              <a:t>    collect(DISTINCT p.name) AS </a:t>
            </a:r>
            <a:r>
              <a:rPr lang="en-US" dirty="0" err="1"/>
              <a:t>sharedActors</a:t>
            </a:r>
            <a:r>
              <a:rPr lang="en-US" dirty="0"/>
              <a:t>,</a:t>
            </a:r>
            <a:br>
              <a:rPr lang="en-US" dirty="0"/>
            </a:br>
            <a:r>
              <a:rPr lang="en-US" dirty="0"/>
              <a:t>    count(DISTINCT p) AS </a:t>
            </a:r>
            <a:r>
              <a:rPr lang="en-US" dirty="0" err="1"/>
              <a:t>numSharedActors</a:t>
            </a:r>
            <a:br>
              <a:rPr lang="en-US" dirty="0"/>
            </a:br>
            <a:r>
              <a:rPr lang="en-US" dirty="0"/>
              <a:t>ORDER BY </a:t>
            </a:r>
            <a:r>
              <a:rPr lang="en-US" dirty="0" err="1"/>
              <a:t>numSharedActors</a:t>
            </a:r>
            <a:r>
              <a:rPr lang="en-US" dirty="0"/>
              <a:t> DESC, movie;</a:t>
            </a:r>
          </a:p>
        </p:txBody>
      </p:sp>
    </p:spTree>
    <p:extLst>
      <p:ext uri="{BB962C8B-B14F-4D97-AF65-F5344CB8AC3E}">
        <p14:creationId xmlns:p14="http://schemas.microsoft.com/office/powerpoint/2010/main" val="1155519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889">
          <a:extLst>
            <a:ext uri="{FF2B5EF4-FFF2-40B4-BE49-F238E27FC236}">
              <a16:creationId xmlns:a16="http://schemas.microsoft.com/office/drawing/2014/main" id="{FF7E92E0-1299-0510-3D11-3F61C38C5448}"/>
            </a:ext>
          </a:extLst>
        </p:cNvPr>
        <p:cNvGrpSpPr/>
        <p:nvPr/>
      </p:nvGrpSpPr>
      <p:grpSpPr>
        <a:xfrm>
          <a:off x="0" y="0"/>
          <a:ext cx="0" cy="0"/>
          <a:chOff x="0" y="0"/>
          <a:chExt cx="0" cy="0"/>
        </a:xfrm>
      </p:grpSpPr>
      <p:sp>
        <p:nvSpPr>
          <p:cNvPr id="890" name="Google Shape;890;p41">
            <a:extLst>
              <a:ext uri="{FF2B5EF4-FFF2-40B4-BE49-F238E27FC236}">
                <a16:creationId xmlns:a16="http://schemas.microsoft.com/office/drawing/2014/main" id="{BC86A8A0-AA39-E6B7-06BB-F94B24E38DDB}"/>
              </a:ext>
            </a:extLst>
          </p:cNvPr>
          <p:cNvSpPr txBox="1">
            <a:spLocks noGrp="1"/>
          </p:cNvSpPr>
          <p:nvPr>
            <p:ph type="title"/>
          </p:nvPr>
        </p:nvSpPr>
        <p:spPr>
          <a:xfrm>
            <a:off x="720000" y="445025"/>
            <a:ext cx="7867740" cy="1218300"/>
          </a:xfrm>
          <a:prstGeom prst="rect">
            <a:avLst/>
          </a:prstGeom>
        </p:spPr>
        <p:txBody>
          <a:bodyPr spcFirstLastPara="1" wrap="square" lIns="91425" tIns="91425" rIns="91425" bIns="91425" anchor="t" anchorCtr="0">
            <a:noAutofit/>
          </a:bodyPr>
          <a:lstStyle/>
          <a:p>
            <a:pPr lvl="0"/>
            <a:r>
              <a:rPr lang="de-DE" sz="2400" dirty="0"/>
              <a:t>Welche Verbindung gibt es zwischen zwei Filmen?</a:t>
            </a:r>
            <a:endParaRPr sz="2400" b="0" dirty="0">
              <a:latin typeface="Lexend Deca Light"/>
              <a:ea typeface="Lexend Deca Light"/>
              <a:cs typeface="Lexend Deca Light"/>
              <a:sym typeface="Lexend Deca Light"/>
            </a:endParaRPr>
          </a:p>
        </p:txBody>
      </p:sp>
      <p:sp>
        <p:nvSpPr>
          <p:cNvPr id="7" name="Rechteck: abgerundete Ecken 6">
            <a:extLst>
              <a:ext uri="{FF2B5EF4-FFF2-40B4-BE49-F238E27FC236}">
                <a16:creationId xmlns:a16="http://schemas.microsoft.com/office/drawing/2014/main" id="{F6EF213D-8A6B-31EF-55D4-F4D1BE33EEDE}"/>
              </a:ext>
            </a:extLst>
          </p:cNvPr>
          <p:cNvSpPr/>
          <p:nvPr/>
        </p:nvSpPr>
        <p:spPr>
          <a:xfrm>
            <a:off x="720000" y="1455420"/>
            <a:ext cx="7704000" cy="3243055"/>
          </a:xfrm>
          <a:prstGeom prst="roundRect">
            <a:avLst/>
          </a:prstGeom>
          <a:solidFill>
            <a:srgbClr val="171717"/>
          </a:solidFill>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dirty="0"/>
              <a:t>MATCH path = </a:t>
            </a:r>
            <a:r>
              <a:rPr lang="en-US" dirty="0" err="1"/>
              <a:t>shortestPath</a:t>
            </a:r>
            <a:r>
              <a:rPr lang="en-US" dirty="0"/>
              <a:t>(</a:t>
            </a:r>
            <a:br>
              <a:rPr lang="en-US" dirty="0"/>
            </a:br>
            <a:r>
              <a:rPr lang="en-US" dirty="0"/>
              <a:t>    (:Movie {</a:t>
            </a:r>
            <a:r>
              <a:rPr lang="en-US" dirty="0" err="1"/>
              <a:t>title:'The</a:t>
            </a:r>
            <a:r>
              <a:rPr lang="en-US" dirty="0"/>
              <a:t> Matrix'})-[*]-(:Movie {</a:t>
            </a:r>
            <a:r>
              <a:rPr lang="en-US" dirty="0" err="1"/>
              <a:t>title:'Cloud</a:t>
            </a:r>
            <a:r>
              <a:rPr lang="en-US" dirty="0"/>
              <a:t> Atlas'})</a:t>
            </a:r>
            <a:br>
              <a:rPr lang="en-US" dirty="0"/>
            </a:br>
            <a:r>
              <a:rPr lang="en-US" dirty="0"/>
              <a:t>)</a:t>
            </a:r>
            <a:br>
              <a:rPr lang="en-US" dirty="0"/>
            </a:br>
            <a:r>
              <a:rPr lang="en-US" dirty="0"/>
              <a:t>RETURN path;</a:t>
            </a:r>
          </a:p>
        </p:txBody>
      </p:sp>
    </p:spTree>
    <p:extLst>
      <p:ext uri="{BB962C8B-B14F-4D97-AF65-F5344CB8AC3E}">
        <p14:creationId xmlns:p14="http://schemas.microsoft.com/office/powerpoint/2010/main" val="2033134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816">
          <a:extLst>
            <a:ext uri="{FF2B5EF4-FFF2-40B4-BE49-F238E27FC236}">
              <a16:creationId xmlns:a16="http://schemas.microsoft.com/office/drawing/2014/main" id="{9C4C34D5-5E21-2A07-FE67-CF504E223DBC}"/>
            </a:ext>
          </a:extLst>
        </p:cNvPr>
        <p:cNvGrpSpPr/>
        <p:nvPr/>
      </p:nvGrpSpPr>
      <p:grpSpPr>
        <a:xfrm>
          <a:off x="0" y="0"/>
          <a:ext cx="0" cy="0"/>
          <a:chOff x="0" y="0"/>
          <a:chExt cx="0" cy="0"/>
        </a:xfrm>
      </p:grpSpPr>
      <p:sp>
        <p:nvSpPr>
          <p:cNvPr id="817" name="Google Shape;817;p39">
            <a:extLst>
              <a:ext uri="{FF2B5EF4-FFF2-40B4-BE49-F238E27FC236}">
                <a16:creationId xmlns:a16="http://schemas.microsoft.com/office/drawing/2014/main" id="{CC228B7E-DCF7-165C-6F16-45DF3D06186F}"/>
              </a:ext>
            </a:extLst>
          </p:cNvPr>
          <p:cNvSpPr txBox="1">
            <a:spLocks noGrp="1"/>
          </p:cNvSpPr>
          <p:nvPr>
            <p:ph type="title"/>
          </p:nvPr>
        </p:nvSpPr>
        <p:spPr>
          <a:xfrm>
            <a:off x="584786" y="2554406"/>
            <a:ext cx="7958167" cy="858600"/>
          </a:xfrm>
          <a:prstGeom prst="rect">
            <a:avLst/>
          </a:prstGeom>
        </p:spPr>
        <p:txBody>
          <a:bodyPr spcFirstLastPara="1" wrap="square" lIns="91425" tIns="91425" rIns="91425" bIns="91425" anchor="b" anchorCtr="0">
            <a:noAutofit/>
          </a:bodyPr>
          <a:lstStyle/>
          <a:p>
            <a:pPr lvl="0"/>
            <a:r>
              <a:rPr lang="de-DE" sz="4400" dirty="0"/>
              <a:t>Übungen</a:t>
            </a:r>
            <a:endParaRPr sz="4400" b="0" dirty="0">
              <a:latin typeface="Lexend Deca Light"/>
              <a:ea typeface="Lexend Deca Light"/>
              <a:cs typeface="Lexend Deca Light"/>
              <a:sym typeface="Lexend Deca Light"/>
            </a:endParaRPr>
          </a:p>
        </p:txBody>
      </p:sp>
      <p:sp>
        <p:nvSpPr>
          <p:cNvPr id="818" name="Google Shape;818;p39">
            <a:extLst>
              <a:ext uri="{FF2B5EF4-FFF2-40B4-BE49-F238E27FC236}">
                <a16:creationId xmlns:a16="http://schemas.microsoft.com/office/drawing/2014/main" id="{25C3B9A3-131E-D051-E105-DF4E3ACCFD34}"/>
              </a:ext>
            </a:extLst>
          </p:cNvPr>
          <p:cNvSpPr txBox="1">
            <a:spLocks noGrp="1"/>
          </p:cNvSpPr>
          <p:nvPr>
            <p:ph type="title" idx="2"/>
          </p:nvPr>
        </p:nvSpPr>
        <p:spPr>
          <a:xfrm>
            <a:off x="3945150" y="1098100"/>
            <a:ext cx="12537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08</a:t>
            </a:r>
            <a:endParaRPr dirty="0"/>
          </a:p>
        </p:txBody>
      </p:sp>
      <p:sp>
        <p:nvSpPr>
          <p:cNvPr id="819" name="Google Shape;819;p39">
            <a:extLst>
              <a:ext uri="{FF2B5EF4-FFF2-40B4-BE49-F238E27FC236}">
                <a16:creationId xmlns:a16="http://schemas.microsoft.com/office/drawing/2014/main" id="{4216392F-71DB-34DE-6ED1-F42E9BECC6E8}"/>
              </a:ext>
            </a:extLst>
          </p:cNvPr>
          <p:cNvSpPr txBox="1">
            <a:spLocks noGrp="1"/>
          </p:cNvSpPr>
          <p:nvPr>
            <p:ph type="subTitle" idx="1"/>
          </p:nvPr>
        </p:nvSpPr>
        <p:spPr>
          <a:xfrm>
            <a:off x="1701575" y="3213200"/>
            <a:ext cx="5740800" cy="375000"/>
          </a:xfrm>
          <a:prstGeom prst="rect">
            <a:avLst/>
          </a:prstGeom>
        </p:spPr>
        <p:txBody>
          <a:bodyPr spcFirstLastPara="1" wrap="square" lIns="91425" tIns="91425" rIns="91425" bIns="91425" anchor="t" anchorCtr="0">
            <a:noAutofit/>
          </a:bodyPr>
          <a:lstStyle/>
          <a:p>
            <a:pPr marL="0" lvl="0" indent="0"/>
            <a:endParaRPr lang="de-DE" dirty="0"/>
          </a:p>
        </p:txBody>
      </p:sp>
      <p:grpSp>
        <p:nvGrpSpPr>
          <p:cNvPr id="820" name="Google Shape;820;p39">
            <a:extLst>
              <a:ext uri="{FF2B5EF4-FFF2-40B4-BE49-F238E27FC236}">
                <a16:creationId xmlns:a16="http://schemas.microsoft.com/office/drawing/2014/main" id="{5BF0C76E-9559-33D3-B0D7-F52DA48A079C}"/>
              </a:ext>
            </a:extLst>
          </p:cNvPr>
          <p:cNvGrpSpPr/>
          <p:nvPr/>
        </p:nvGrpSpPr>
        <p:grpSpPr>
          <a:xfrm>
            <a:off x="7826421" y="4156055"/>
            <a:ext cx="1104243" cy="852948"/>
            <a:chOff x="6614871" y="4003785"/>
            <a:chExt cx="690195" cy="533126"/>
          </a:xfrm>
        </p:grpSpPr>
        <p:sp>
          <p:nvSpPr>
            <p:cNvPr id="821" name="Google Shape;821;p39">
              <a:extLst>
                <a:ext uri="{FF2B5EF4-FFF2-40B4-BE49-F238E27FC236}">
                  <a16:creationId xmlns:a16="http://schemas.microsoft.com/office/drawing/2014/main" id="{4E7F090B-B447-F4AB-B1DB-080B5C8EE1F8}"/>
                </a:ext>
              </a:extLst>
            </p:cNvPr>
            <p:cNvSpPr/>
            <p:nvPr/>
          </p:nvSpPr>
          <p:spPr>
            <a:xfrm>
              <a:off x="6740706" y="4285710"/>
              <a:ext cx="252140" cy="251201"/>
            </a:xfrm>
            <a:custGeom>
              <a:avLst/>
              <a:gdLst/>
              <a:ahLst/>
              <a:cxnLst/>
              <a:rect l="l" t="t" r="r" b="b"/>
              <a:pathLst>
                <a:path w="6442" h="6418" fill="none" extrusionOk="0">
                  <a:moveTo>
                    <a:pt x="5203" y="6418"/>
                  </a:moveTo>
                  <a:lnTo>
                    <a:pt x="1227" y="6418"/>
                  </a:lnTo>
                  <a:cubicBezTo>
                    <a:pt x="548" y="6418"/>
                    <a:pt x="0" y="5870"/>
                    <a:pt x="0" y="5191"/>
                  </a:cubicBezTo>
                  <a:lnTo>
                    <a:pt x="0" y="1227"/>
                  </a:lnTo>
                  <a:cubicBezTo>
                    <a:pt x="0" y="536"/>
                    <a:pt x="560" y="0"/>
                    <a:pt x="1227" y="0"/>
                  </a:cubicBezTo>
                  <a:lnTo>
                    <a:pt x="5203" y="0"/>
                  </a:lnTo>
                  <a:cubicBezTo>
                    <a:pt x="5882" y="0"/>
                    <a:pt x="6418" y="548"/>
                    <a:pt x="6418" y="1227"/>
                  </a:cubicBezTo>
                  <a:lnTo>
                    <a:pt x="6418" y="5191"/>
                  </a:lnTo>
                  <a:cubicBezTo>
                    <a:pt x="6442" y="5870"/>
                    <a:pt x="5882" y="6418"/>
                    <a:pt x="5203"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9">
              <a:extLst>
                <a:ext uri="{FF2B5EF4-FFF2-40B4-BE49-F238E27FC236}">
                  <a16:creationId xmlns:a16="http://schemas.microsoft.com/office/drawing/2014/main" id="{F15591EB-162D-2BD7-8479-D2494FC6182B}"/>
                </a:ext>
              </a:extLst>
            </p:cNvPr>
            <p:cNvSpPr/>
            <p:nvPr/>
          </p:nvSpPr>
          <p:spPr>
            <a:xfrm>
              <a:off x="6843684" y="4365399"/>
              <a:ext cx="66225" cy="74131"/>
            </a:xfrm>
            <a:custGeom>
              <a:avLst/>
              <a:gdLst/>
              <a:ahLst/>
              <a:cxnLst/>
              <a:rect l="l" t="t" r="r" b="b"/>
              <a:pathLst>
                <a:path w="1692" h="1894" extrusionOk="0">
                  <a:moveTo>
                    <a:pt x="846" y="203"/>
                  </a:moveTo>
                  <a:cubicBezTo>
                    <a:pt x="1025" y="203"/>
                    <a:pt x="1168" y="274"/>
                    <a:pt x="1275" y="405"/>
                  </a:cubicBezTo>
                  <a:cubicBezTo>
                    <a:pt x="1382" y="536"/>
                    <a:pt x="1429" y="715"/>
                    <a:pt x="1429" y="953"/>
                  </a:cubicBezTo>
                  <a:cubicBezTo>
                    <a:pt x="1429" y="1179"/>
                    <a:pt x="1382" y="1358"/>
                    <a:pt x="1275" y="1489"/>
                  </a:cubicBezTo>
                  <a:cubicBezTo>
                    <a:pt x="1168" y="1620"/>
                    <a:pt x="1025" y="1691"/>
                    <a:pt x="846" y="1691"/>
                  </a:cubicBezTo>
                  <a:cubicBezTo>
                    <a:pt x="667" y="1691"/>
                    <a:pt x="525" y="1620"/>
                    <a:pt x="417" y="1489"/>
                  </a:cubicBezTo>
                  <a:cubicBezTo>
                    <a:pt x="322" y="1358"/>
                    <a:pt x="263" y="1179"/>
                    <a:pt x="263" y="953"/>
                  </a:cubicBezTo>
                  <a:cubicBezTo>
                    <a:pt x="263" y="715"/>
                    <a:pt x="322" y="536"/>
                    <a:pt x="417" y="405"/>
                  </a:cubicBezTo>
                  <a:cubicBezTo>
                    <a:pt x="525" y="274"/>
                    <a:pt x="667" y="203"/>
                    <a:pt x="846" y="203"/>
                  </a:cubicBezTo>
                  <a:close/>
                  <a:moveTo>
                    <a:pt x="846" y="0"/>
                  </a:moveTo>
                  <a:cubicBezTo>
                    <a:pt x="596" y="0"/>
                    <a:pt x="394" y="96"/>
                    <a:pt x="239" y="262"/>
                  </a:cubicBezTo>
                  <a:cubicBezTo>
                    <a:pt x="84" y="429"/>
                    <a:pt x="1" y="655"/>
                    <a:pt x="1" y="953"/>
                  </a:cubicBezTo>
                  <a:cubicBezTo>
                    <a:pt x="1" y="1239"/>
                    <a:pt x="84" y="1465"/>
                    <a:pt x="239" y="1631"/>
                  </a:cubicBezTo>
                  <a:cubicBezTo>
                    <a:pt x="394" y="1810"/>
                    <a:pt x="596" y="1893"/>
                    <a:pt x="846" y="1893"/>
                  </a:cubicBezTo>
                  <a:cubicBezTo>
                    <a:pt x="1108" y="1893"/>
                    <a:pt x="1310" y="1810"/>
                    <a:pt x="1453" y="1631"/>
                  </a:cubicBezTo>
                  <a:cubicBezTo>
                    <a:pt x="1608" y="1465"/>
                    <a:pt x="1691" y="1239"/>
                    <a:pt x="1691" y="953"/>
                  </a:cubicBezTo>
                  <a:cubicBezTo>
                    <a:pt x="1691" y="655"/>
                    <a:pt x="1608" y="429"/>
                    <a:pt x="1453" y="262"/>
                  </a:cubicBezTo>
                  <a:cubicBezTo>
                    <a:pt x="1310" y="96"/>
                    <a:pt x="1108" y="0"/>
                    <a:pt x="8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9">
              <a:extLst>
                <a:ext uri="{FF2B5EF4-FFF2-40B4-BE49-F238E27FC236}">
                  <a16:creationId xmlns:a16="http://schemas.microsoft.com/office/drawing/2014/main" id="{1E019959-359F-EA11-49BA-8B925FDBD164}"/>
                </a:ext>
              </a:extLst>
            </p:cNvPr>
            <p:cNvSpPr/>
            <p:nvPr/>
          </p:nvSpPr>
          <p:spPr>
            <a:xfrm>
              <a:off x="7053396" y="4285710"/>
              <a:ext cx="251670" cy="251201"/>
            </a:xfrm>
            <a:custGeom>
              <a:avLst/>
              <a:gdLst/>
              <a:ahLst/>
              <a:cxnLst/>
              <a:rect l="l" t="t" r="r" b="b"/>
              <a:pathLst>
                <a:path w="6430" h="6418" fill="none" extrusionOk="0">
                  <a:moveTo>
                    <a:pt x="5204" y="6418"/>
                  </a:moveTo>
                  <a:lnTo>
                    <a:pt x="1215" y="6418"/>
                  </a:lnTo>
                  <a:cubicBezTo>
                    <a:pt x="536" y="6418"/>
                    <a:pt x="1" y="5870"/>
                    <a:pt x="1" y="5191"/>
                  </a:cubicBezTo>
                  <a:lnTo>
                    <a:pt x="1" y="1227"/>
                  </a:lnTo>
                  <a:cubicBezTo>
                    <a:pt x="1" y="536"/>
                    <a:pt x="548" y="0"/>
                    <a:pt x="1215" y="0"/>
                  </a:cubicBezTo>
                  <a:lnTo>
                    <a:pt x="5192" y="0"/>
                  </a:lnTo>
                  <a:cubicBezTo>
                    <a:pt x="5870" y="0"/>
                    <a:pt x="6406" y="548"/>
                    <a:pt x="6406" y="1227"/>
                  </a:cubicBezTo>
                  <a:lnTo>
                    <a:pt x="6406" y="5191"/>
                  </a:lnTo>
                  <a:cubicBezTo>
                    <a:pt x="6430" y="5870"/>
                    <a:pt x="5870"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9">
              <a:extLst>
                <a:ext uri="{FF2B5EF4-FFF2-40B4-BE49-F238E27FC236}">
                  <a16:creationId xmlns:a16="http://schemas.microsoft.com/office/drawing/2014/main" id="{091C57DE-3324-41F0-1D6A-21769DD2B63B}"/>
                </a:ext>
              </a:extLst>
            </p:cNvPr>
            <p:cNvSpPr/>
            <p:nvPr/>
          </p:nvSpPr>
          <p:spPr>
            <a:xfrm>
              <a:off x="7163379" y="4366808"/>
              <a:ext cx="46185" cy="71313"/>
            </a:xfrm>
            <a:custGeom>
              <a:avLst/>
              <a:gdLst/>
              <a:ahLst/>
              <a:cxnLst/>
              <a:rect l="l" t="t" r="r" b="b"/>
              <a:pathLst>
                <a:path w="1180" h="1822" extrusionOk="0">
                  <a:moveTo>
                    <a:pt x="560" y="202"/>
                  </a:moveTo>
                  <a:cubicBezTo>
                    <a:pt x="667" y="202"/>
                    <a:pt x="762" y="238"/>
                    <a:pt x="822" y="298"/>
                  </a:cubicBezTo>
                  <a:cubicBezTo>
                    <a:pt x="881" y="357"/>
                    <a:pt x="917" y="441"/>
                    <a:pt x="917" y="548"/>
                  </a:cubicBezTo>
                  <a:cubicBezTo>
                    <a:pt x="917" y="655"/>
                    <a:pt x="881" y="738"/>
                    <a:pt x="822" y="798"/>
                  </a:cubicBezTo>
                  <a:cubicBezTo>
                    <a:pt x="762" y="857"/>
                    <a:pt x="667" y="881"/>
                    <a:pt x="560" y="881"/>
                  </a:cubicBezTo>
                  <a:lnTo>
                    <a:pt x="250" y="881"/>
                  </a:lnTo>
                  <a:lnTo>
                    <a:pt x="250" y="202"/>
                  </a:lnTo>
                  <a:close/>
                  <a:moveTo>
                    <a:pt x="0" y="0"/>
                  </a:moveTo>
                  <a:lnTo>
                    <a:pt x="0" y="1822"/>
                  </a:lnTo>
                  <a:lnTo>
                    <a:pt x="250" y="1822"/>
                  </a:lnTo>
                  <a:lnTo>
                    <a:pt x="250" y="1083"/>
                  </a:lnTo>
                  <a:lnTo>
                    <a:pt x="560" y="1083"/>
                  </a:lnTo>
                  <a:cubicBezTo>
                    <a:pt x="762" y="1083"/>
                    <a:pt x="917" y="1048"/>
                    <a:pt x="1012" y="953"/>
                  </a:cubicBezTo>
                  <a:cubicBezTo>
                    <a:pt x="1120" y="857"/>
                    <a:pt x="1179" y="726"/>
                    <a:pt x="1179" y="548"/>
                  </a:cubicBezTo>
                  <a:cubicBezTo>
                    <a:pt x="1179" y="369"/>
                    <a:pt x="1120" y="238"/>
                    <a:pt x="1012" y="143"/>
                  </a:cubicBezTo>
                  <a:cubicBezTo>
                    <a:pt x="917" y="48"/>
                    <a:pt x="762" y="0"/>
                    <a:pt x="5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9">
              <a:extLst>
                <a:ext uri="{FF2B5EF4-FFF2-40B4-BE49-F238E27FC236}">
                  <a16:creationId xmlns:a16="http://schemas.microsoft.com/office/drawing/2014/main" id="{87D19FDE-A867-F6A8-0B32-AF080A2FE7EC}"/>
                </a:ext>
              </a:extLst>
            </p:cNvPr>
            <p:cNvSpPr/>
            <p:nvPr/>
          </p:nvSpPr>
          <p:spPr>
            <a:xfrm>
              <a:off x="6614871" y="4003785"/>
              <a:ext cx="251240" cy="251201"/>
            </a:xfrm>
            <a:custGeom>
              <a:avLst/>
              <a:gdLst/>
              <a:ahLst/>
              <a:cxnLst/>
              <a:rect l="l" t="t" r="r" b="b"/>
              <a:pathLst>
                <a:path w="6419" h="6418" fill="none" extrusionOk="0">
                  <a:moveTo>
                    <a:pt x="5204" y="6418"/>
                  </a:moveTo>
                  <a:lnTo>
                    <a:pt x="1227" y="6418"/>
                  </a:lnTo>
                  <a:cubicBezTo>
                    <a:pt x="548" y="6418"/>
                    <a:pt x="1" y="5870"/>
                    <a:pt x="1" y="5191"/>
                  </a:cubicBezTo>
                  <a:lnTo>
                    <a:pt x="1" y="1226"/>
                  </a:lnTo>
                  <a:cubicBezTo>
                    <a:pt x="1" y="536"/>
                    <a:pt x="560" y="0"/>
                    <a:pt x="1227" y="0"/>
                  </a:cubicBezTo>
                  <a:lnTo>
                    <a:pt x="5204" y="0"/>
                  </a:lnTo>
                  <a:cubicBezTo>
                    <a:pt x="5882" y="0"/>
                    <a:pt x="6418" y="548"/>
                    <a:pt x="6418" y="1226"/>
                  </a:cubicBezTo>
                  <a:lnTo>
                    <a:pt x="6418" y="5191"/>
                  </a:lnTo>
                  <a:cubicBezTo>
                    <a:pt x="6418" y="5870"/>
                    <a:pt x="5871"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9">
              <a:extLst>
                <a:ext uri="{FF2B5EF4-FFF2-40B4-BE49-F238E27FC236}">
                  <a16:creationId xmlns:a16="http://schemas.microsoft.com/office/drawing/2014/main" id="{50ED2384-D4F4-5D44-E44F-111AE684DF06}"/>
                </a:ext>
              </a:extLst>
            </p:cNvPr>
            <p:cNvSpPr/>
            <p:nvPr/>
          </p:nvSpPr>
          <p:spPr>
            <a:xfrm>
              <a:off x="6927091" y="4003785"/>
              <a:ext cx="252179" cy="251201"/>
            </a:xfrm>
            <a:custGeom>
              <a:avLst/>
              <a:gdLst/>
              <a:ahLst/>
              <a:cxnLst/>
              <a:rect l="l" t="t" r="r" b="b"/>
              <a:pathLst>
                <a:path w="6443" h="6418" fill="none" extrusionOk="0">
                  <a:moveTo>
                    <a:pt x="5204" y="6418"/>
                  </a:moveTo>
                  <a:lnTo>
                    <a:pt x="1227" y="6418"/>
                  </a:lnTo>
                  <a:cubicBezTo>
                    <a:pt x="549" y="6418"/>
                    <a:pt x="1" y="5870"/>
                    <a:pt x="1" y="5191"/>
                  </a:cubicBezTo>
                  <a:lnTo>
                    <a:pt x="1" y="1226"/>
                  </a:lnTo>
                  <a:cubicBezTo>
                    <a:pt x="1" y="536"/>
                    <a:pt x="561" y="0"/>
                    <a:pt x="1227" y="0"/>
                  </a:cubicBezTo>
                  <a:lnTo>
                    <a:pt x="5204" y="0"/>
                  </a:lnTo>
                  <a:cubicBezTo>
                    <a:pt x="5883" y="0"/>
                    <a:pt x="6418" y="548"/>
                    <a:pt x="6418" y="1226"/>
                  </a:cubicBezTo>
                  <a:lnTo>
                    <a:pt x="6418" y="5191"/>
                  </a:lnTo>
                  <a:cubicBezTo>
                    <a:pt x="6442" y="5870"/>
                    <a:pt x="5883"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9">
              <a:extLst>
                <a:ext uri="{FF2B5EF4-FFF2-40B4-BE49-F238E27FC236}">
                  <a16:creationId xmlns:a16="http://schemas.microsoft.com/office/drawing/2014/main" id="{0D63A5BF-6B22-3AD6-DFDD-1B9C49B0C5D2}"/>
                </a:ext>
              </a:extLst>
            </p:cNvPr>
            <p:cNvSpPr/>
            <p:nvPr/>
          </p:nvSpPr>
          <p:spPr>
            <a:xfrm>
              <a:off x="6718318" y="4141244"/>
              <a:ext cx="49003" cy="74131"/>
            </a:xfrm>
            <a:custGeom>
              <a:avLst/>
              <a:gdLst/>
              <a:ahLst/>
              <a:cxnLst/>
              <a:rect l="l" t="t" r="r" b="b"/>
              <a:pathLst>
                <a:path w="1252" h="1894" extrusionOk="0">
                  <a:moveTo>
                    <a:pt x="608" y="203"/>
                  </a:moveTo>
                  <a:cubicBezTo>
                    <a:pt x="715" y="203"/>
                    <a:pt x="799" y="239"/>
                    <a:pt x="858" y="310"/>
                  </a:cubicBezTo>
                  <a:cubicBezTo>
                    <a:pt x="930" y="393"/>
                    <a:pt x="965" y="489"/>
                    <a:pt x="965" y="620"/>
                  </a:cubicBezTo>
                  <a:cubicBezTo>
                    <a:pt x="965" y="750"/>
                    <a:pt x="930" y="858"/>
                    <a:pt x="858" y="929"/>
                  </a:cubicBezTo>
                  <a:cubicBezTo>
                    <a:pt x="799" y="1012"/>
                    <a:pt x="715" y="1048"/>
                    <a:pt x="608" y="1048"/>
                  </a:cubicBezTo>
                  <a:cubicBezTo>
                    <a:pt x="489" y="1048"/>
                    <a:pt x="406" y="1012"/>
                    <a:pt x="334" y="929"/>
                  </a:cubicBezTo>
                  <a:cubicBezTo>
                    <a:pt x="275" y="858"/>
                    <a:pt x="239" y="750"/>
                    <a:pt x="239" y="620"/>
                  </a:cubicBezTo>
                  <a:cubicBezTo>
                    <a:pt x="239" y="489"/>
                    <a:pt x="275" y="393"/>
                    <a:pt x="334" y="310"/>
                  </a:cubicBezTo>
                  <a:cubicBezTo>
                    <a:pt x="406" y="239"/>
                    <a:pt x="489" y="203"/>
                    <a:pt x="608" y="203"/>
                  </a:cubicBezTo>
                  <a:close/>
                  <a:moveTo>
                    <a:pt x="608" y="0"/>
                  </a:moveTo>
                  <a:cubicBezTo>
                    <a:pt x="418" y="0"/>
                    <a:pt x="275" y="60"/>
                    <a:pt x="168" y="179"/>
                  </a:cubicBezTo>
                  <a:cubicBezTo>
                    <a:pt x="49" y="286"/>
                    <a:pt x="1" y="441"/>
                    <a:pt x="1" y="620"/>
                  </a:cubicBezTo>
                  <a:cubicBezTo>
                    <a:pt x="1" y="810"/>
                    <a:pt x="49" y="965"/>
                    <a:pt x="156" y="1072"/>
                  </a:cubicBezTo>
                  <a:cubicBezTo>
                    <a:pt x="263" y="1179"/>
                    <a:pt x="406" y="1239"/>
                    <a:pt x="584" y="1239"/>
                  </a:cubicBezTo>
                  <a:cubicBezTo>
                    <a:pt x="680" y="1239"/>
                    <a:pt x="751" y="1215"/>
                    <a:pt x="822" y="1179"/>
                  </a:cubicBezTo>
                  <a:cubicBezTo>
                    <a:pt x="894" y="1143"/>
                    <a:pt x="953" y="1096"/>
                    <a:pt x="1001" y="1024"/>
                  </a:cubicBezTo>
                  <a:lnTo>
                    <a:pt x="1001" y="1024"/>
                  </a:lnTo>
                  <a:cubicBezTo>
                    <a:pt x="989" y="1251"/>
                    <a:pt x="942" y="1405"/>
                    <a:pt x="858" y="1524"/>
                  </a:cubicBezTo>
                  <a:cubicBezTo>
                    <a:pt x="775" y="1632"/>
                    <a:pt x="644" y="1679"/>
                    <a:pt x="489" y="1679"/>
                  </a:cubicBezTo>
                  <a:cubicBezTo>
                    <a:pt x="430" y="1679"/>
                    <a:pt x="358" y="1679"/>
                    <a:pt x="299" y="1655"/>
                  </a:cubicBezTo>
                  <a:cubicBezTo>
                    <a:pt x="239" y="1643"/>
                    <a:pt x="180" y="1620"/>
                    <a:pt x="108" y="1596"/>
                  </a:cubicBezTo>
                  <a:lnTo>
                    <a:pt x="108" y="1822"/>
                  </a:lnTo>
                  <a:cubicBezTo>
                    <a:pt x="180" y="1846"/>
                    <a:pt x="251" y="1858"/>
                    <a:pt x="310" y="1870"/>
                  </a:cubicBezTo>
                  <a:cubicBezTo>
                    <a:pt x="370" y="1882"/>
                    <a:pt x="441" y="1893"/>
                    <a:pt x="501" y="1893"/>
                  </a:cubicBezTo>
                  <a:cubicBezTo>
                    <a:pt x="727" y="1893"/>
                    <a:pt x="906" y="1810"/>
                    <a:pt x="1049" y="1632"/>
                  </a:cubicBezTo>
                  <a:cubicBezTo>
                    <a:pt x="1180" y="1465"/>
                    <a:pt x="1251" y="1239"/>
                    <a:pt x="1251" y="953"/>
                  </a:cubicBezTo>
                  <a:cubicBezTo>
                    <a:pt x="1251" y="643"/>
                    <a:pt x="1192" y="405"/>
                    <a:pt x="1084" y="250"/>
                  </a:cubicBezTo>
                  <a:cubicBezTo>
                    <a:pt x="977" y="84"/>
                    <a:pt x="811" y="0"/>
                    <a:pt x="6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9">
              <a:extLst>
                <a:ext uri="{FF2B5EF4-FFF2-40B4-BE49-F238E27FC236}">
                  <a16:creationId xmlns:a16="http://schemas.microsoft.com/office/drawing/2014/main" id="{6C4B1178-D641-1E4F-2D31-122504C017D6}"/>
                </a:ext>
              </a:extLst>
            </p:cNvPr>
            <p:cNvSpPr/>
            <p:nvPr/>
          </p:nvSpPr>
          <p:spPr>
            <a:xfrm>
              <a:off x="6733231" y="4041985"/>
              <a:ext cx="12173" cy="47085"/>
            </a:xfrm>
            <a:custGeom>
              <a:avLst/>
              <a:gdLst/>
              <a:ahLst/>
              <a:cxnLst/>
              <a:rect l="l" t="t" r="r" b="b"/>
              <a:pathLst>
                <a:path w="311" h="1203" extrusionOk="0">
                  <a:moveTo>
                    <a:pt x="1" y="0"/>
                  </a:moveTo>
                  <a:cubicBezTo>
                    <a:pt x="60" y="108"/>
                    <a:pt x="108" y="203"/>
                    <a:pt x="132" y="298"/>
                  </a:cubicBezTo>
                  <a:cubicBezTo>
                    <a:pt x="168" y="405"/>
                    <a:pt x="180" y="500"/>
                    <a:pt x="180" y="608"/>
                  </a:cubicBezTo>
                  <a:cubicBezTo>
                    <a:pt x="180" y="703"/>
                    <a:pt x="168" y="798"/>
                    <a:pt x="132" y="905"/>
                  </a:cubicBezTo>
                  <a:cubicBezTo>
                    <a:pt x="108" y="1000"/>
                    <a:pt x="60" y="1096"/>
                    <a:pt x="1" y="1203"/>
                  </a:cubicBezTo>
                  <a:lnTo>
                    <a:pt x="108" y="1203"/>
                  </a:lnTo>
                  <a:cubicBezTo>
                    <a:pt x="180" y="1096"/>
                    <a:pt x="227" y="1000"/>
                    <a:pt x="263" y="893"/>
                  </a:cubicBezTo>
                  <a:cubicBezTo>
                    <a:pt x="287" y="798"/>
                    <a:pt x="310" y="703"/>
                    <a:pt x="310" y="608"/>
                  </a:cubicBezTo>
                  <a:cubicBezTo>
                    <a:pt x="310" y="500"/>
                    <a:pt x="287" y="405"/>
                    <a:pt x="263" y="310"/>
                  </a:cubicBezTo>
                  <a:cubicBezTo>
                    <a:pt x="227" y="215"/>
                    <a:pt x="180" y="108"/>
                    <a:pt x="1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9">
              <a:extLst>
                <a:ext uri="{FF2B5EF4-FFF2-40B4-BE49-F238E27FC236}">
                  <a16:creationId xmlns:a16="http://schemas.microsoft.com/office/drawing/2014/main" id="{379DB86A-7A36-0710-931E-AFB15588010B}"/>
                </a:ext>
              </a:extLst>
            </p:cNvPr>
            <p:cNvSpPr/>
            <p:nvPr/>
          </p:nvSpPr>
          <p:spPr>
            <a:xfrm>
              <a:off x="7029168" y="4141244"/>
              <a:ext cx="48964" cy="74131"/>
            </a:xfrm>
            <a:custGeom>
              <a:avLst/>
              <a:gdLst/>
              <a:ahLst/>
              <a:cxnLst/>
              <a:rect l="l" t="t" r="r" b="b"/>
              <a:pathLst>
                <a:path w="1251" h="1894" extrusionOk="0">
                  <a:moveTo>
                    <a:pt x="631" y="203"/>
                  </a:moveTo>
                  <a:cubicBezTo>
                    <a:pt x="750" y="203"/>
                    <a:pt x="846" y="262"/>
                    <a:pt x="917" y="381"/>
                  </a:cubicBezTo>
                  <a:cubicBezTo>
                    <a:pt x="977" y="512"/>
                    <a:pt x="1012" y="703"/>
                    <a:pt x="1012" y="953"/>
                  </a:cubicBezTo>
                  <a:cubicBezTo>
                    <a:pt x="1012" y="1203"/>
                    <a:pt x="977" y="1382"/>
                    <a:pt x="917" y="1512"/>
                  </a:cubicBezTo>
                  <a:cubicBezTo>
                    <a:pt x="846" y="1632"/>
                    <a:pt x="750" y="1691"/>
                    <a:pt x="631" y="1691"/>
                  </a:cubicBezTo>
                  <a:cubicBezTo>
                    <a:pt x="500" y="1691"/>
                    <a:pt x="405" y="1632"/>
                    <a:pt x="346" y="1512"/>
                  </a:cubicBezTo>
                  <a:cubicBezTo>
                    <a:pt x="274" y="1382"/>
                    <a:pt x="250" y="1203"/>
                    <a:pt x="250" y="953"/>
                  </a:cubicBezTo>
                  <a:cubicBezTo>
                    <a:pt x="250" y="703"/>
                    <a:pt x="274" y="512"/>
                    <a:pt x="346" y="381"/>
                  </a:cubicBezTo>
                  <a:cubicBezTo>
                    <a:pt x="405" y="262"/>
                    <a:pt x="500" y="203"/>
                    <a:pt x="631" y="203"/>
                  </a:cubicBezTo>
                  <a:close/>
                  <a:moveTo>
                    <a:pt x="631" y="0"/>
                  </a:moveTo>
                  <a:cubicBezTo>
                    <a:pt x="417" y="0"/>
                    <a:pt x="262" y="84"/>
                    <a:pt x="155" y="250"/>
                  </a:cubicBezTo>
                  <a:cubicBezTo>
                    <a:pt x="48" y="405"/>
                    <a:pt x="0" y="643"/>
                    <a:pt x="0" y="953"/>
                  </a:cubicBezTo>
                  <a:cubicBezTo>
                    <a:pt x="0" y="1251"/>
                    <a:pt x="48" y="1489"/>
                    <a:pt x="155" y="1643"/>
                  </a:cubicBezTo>
                  <a:cubicBezTo>
                    <a:pt x="262" y="1810"/>
                    <a:pt x="417" y="1893"/>
                    <a:pt x="631" y="1893"/>
                  </a:cubicBezTo>
                  <a:cubicBezTo>
                    <a:pt x="834" y="1893"/>
                    <a:pt x="989" y="1810"/>
                    <a:pt x="1096" y="1643"/>
                  </a:cubicBezTo>
                  <a:cubicBezTo>
                    <a:pt x="1203" y="1489"/>
                    <a:pt x="1251" y="1251"/>
                    <a:pt x="1251" y="953"/>
                  </a:cubicBezTo>
                  <a:cubicBezTo>
                    <a:pt x="1251" y="643"/>
                    <a:pt x="1203" y="405"/>
                    <a:pt x="1096" y="250"/>
                  </a:cubicBezTo>
                  <a:cubicBezTo>
                    <a:pt x="989" y="84"/>
                    <a:pt x="834" y="0"/>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9">
              <a:extLst>
                <a:ext uri="{FF2B5EF4-FFF2-40B4-BE49-F238E27FC236}">
                  <a16:creationId xmlns:a16="http://schemas.microsoft.com/office/drawing/2014/main" id="{4CB19C01-DF14-A4E8-EFE2-9ED3C25DAB15}"/>
                </a:ext>
              </a:extLst>
            </p:cNvPr>
            <p:cNvSpPr/>
            <p:nvPr/>
          </p:nvSpPr>
          <p:spPr>
            <a:xfrm>
              <a:off x="7041263" y="4050831"/>
              <a:ext cx="42937" cy="19609"/>
            </a:xfrm>
            <a:custGeom>
              <a:avLst/>
              <a:gdLst/>
              <a:ahLst/>
              <a:cxnLst/>
              <a:rect l="l" t="t" r="r" b="b"/>
              <a:pathLst>
                <a:path w="1097" h="501" extrusionOk="0">
                  <a:moveTo>
                    <a:pt x="1" y="1"/>
                  </a:moveTo>
                  <a:lnTo>
                    <a:pt x="1" y="143"/>
                  </a:lnTo>
                  <a:lnTo>
                    <a:pt x="1096" y="143"/>
                  </a:lnTo>
                  <a:lnTo>
                    <a:pt x="1096" y="1"/>
                  </a:lnTo>
                  <a:close/>
                  <a:moveTo>
                    <a:pt x="1" y="358"/>
                  </a:moveTo>
                  <a:lnTo>
                    <a:pt x="1" y="501"/>
                  </a:lnTo>
                  <a:lnTo>
                    <a:pt x="1096" y="501"/>
                  </a:lnTo>
                  <a:lnTo>
                    <a:pt x="1096" y="35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 name="Google Shape;831;p39">
            <a:extLst>
              <a:ext uri="{FF2B5EF4-FFF2-40B4-BE49-F238E27FC236}">
                <a16:creationId xmlns:a16="http://schemas.microsoft.com/office/drawing/2014/main" id="{D218D797-B137-77FE-D3B1-9C04A9820B74}"/>
              </a:ext>
            </a:extLst>
          </p:cNvPr>
          <p:cNvGrpSpPr/>
          <p:nvPr/>
        </p:nvGrpSpPr>
        <p:grpSpPr>
          <a:xfrm>
            <a:off x="3790627" y="4106605"/>
            <a:ext cx="1562747" cy="497391"/>
            <a:chOff x="2376988" y="575316"/>
            <a:chExt cx="976778" cy="310889"/>
          </a:xfrm>
        </p:grpSpPr>
        <p:sp>
          <p:nvSpPr>
            <p:cNvPr id="832" name="Google Shape;832;p39">
              <a:extLst>
                <a:ext uri="{FF2B5EF4-FFF2-40B4-BE49-F238E27FC236}">
                  <a16:creationId xmlns:a16="http://schemas.microsoft.com/office/drawing/2014/main" id="{2CAF2740-4573-19C5-DF52-EF61A6445682}"/>
                </a:ext>
              </a:extLst>
            </p:cNvPr>
            <p:cNvSpPr/>
            <p:nvPr/>
          </p:nvSpPr>
          <p:spPr>
            <a:xfrm>
              <a:off x="2401685" y="575316"/>
              <a:ext cx="444591" cy="136599"/>
            </a:xfrm>
            <a:custGeom>
              <a:avLst/>
              <a:gdLst/>
              <a:ahLst/>
              <a:cxnLst/>
              <a:rect l="l" t="t" r="r" b="b"/>
              <a:pathLst>
                <a:path w="11359" h="3490" extrusionOk="0">
                  <a:moveTo>
                    <a:pt x="5763" y="1"/>
                  </a:moveTo>
                  <a:lnTo>
                    <a:pt x="5763" y="144"/>
                  </a:lnTo>
                  <a:lnTo>
                    <a:pt x="5811" y="144"/>
                  </a:lnTo>
                  <a:cubicBezTo>
                    <a:pt x="5942" y="144"/>
                    <a:pt x="6073" y="144"/>
                    <a:pt x="6215" y="156"/>
                  </a:cubicBezTo>
                  <a:lnTo>
                    <a:pt x="6227" y="13"/>
                  </a:lnTo>
                  <a:cubicBezTo>
                    <a:pt x="6073" y="1"/>
                    <a:pt x="5942" y="1"/>
                    <a:pt x="5811" y="1"/>
                  </a:cubicBezTo>
                  <a:close/>
                  <a:moveTo>
                    <a:pt x="5322" y="13"/>
                  </a:moveTo>
                  <a:lnTo>
                    <a:pt x="4870" y="60"/>
                  </a:lnTo>
                  <a:lnTo>
                    <a:pt x="4882" y="203"/>
                  </a:lnTo>
                  <a:cubicBezTo>
                    <a:pt x="5037" y="191"/>
                    <a:pt x="5180" y="180"/>
                    <a:pt x="5322" y="156"/>
                  </a:cubicBezTo>
                  <a:lnTo>
                    <a:pt x="5322" y="13"/>
                  </a:lnTo>
                  <a:close/>
                  <a:moveTo>
                    <a:pt x="6668" y="60"/>
                  </a:moveTo>
                  <a:lnTo>
                    <a:pt x="6656" y="203"/>
                  </a:lnTo>
                  <a:cubicBezTo>
                    <a:pt x="6811" y="215"/>
                    <a:pt x="6954" y="251"/>
                    <a:pt x="7085" y="275"/>
                  </a:cubicBezTo>
                  <a:lnTo>
                    <a:pt x="7120" y="132"/>
                  </a:lnTo>
                  <a:cubicBezTo>
                    <a:pt x="6965" y="96"/>
                    <a:pt x="6823" y="72"/>
                    <a:pt x="6668" y="60"/>
                  </a:cubicBezTo>
                  <a:close/>
                  <a:moveTo>
                    <a:pt x="4429" y="144"/>
                  </a:moveTo>
                  <a:cubicBezTo>
                    <a:pt x="4275" y="180"/>
                    <a:pt x="4132" y="215"/>
                    <a:pt x="3977" y="251"/>
                  </a:cubicBezTo>
                  <a:lnTo>
                    <a:pt x="4025" y="394"/>
                  </a:lnTo>
                  <a:cubicBezTo>
                    <a:pt x="4156" y="346"/>
                    <a:pt x="4310" y="322"/>
                    <a:pt x="4453" y="299"/>
                  </a:cubicBezTo>
                  <a:lnTo>
                    <a:pt x="4429" y="144"/>
                  </a:lnTo>
                  <a:close/>
                  <a:moveTo>
                    <a:pt x="7549" y="239"/>
                  </a:moveTo>
                  <a:lnTo>
                    <a:pt x="7501" y="382"/>
                  </a:lnTo>
                  <a:cubicBezTo>
                    <a:pt x="7656" y="430"/>
                    <a:pt x="7787" y="477"/>
                    <a:pt x="7918" y="513"/>
                  </a:cubicBezTo>
                  <a:lnTo>
                    <a:pt x="7966" y="382"/>
                  </a:lnTo>
                  <a:cubicBezTo>
                    <a:pt x="7847" y="311"/>
                    <a:pt x="7704" y="263"/>
                    <a:pt x="7549" y="239"/>
                  </a:cubicBezTo>
                  <a:close/>
                  <a:moveTo>
                    <a:pt x="3560" y="394"/>
                  </a:moveTo>
                  <a:cubicBezTo>
                    <a:pt x="3417" y="441"/>
                    <a:pt x="3275" y="501"/>
                    <a:pt x="3144" y="561"/>
                  </a:cubicBezTo>
                  <a:lnTo>
                    <a:pt x="3203" y="692"/>
                  </a:lnTo>
                  <a:cubicBezTo>
                    <a:pt x="3334" y="632"/>
                    <a:pt x="3477" y="572"/>
                    <a:pt x="3620" y="537"/>
                  </a:cubicBezTo>
                  <a:lnTo>
                    <a:pt x="3560" y="394"/>
                  </a:lnTo>
                  <a:close/>
                  <a:moveTo>
                    <a:pt x="8394" y="537"/>
                  </a:moveTo>
                  <a:lnTo>
                    <a:pt x="8335" y="668"/>
                  </a:lnTo>
                  <a:cubicBezTo>
                    <a:pt x="8478" y="727"/>
                    <a:pt x="8609" y="787"/>
                    <a:pt x="8740" y="858"/>
                  </a:cubicBezTo>
                  <a:lnTo>
                    <a:pt x="8799" y="727"/>
                  </a:lnTo>
                  <a:cubicBezTo>
                    <a:pt x="8680" y="656"/>
                    <a:pt x="8549" y="596"/>
                    <a:pt x="8394" y="537"/>
                  </a:cubicBezTo>
                  <a:close/>
                  <a:moveTo>
                    <a:pt x="2727" y="751"/>
                  </a:moveTo>
                  <a:cubicBezTo>
                    <a:pt x="2596" y="834"/>
                    <a:pt x="2465" y="906"/>
                    <a:pt x="2346" y="977"/>
                  </a:cubicBezTo>
                  <a:lnTo>
                    <a:pt x="2417" y="1108"/>
                  </a:lnTo>
                  <a:cubicBezTo>
                    <a:pt x="2548" y="1037"/>
                    <a:pt x="2667" y="965"/>
                    <a:pt x="2798" y="894"/>
                  </a:cubicBezTo>
                  <a:lnTo>
                    <a:pt x="2727" y="751"/>
                  </a:lnTo>
                  <a:close/>
                  <a:moveTo>
                    <a:pt x="9204" y="930"/>
                  </a:moveTo>
                  <a:lnTo>
                    <a:pt x="9132" y="1073"/>
                  </a:lnTo>
                  <a:cubicBezTo>
                    <a:pt x="9251" y="1144"/>
                    <a:pt x="9382" y="1215"/>
                    <a:pt x="9502" y="1311"/>
                  </a:cubicBezTo>
                  <a:lnTo>
                    <a:pt x="9585" y="1192"/>
                  </a:lnTo>
                  <a:cubicBezTo>
                    <a:pt x="9466" y="1096"/>
                    <a:pt x="9335" y="1013"/>
                    <a:pt x="9204" y="930"/>
                  </a:cubicBezTo>
                  <a:close/>
                  <a:moveTo>
                    <a:pt x="1965" y="1227"/>
                  </a:moveTo>
                  <a:cubicBezTo>
                    <a:pt x="1846" y="1323"/>
                    <a:pt x="1727" y="1406"/>
                    <a:pt x="1608" y="1513"/>
                  </a:cubicBezTo>
                  <a:lnTo>
                    <a:pt x="1703" y="1632"/>
                  </a:lnTo>
                  <a:cubicBezTo>
                    <a:pt x="1822" y="1549"/>
                    <a:pt x="1929" y="1454"/>
                    <a:pt x="2060" y="1370"/>
                  </a:cubicBezTo>
                  <a:lnTo>
                    <a:pt x="1965" y="1227"/>
                  </a:lnTo>
                  <a:close/>
                  <a:moveTo>
                    <a:pt x="9942" y="1454"/>
                  </a:moveTo>
                  <a:lnTo>
                    <a:pt x="9859" y="1573"/>
                  </a:lnTo>
                  <a:cubicBezTo>
                    <a:pt x="9978" y="1668"/>
                    <a:pt x="10085" y="1763"/>
                    <a:pt x="10180" y="1858"/>
                  </a:cubicBezTo>
                  <a:lnTo>
                    <a:pt x="10287" y="1751"/>
                  </a:lnTo>
                  <a:cubicBezTo>
                    <a:pt x="10180" y="1644"/>
                    <a:pt x="10061" y="1549"/>
                    <a:pt x="9942" y="1454"/>
                  </a:cubicBezTo>
                  <a:close/>
                  <a:moveTo>
                    <a:pt x="1274" y="1811"/>
                  </a:moveTo>
                  <a:cubicBezTo>
                    <a:pt x="1167" y="1918"/>
                    <a:pt x="1048" y="2025"/>
                    <a:pt x="953" y="2132"/>
                  </a:cubicBezTo>
                  <a:lnTo>
                    <a:pt x="1060" y="2239"/>
                  </a:lnTo>
                  <a:lnTo>
                    <a:pt x="1370" y="1930"/>
                  </a:lnTo>
                  <a:lnTo>
                    <a:pt x="1274" y="1811"/>
                  </a:lnTo>
                  <a:close/>
                  <a:moveTo>
                    <a:pt x="10621" y="2061"/>
                  </a:moveTo>
                  <a:lnTo>
                    <a:pt x="10514" y="2168"/>
                  </a:lnTo>
                  <a:cubicBezTo>
                    <a:pt x="10621" y="2275"/>
                    <a:pt x="10704" y="2394"/>
                    <a:pt x="10811" y="2501"/>
                  </a:cubicBezTo>
                  <a:lnTo>
                    <a:pt x="10930" y="2406"/>
                  </a:lnTo>
                  <a:cubicBezTo>
                    <a:pt x="10811" y="2287"/>
                    <a:pt x="10716" y="2180"/>
                    <a:pt x="10621" y="2061"/>
                  </a:cubicBezTo>
                  <a:close/>
                  <a:moveTo>
                    <a:pt x="655" y="2466"/>
                  </a:moveTo>
                  <a:lnTo>
                    <a:pt x="393" y="2823"/>
                  </a:lnTo>
                  <a:lnTo>
                    <a:pt x="512" y="2918"/>
                  </a:lnTo>
                  <a:lnTo>
                    <a:pt x="774" y="2561"/>
                  </a:lnTo>
                  <a:lnTo>
                    <a:pt x="655" y="2466"/>
                  </a:lnTo>
                  <a:close/>
                  <a:moveTo>
                    <a:pt x="11192" y="2763"/>
                  </a:moveTo>
                  <a:lnTo>
                    <a:pt x="11073" y="2858"/>
                  </a:lnTo>
                  <a:cubicBezTo>
                    <a:pt x="11097" y="2882"/>
                    <a:pt x="11121" y="2918"/>
                    <a:pt x="11133" y="2942"/>
                  </a:cubicBezTo>
                  <a:cubicBezTo>
                    <a:pt x="11168" y="2989"/>
                    <a:pt x="11192" y="3025"/>
                    <a:pt x="11228" y="3061"/>
                  </a:cubicBezTo>
                  <a:cubicBezTo>
                    <a:pt x="11276" y="3037"/>
                    <a:pt x="11311" y="3001"/>
                    <a:pt x="11359" y="2989"/>
                  </a:cubicBezTo>
                  <a:cubicBezTo>
                    <a:pt x="11299" y="2942"/>
                    <a:pt x="11276" y="2894"/>
                    <a:pt x="11252" y="2858"/>
                  </a:cubicBezTo>
                  <a:cubicBezTo>
                    <a:pt x="11240" y="2823"/>
                    <a:pt x="11216" y="2799"/>
                    <a:pt x="11192" y="2763"/>
                  </a:cubicBezTo>
                  <a:close/>
                  <a:moveTo>
                    <a:pt x="143" y="3216"/>
                  </a:moveTo>
                  <a:cubicBezTo>
                    <a:pt x="119" y="3239"/>
                    <a:pt x="96" y="3287"/>
                    <a:pt x="84" y="3311"/>
                  </a:cubicBezTo>
                  <a:cubicBezTo>
                    <a:pt x="48" y="3359"/>
                    <a:pt x="24" y="3406"/>
                    <a:pt x="0" y="3454"/>
                  </a:cubicBezTo>
                  <a:cubicBezTo>
                    <a:pt x="60" y="3454"/>
                    <a:pt x="107" y="3466"/>
                    <a:pt x="155" y="3489"/>
                  </a:cubicBezTo>
                  <a:cubicBezTo>
                    <a:pt x="179" y="3454"/>
                    <a:pt x="203" y="3406"/>
                    <a:pt x="227" y="3359"/>
                  </a:cubicBezTo>
                  <a:cubicBezTo>
                    <a:pt x="238" y="3335"/>
                    <a:pt x="262" y="3299"/>
                    <a:pt x="274" y="3287"/>
                  </a:cubicBezTo>
                  <a:lnTo>
                    <a:pt x="143" y="321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9">
              <a:extLst>
                <a:ext uri="{FF2B5EF4-FFF2-40B4-BE49-F238E27FC236}">
                  <a16:creationId xmlns:a16="http://schemas.microsoft.com/office/drawing/2014/main" id="{51224394-0B9B-4C2D-933F-71E58BCEF14F}"/>
                </a:ext>
              </a:extLst>
            </p:cNvPr>
            <p:cNvSpPr/>
            <p:nvPr/>
          </p:nvSpPr>
          <p:spPr>
            <a:xfrm>
              <a:off x="2877001" y="741700"/>
              <a:ext cx="451128" cy="144505"/>
            </a:xfrm>
            <a:custGeom>
              <a:avLst/>
              <a:gdLst/>
              <a:ahLst/>
              <a:cxnLst/>
              <a:rect l="l" t="t" r="r" b="b"/>
              <a:pathLst>
                <a:path w="11526" h="3692" extrusionOk="0">
                  <a:moveTo>
                    <a:pt x="11347" y="0"/>
                  </a:moveTo>
                  <a:cubicBezTo>
                    <a:pt x="11324" y="48"/>
                    <a:pt x="11312" y="84"/>
                    <a:pt x="11288" y="131"/>
                  </a:cubicBezTo>
                  <a:cubicBezTo>
                    <a:pt x="10169" y="2203"/>
                    <a:pt x="7978" y="3525"/>
                    <a:pt x="5597" y="3525"/>
                  </a:cubicBezTo>
                  <a:cubicBezTo>
                    <a:pt x="3406" y="3525"/>
                    <a:pt x="1382" y="2429"/>
                    <a:pt x="215" y="632"/>
                  </a:cubicBezTo>
                  <a:cubicBezTo>
                    <a:pt x="179" y="596"/>
                    <a:pt x="167" y="548"/>
                    <a:pt x="132" y="501"/>
                  </a:cubicBezTo>
                  <a:cubicBezTo>
                    <a:pt x="96" y="524"/>
                    <a:pt x="48" y="548"/>
                    <a:pt x="1" y="560"/>
                  </a:cubicBezTo>
                  <a:lnTo>
                    <a:pt x="96" y="703"/>
                  </a:lnTo>
                  <a:cubicBezTo>
                    <a:pt x="1298" y="2548"/>
                    <a:pt x="3370" y="3691"/>
                    <a:pt x="5609" y="3691"/>
                  </a:cubicBezTo>
                  <a:cubicBezTo>
                    <a:pt x="8073" y="3691"/>
                    <a:pt x="10300" y="2334"/>
                    <a:pt x="11443" y="191"/>
                  </a:cubicBezTo>
                  <a:cubicBezTo>
                    <a:pt x="11478" y="155"/>
                    <a:pt x="11502" y="108"/>
                    <a:pt x="11526" y="60"/>
                  </a:cubicBezTo>
                  <a:cubicBezTo>
                    <a:pt x="11466" y="48"/>
                    <a:pt x="11419" y="36"/>
                    <a:pt x="11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9">
              <a:extLst>
                <a:ext uri="{FF2B5EF4-FFF2-40B4-BE49-F238E27FC236}">
                  <a16:creationId xmlns:a16="http://schemas.microsoft.com/office/drawing/2014/main" id="{EFA6A466-C91E-1589-90A1-878B25562403}"/>
                </a:ext>
              </a:extLst>
            </p:cNvPr>
            <p:cNvSpPr/>
            <p:nvPr/>
          </p:nvSpPr>
          <p:spPr>
            <a:xfrm>
              <a:off x="2818291" y="681581"/>
              <a:ext cx="90922" cy="90922"/>
            </a:xfrm>
            <a:custGeom>
              <a:avLst/>
              <a:gdLst/>
              <a:ahLst/>
              <a:cxnLst/>
              <a:rect l="l" t="t" r="r" b="b"/>
              <a:pathLst>
                <a:path w="2323" h="2323" extrusionOk="0">
                  <a:moveTo>
                    <a:pt x="1132" y="167"/>
                  </a:moveTo>
                  <a:cubicBezTo>
                    <a:pt x="1679" y="167"/>
                    <a:pt x="2144" y="620"/>
                    <a:pt x="2144" y="1179"/>
                  </a:cubicBezTo>
                  <a:cubicBezTo>
                    <a:pt x="2144" y="1536"/>
                    <a:pt x="1953" y="1870"/>
                    <a:pt x="1644" y="2048"/>
                  </a:cubicBezTo>
                  <a:cubicBezTo>
                    <a:pt x="1596" y="2072"/>
                    <a:pt x="1548" y="2084"/>
                    <a:pt x="1501" y="2108"/>
                  </a:cubicBezTo>
                  <a:cubicBezTo>
                    <a:pt x="1382" y="2144"/>
                    <a:pt x="1263" y="2179"/>
                    <a:pt x="1132" y="2179"/>
                  </a:cubicBezTo>
                  <a:cubicBezTo>
                    <a:pt x="584" y="2179"/>
                    <a:pt x="120" y="1727"/>
                    <a:pt x="120" y="1167"/>
                  </a:cubicBezTo>
                  <a:cubicBezTo>
                    <a:pt x="120" y="822"/>
                    <a:pt x="286" y="524"/>
                    <a:pt x="548" y="346"/>
                  </a:cubicBezTo>
                  <a:cubicBezTo>
                    <a:pt x="596" y="322"/>
                    <a:pt x="643" y="286"/>
                    <a:pt x="691" y="274"/>
                  </a:cubicBezTo>
                  <a:cubicBezTo>
                    <a:pt x="822" y="203"/>
                    <a:pt x="989" y="167"/>
                    <a:pt x="1132" y="167"/>
                  </a:cubicBezTo>
                  <a:close/>
                  <a:moveTo>
                    <a:pt x="1144" y="1"/>
                  </a:moveTo>
                  <a:cubicBezTo>
                    <a:pt x="953" y="1"/>
                    <a:pt x="774" y="48"/>
                    <a:pt x="608" y="143"/>
                  </a:cubicBezTo>
                  <a:cubicBezTo>
                    <a:pt x="572" y="167"/>
                    <a:pt x="524" y="179"/>
                    <a:pt x="489" y="215"/>
                  </a:cubicBezTo>
                  <a:cubicBezTo>
                    <a:pt x="191" y="417"/>
                    <a:pt x="1" y="763"/>
                    <a:pt x="1" y="1167"/>
                  </a:cubicBezTo>
                  <a:cubicBezTo>
                    <a:pt x="1" y="1810"/>
                    <a:pt x="524" y="2322"/>
                    <a:pt x="1167" y="2322"/>
                  </a:cubicBezTo>
                  <a:cubicBezTo>
                    <a:pt x="1322" y="2322"/>
                    <a:pt x="1477" y="2298"/>
                    <a:pt x="1608" y="2239"/>
                  </a:cubicBezTo>
                  <a:cubicBezTo>
                    <a:pt x="1655" y="2227"/>
                    <a:pt x="1703" y="2191"/>
                    <a:pt x="1739" y="2168"/>
                  </a:cubicBezTo>
                  <a:cubicBezTo>
                    <a:pt x="2084" y="1953"/>
                    <a:pt x="2322" y="1584"/>
                    <a:pt x="2322" y="1167"/>
                  </a:cubicBezTo>
                  <a:cubicBezTo>
                    <a:pt x="2298" y="524"/>
                    <a:pt x="1786" y="1"/>
                    <a:pt x="1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9">
              <a:extLst>
                <a:ext uri="{FF2B5EF4-FFF2-40B4-BE49-F238E27FC236}">
                  <a16:creationId xmlns:a16="http://schemas.microsoft.com/office/drawing/2014/main" id="{9E3D37D2-B8F6-107A-CFFF-3632CA4AC211}"/>
                </a:ext>
              </a:extLst>
            </p:cNvPr>
            <p:cNvSpPr/>
            <p:nvPr/>
          </p:nvSpPr>
          <p:spPr>
            <a:xfrm>
              <a:off x="2376988" y="704400"/>
              <a:ext cx="45716" cy="45716"/>
            </a:xfrm>
            <a:custGeom>
              <a:avLst/>
              <a:gdLst/>
              <a:ahLst/>
              <a:cxnLst/>
              <a:rect l="l" t="t" r="r" b="b"/>
              <a:pathLst>
                <a:path w="1168" h="1168" extrusionOk="0">
                  <a:moveTo>
                    <a:pt x="619" y="156"/>
                  </a:moveTo>
                  <a:cubicBezTo>
                    <a:pt x="667" y="156"/>
                    <a:pt x="727" y="168"/>
                    <a:pt x="774" y="191"/>
                  </a:cubicBezTo>
                  <a:cubicBezTo>
                    <a:pt x="917" y="275"/>
                    <a:pt x="1012" y="418"/>
                    <a:pt x="1012" y="584"/>
                  </a:cubicBezTo>
                  <a:cubicBezTo>
                    <a:pt x="1024" y="823"/>
                    <a:pt x="834" y="1013"/>
                    <a:pt x="572" y="1013"/>
                  </a:cubicBezTo>
                  <a:cubicBezTo>
                    <a:pt x="334" y="1013"/>
                    <a:pt x="143" y="823"/>
                    <a:pt x="143" y="584"/>
                  </a:cubicBezTo>
                  <a:cubicBezTo>
                    <a:pt x="143" y="346"/>
                    <a:pt x="334" y="156"/>
                    <a:pt x="572" y="156"/>
                  </a:cubicBezTo>
                  <a:close/>
                  <a:moveTo>
                    <a:pt x="572" y="1"/>
                  </a:moveTo>
                  <a:cubicBezTo>
                    <a:pt x="250" y="1"/>
                    <a:pt x="0" y="275"/>
                    <a:pt x="0" y="584"/>
                  </a:cubicBezTo>
                  <a:cubicBezTo>
                    <a:pt x="0" y="906"/>
                    <a:pt x="262" y="1168"/>
                    <a:pt x="572" y="1168"/>
                  </a:cubicBezTo>
                  <a:cubicBezTo>
                    <a:pt x="905" y="1168"/>
                    <a:pt x="1155" y="894"/>
                    <a:pt x="1155" y="584"/>
                  </a:cubicBezTo>
                  <a:cubicBezTo>
                    <a:pt x="1167" y="358"/>
                    <a:pt x="1036" y="168"/>
                    <a:pt x="858" y="61"/>
                  </a:cubicBezTo>
                  <a:cubicBezTo>
                    <a:pt x="810" y="37"/>
                    <a:pt x="774" y="13"/>
                    <a:pt x="715" y="13"/>
                  </a:cubicBezTo>
                  <a:cubicBezTo>
                    <a:pt x="667" y="1"/>
                    <a:pt x="619" y="1"/>
                    <a:pt x="5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9">
              <a:extLst>
                <a:ext uri="{FF2B5EF4-FFF2-40B4-BE49-F238E27FC236}">
                  <a16:creationId xmlns:a16="http://schemas.microsoft.com/office/drawing/2014/main" id="{00B89F14-DC54-22C1-0D37-D13DC06B4011}"/>
                </a:ext>
              </a:extLst>
            </p:cNvPr>
            <p:cNvSpPr/>
            <p:nvPr/>
          </p:nvSpPr>
          <p:spPr>
            <a:xfrm>
              <a:off x="3308050" y="704400"/>
              <a:ext cx="45716" cy="45716"/>
            </a:xfrm>
            <a:custGeom>
              <a:avLst/>
              <a:gdLst/>
              <a:ahLst/>
              <a:cxnLst/>
              <a:rect l="l" t="t" r="r" b="b"/>
              <a:pathLst>
                <a:path w="1168" h="1168" extrusionOk="0">
                  <a:moveTo>
                    <a:pt x="584" y="132"/>
                  </a:moveTo>
                  <a:cubicBezTo>
                    <a:pt x="823" y="132"/>
                    <a:pt x="1013" y="334"/>
                    <a:pt x="1013" y="572"/>
                  </a:cubicBezTo>
                  <a:cubicBezTo>
                    <a:pt x="1013" y="823"/>
                    <a:pt x="823" y="1013"/>
                    <a:pt x="584" y="1013"/>
                  </a:cubicBezTo>
                  <a:cubicBezTo>
                    <a:pt x="549" y="1013"/>
                    <a:pt x="525" y="1013"/>
                    <a:pt x="513" y="1001"/>
                  </a:cubicBezTo>
                  <a:cubicBezTo>
                    <a:pt x="465" y="989"/>
                    <a:pt x="406" y="965"/>
                    <a:pt x="358" y="942"/>
                  </a:cubicBezTo>
                  <a:cubicBezTo>
                    <a:pt x="227" y="870"/>
                    <a:pt x="156" y="715"/>
                    <a:pt x="156" y="572"/>
                  </a:cubicBezTo>
                  <a:cubicBezTo>
                    <a:pt x="156" y="334"/>
                    <a:pt x="346" y="132"/>
                    <a:pt x="584" y="132"/>
                  </a:cubicBezTo>
                  <a:close/>
                  <a:moveTo>
                    <a:pt x="584" y="1"/>
                  </a:moveTo>
                  <a:cubicBezTo>
                    <a:pt x="251" y="1"/>
                    <a:pt x="1" y="275"/>
                    <a:pt x="1" y="584"/>
                  </a:cubicBezTo>
                  <a:cubicBezTo>
                    <a:pt x="1" y="811"/>
                    <a:pt x="120" y="989"/>
                    <a:pt x="299" y="1084"/>
                  </a:cubicBezTo>
                  <a:cubicBezTo>
                    <a:pt x="346" y="1120"/>
                    <a:pt x="394" y="1132"/>
                    <a:pt x="430" y="1144"/>
                  </a:cubicBezTo>
                  <a:cubicBezTo>
                    <a:pt x="477" y="1168"/>
                    <a:pt x="537" y="1168"/>
                    <a:pt x="584" y="1168"/>
                  </a:cubicBezTo>
                  <a:cubicBezTo>
                    <a:pt x="918" y="1168"/>
                    <a:pt x="1168" y="894"/>
                    <a:pt x="1168" y="584"/>
                  </a:cubicBezTo>
                  <a:cubicBezTo>
                    <a:pt x="1168" y="251"/>
                    <a:pt x="918"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9">
              <a:extLst>
                <a:ext uri="{FF2B5EF4-FFF2-40B4-BE49-F238E27FC236}">
                  <a16:creationId xmlns:a16="http://schemas.microsoft.com/office/drawing/2014/main" id="{45CAFF73-AC53-CC9E-4DB9-36C36FA4EE7B}"/>
                </a:ext>
              </a:extLst>
            </p:cNvPr>
            <p:cNvSpPr/>
            <p:nvPr/>
          </p:nvSpPr>
          <p:spPr>
            <a:xfrm>
              <a:off x="2843458" y="707218"/>
              <a:ext cx="39649" cy="39649"/>
            </a:xfrm>
            <a:custGeom>
              <a:avLst/>
              <a:gdLst/>
              <a:ahLst/>
              <a:cxnLst/>
              <a:rect l="l" t="t" r="r" b="b"/>
              <a:pathLst>
                <a:path w="1013" h="1013" extrusionOk="0">
                  <a:moveTo>
                    <a:pt x="501" y="0"/>
                  </a:moveTo>
                  <a:cubicBezTo>
                    <a:pt x="227" y="0"/>
                    <a:pt x="0" y="227"/>
                    <a:pt x="0" y="512"/>
                  </a:cubicBezTo>
                  <a:cubicBezTo>
                    <a:pt x="0" y="798"/>
                    <a:pt x="227" y="1012"/>
                    <a:pt x="501" y="1012"/>
                  </a:cubicBezTo>
                  <a:cubicBezTo>
                    <a:pt x="786" y="1012"/>
                    <a:pt x="1012" y="798"/>
                    <a:pt x="1012" y="512"/>
                  </a:cubicBezTo>
                  <a:cubicBezTo>
                    <a:pt x="1012" y="227"/>
                    <a:pt x="786" y="0"/>
                    <a:pt x="5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838;p39">
            <a:extLst>
              <a:ext uri="{FF2B5EF4-FFF2-40B4-BE49-F238E27FC236}">
                <a16:creationId xmlns:a16="http://schemas.microsoft.com/office/drawing/2014/main" id="{9F112D38-C3E9-4A3E-DB7C-72549A2339BB}"/>
              </a:ext>
            </a:extLst>
          </p:cNvPr>
          <p:cNvGrpSpPr/>
          <p:nvPr/>
        </p:nvGrpSpPr>
        <p:grpSpPr>
          <a:xfrm>
            <a:off x="158501" y="99885"/>
            <a:ext cx="1109440" cy="2219632"/>
            <a:chOff x="1990206" y="3718102"/>
            <a:chExt cx="693443" cy="1387356"/>
          </a:xfrm>
        </p:grpSpPr>
        <p:sp>
          <p:nvSpPr>
            <p:cNvPr id="839" name="Google Shape;839;p39">
              <a:extLst>
                <a:ext uri="{FF2B5EF4-FFF2-40B4-BE49-F238E27FC236}">
                  <a16:creationId xmlns:a16="http://schemas.microsoft.com/office/drawing/2014/main" id="{A0E55257-488E-2C13-37EC-34A82DDB74B3}"/>
                </a:ext>
              </a:extLst>
            </p:cNvPr>
            <p:cNvSpPr/>
            <p:nvPr/>
          </p:nvSpPr>
          <p:spPr>
            <a:xfrm>
              <a:off x="2431980" y="4000027"/>
              <a:ext cx="251670" cy="251240"/>
            </a:xfrm>
            <a:custGeom>
              <a:avLst/>
              <a:gdLst/>
              <a:ahLst/>
              <a:cxnLst/>
              <a:rect l="l" t="t" r="r" b="b"/>
              <a:pathLst>
                <a:path w="6430" h="6419" fill="none" extrusionOk="0">
                  <a:moveTo>
                    <a:pt x="5203" y="6418"/>
                  </a:moveTo>
                  <a:lnTo>
                    <a:pt x="1227" y="6418"/>
                  </a:lnTo>
                  <a:cubicBezTo>
                    <a:pt x="536" y="6418"/>
                    <a:pt x="0" y="5871"/>
                    <a:pt x="0" y="5204"/>
                  </a:cubicBezTo>
                  <a:lnTo>
                    <a:pt x="0" y="1227"/>
                  </a:lnTo>
                  <a:cubicBezTo>
                    <a:pt x="0" y="537"/>
                    <a:pt x="560" y="1"/>
                    <a:pt x="1227" y="1"/>
                  </a:cubicBezTo>
                  <a:lnTo>
                    <a:pt x="5203" y="1"/>
                  </a:lnTo>
                  <a:cubicBezTo>
                    <a:pt x="5882" y="1"/>
                    <a:pt x="6418" y="560"/>
                    <a:pt x="6418" y="1227"/>
                  </a:cubicBezTo>
                  <a:lnTo>
                    <a:pt x="6418" y="5204"/>
                  </a:lnTo>
                  <a:cubicBezTo>
                    <a:pt x="6430" y="5871"/>
                    <a:pt x="5882" y="6418"/>
                    <a:pt x="5203"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9">
              <a:extLst>
                <a:ext uri="{FF2B5EF4-FFF2-40B4-BE49-F238E27FC236}">
                  <a16:creationId xmlns:a16="http://schemas.microsoft.com/office/drawing/2014/main" id="{CAD80453-D35A-5FA7-F82F-D6FE080D72EA}"/>
                </a:ext>
              </a:extLst>
            </p:cNvPr>
            <p:cNvSpPr/>
            <p:nvPr/>
          </p:nvSpPr>
          <p:spPr>
            <a:xfrm>
              <a:off x="1993455" y="4000027"/>
              <a:ext cx="376566" cy="251240"/>
            </a:xfrm>
            <a:custGeom>
              <a:avLst/>
              <a:gdLst/>
              <a:ahLst/>
              <a:cxnLst/>
              <a:rect l="l" t="t" r="r" b="b"/>
              <a:pathLst>
                <a:path w="9621" h="6419" fill="none" extrusionOk="0">
                  <a:moveTo>
                    <a:pt x="8382" y="6418"/>
                  </a:moveTo>
                  <a:lnTo>
                    <a:pt x="1227" y="6418"/>
                  </a:lnTo>
                  <a:cubicBezTo>
                    <a:pt x="536" y="6418"/>
                    <a:pt x="0" y="5871"/>
                    <a:pt x="0" y="5204"/>
                  </a:cubicBezTo>
                  <a:lnTo>
                    <a:pt x="0" y="1227"/>
                  </a:lnTo>
                  <a:cubicBezTo>
                    <a:pt x="0" y="537"/>
                    <a:pt x="548" y="1"/>
                    <a:pt x="1227" y="1"/>
                  </a:cubicBezTo>
                  <a:lnTo>
                    <a:pt x="8382" y="1"/>
                  </a:lnTo>
                  <a:cubicBezTo>
                    <a:pt x="9061" y="1"/>
                    <a:pt x="9597" y="560"/>
                    <a:pt x="9597" y="1227"/>
                  </a:cubicBezTo>
                  <a:lnTo>
                    <a:pt x="9597" y="5204"/>
                  </a:lnTo>
                  <a:cubicBezTo>
                    <a:pt x="9621" y="5871"/>
                    <a:pt x="9061" y="6418"/>
                    <a:pt x="838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9">
              <a:extLst>
                <a:ext uri="{FF2B5EF4-FFF2-40B4-BE49-F238E27FC236}">
                  <a16:creationId xmlns:a16="http://schemas.microsoft.com/office/drawing/2014/main" id="{7EAD2F40-9E88-8B95-6A3F-FEA1A27C9E0C}"/>
                </a:ext>
              </a:extLst>
            </p:cNvPr>
            <p:cNvSpPr/>
            <p:nvPr/>
          </p:nvSpPr>
          <p:spPr>
            <a:xfrm>
              <a:off x="2534957" y="4080186"/>
              <a:ext cx="65755" cy="84856"/>
            </a:xfrm>
            <a:custGeom>
              <a:avLst/>
              <a:gdLst/>
              <a:ahLst/>
              <a:cxnLst/>
              <a:rect l="l" t="t" r="r" b="b"/>
              <a:pathLst>
                <a:path w="1680" h="2168" extrusionOk="0">
                  <a:moveTo>
                    <a:pt x="846" y="203"/>
                  </a:moveTo>
                  <a:cubicBezTo>
                    <a:pt x="1024" y="203"/>
                    <a:pt x="1167" y="263"/>
                    <a:pt x="1263" y="394"/>
                  </a:cubicBezTo>
                  <a:cubicBezTo>
                    <a:pt x="1370" y="536"/>
                    <a:pt x="1429" y="715"/>
                    <a:pt x="1429" y="941"/>
                  </a:cubicBezTo>
                  <a:cubicBezTo>
                    <a:pt x="1429" y="1167"/>
                    <a:pt x="1370" y="1358"/>
                    <a:pt x="1263" y="1489"/>
                  </a:cubicBezTo>
                  <a:cubicBezTo>
                    <a:pt x="1167" y="1620"/>
                    <a:pt x="1024" y="1679"/>
                    <a:pt x="846" y="1679"/>
                  </a:cubicBezTo>
                  <a:cubicBezTo>
                    <a:pt x="667" y="1679"/>
                    <a:pt x="524" y="1620"/>
                    <a:pt x="417" y="1489"/>
                  </a:cubicBezTo>
                  <a:cubicBezTo>
                    <a:pt x="310" y="1358"/>
                    <a:pt x="262" y="1167"/>
                    <a:pt x="262" y="941"/>
                  </a:cubicBezTo>
                  <a:cubicBezTo>
                    <a:pt x="262" y="715"/>
                    <a:pt x="310" y="536"/>
                    <a:pt x="417" y="394"/>
                  </a:cubicBezTo>
                  <a:cubicBezTo>
                    <a:pt x="524" y="263"/>
                    <a:pt x="667" y="203"/>
                    <a:pt x="846" y="203"/>
                  </a:cubicBezTo>
                  <a:close/>
                  <a:moveTo>
                    <a:pt x="846" y="1"/>
                  </a:moveTo>
                  <a:cubicBezTo>
                    <a:pt x="584" y="1"/>
                    <a:pt x="382" y="84"/>
                    <a:pt x="227" y="251"/>
                  </a:cubicBezTo>
                  <a:cubicBezTo>
                    <a:pt x="72" y="429"/>
                    <a:pt x="1" y="656"/>
                    <a:pt x="1" y="941"/>
                  </a:cubicBezTo>
                  <a:cubicBezTo>
                    <a:pt x="1" y="1227"/>
                    <a:pt x="72" y="1453"/>
                    <a:pt x="227" y="1632"/>
                  </a:cubicBezTo>
                  <a:cubicBezTo>
                    <a:pt x="382" y="1799"/>
                    <a:pt x="584" y="1882"/>
                    <a:pt x="846" y="1882"/>
                  </a:cubicBezTo>
                  <a:lnTo>
                    <a:pt x="941" y="1882"/>
                  </a:lnTo>
                  <a:lnTo>
                    <a:pt x="1215" y="2168"/>
                  </a:lnTo>
                  <a:lnTo>
                    <a:pt x="1513" y="2168"/>
                  </a:lnTo>
                  <a:lnTo>
                    <a:pt x="1191" y="1822"/>
                  </a:lnTo>
                  <a:cubicBezTo>
                    <a:pt x="1346" y="1751"/>
                    <a:pt x="1477" y="1632"/>
                    <a:pt x="1560" y="1489"/>
                  </a:cubicBezTo>
                  <a:cubicBezTo>
                    <a:pt x="1644" y="1334"/>
                    <a:pt x="1679" y="1156"/>
                    <a:pt x="1679" y="941"/>
                  </a:cubicBezTo>
                  <a:cubicBezTo>
                    <a:pt x="1679" y="656"/>
                    <a:pt x="1608" y="429"/>
                    <a:pt x="1453" y="251"/>
                  </a:cubicBezTo>
                  <a:cubicBezTo>
                    <a:pt x="1298" y="84"/>
                    <a:pt x="1096" y="1"/>
                    <a:pt x="8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9">
              <a:extLst>
                <a:ext uri="{FF2B5EF4-FFF2-40B4-BE49-F238E27FC236}">
                  <a16:creationId xmlns:a16="http://schemas.microsoft.com/office/drawing/2014/main" id="{633C027D-B177-DD39-2A9B-885F2C6F305D}"/>
                </a:ext>
              </a:extLst>
            </p:cNvPr>
            <p:cNvSpPr/>
            <p:nvPr/>
          </p:nvSpPr>
          <p:spPr>
            <a:xfrm>
              <a:off x="2092714" y="3887734"/>
              <a:ext cx="36870" cy="49904"/>
            </a:xfrm>
            <a:custGeom>
              <a:avLst/>
              <a:gdLst/>
              <a:ahLst/>
              <a:cxnLst/>
              <a:rect l="l" t="t" r="r" b="b"/>
              <a:pathLst>
                <a:path w="942" h="1275" extrusionOk="0">
                  <a:moveTo>
                    <a:pt x="465" y="131"/>
                  </a:moveTo>
                  <a:cubicBezTo>
                    <a:pt x="560" y="131"/>
                    <a:pt x="620" y="167"/>
                    <a:pt x="679" y="239"/>
                  </a:cubicBezTo>
                  <a:cubicBezTo>
                    <a:pt x="727" y="298"/>
                    <a:pt x="751" y="381"/>
                    <a:pt x="751" y="500"/>
                  </a:cubicBezTo>
                  <a:cubicBezTo>
                    <a:pt x="751" y="608"/>
                    <a:pt x="727" y="691"/>
                    <a:pt x="679" y="762"/>
                  </a:cubicBezTo>
                  <a:cubicBezTo>
                    <a:pt x="620" y="822"/>
                    <a:pt x="560" y="858"/>
                    <a:pt x="465" y="858"/>
                  </a:cubicBezTo>
                  <a:cubicBezTo>
                    <a:pt x="381" y="858"/>
                    <a:pt x="322" y="822"/>
                    <a:pt x="262" y="762"/>
                  </a:cubicBezTo>
                  <a:cubicBezTo>
                    <a:pt x="215" y="691"/>
                    <a:pt x="191" y="608"/>
                    <a:pt x="191" y="500"/>
                  </a:cubicBezTo>
                  <a:cubicBezTo>
                    <a:pt x="191" y="393"/>
                    <a:pt x="215" y="298"/>
                    <a:pt x="262" y="239"/>
                  </a:cubicBezTo>
                  <a:cubicBezTo>
                    <a:pt x="322" y="167"/>
                    <a:pt x="381" y="131"/>
                    <a:pt x="465" y="131"/>
                  </a:cubicBezTo>
                  <a:close/>
                  <a:moveTo>
                    <a:pt x="465" y="0"/>
                  </a:moveTo>
                  <a:cubicBezTo>
                    <a:pt x="322" y="0"/>
                    <a:pt x="215" y="36"/>
                    <a:pt x="131" y="131"/>
                  </a:cubicBezTo>
                  <a:cubicBezTo>
                    <a:pt x="36" y="227"/>
                    <a:pt x="0" y="346"/>
                    <a:pt x="0" y="500"/>
                  </a:cubicBezTo>
                  <a:cubicBezTo>
                    <a:pt x="0" y="655"/>
                    <a:pt x="36" y="774"/>
                    <a:pt x="131" y="858"/>
                  </a:cubicBezTo>
                  <a:cubicBezTo>
                    <a:pt x="215" y="953"/>
                    <a:pt x="322" y="1001"/>
                    <a:pt x="465" y="1001"/>
                  </a:cubicBezTo>
                  <a:cubicBezTo>
                    <a:pt x="620" y="1001"/>
                    <a:pt x="727" y="953"/>
                    <a:pt x="810" y="870"/>
                  </a:cubicBezTo>
                  <a:cubicBezTo>
                    <a:pt x="893" y="774"/>
                    <a:pt x="941" y="655"/>
                    <a:pt x="941" y="500"/>
                  </a:cubicBezTo>
                  <a:cubicBezTo>
                    <a:pt x="941" y="346"/>
                    <a:pt x="893" y="227"/>
                    <a:pt x="810" y="131"/>
                  </a:cubicBezTo>
                  <a:cubicBezTo>
                    <a:pt x="727" y="36"/>
                    <a:pt x="620" y="0"/>
                    <a:pt x="465" y="0"/>
                  </a:cubicBezTo>
                  <a:close/>
                  <a:moveTo>
                    <a:pt x="48" y="1132"/>
                  </a:moveTo>
                  <a:lnTo>
                    <a:pt x="48" y="1274"/>
                  </a:lnTo>
                  <a:lnTo>
                    <a:pt x="893" y="1274"/>
                  </a:lnTo>
                  <a:lnTo>
                    <a:pt x="893" y="11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9">
              <a:extLst>
                <a:ext uri="{FF2B5EF4-FFF2-40B4-BE49-F238E27FC236}">
                  <a16:creationId xmlns:a16="http://schemas.microsoft.com/office/drawing/2014/main" id="{F2B1F1EE-929C-8568-DEBF-E6D9B766BE22}"/>
                </a:ext>
              </a:extLst>
            </p:cNvPr>
            <p:cNvSpPr/>
            <p:nvPr/>
          </p:nvSpPr>
          <p:spPr>
            <a:xfrm>
              <a:off x="2093653" y="3766087"/>
              <a:ext cx="34052" cy="50373"/>
            </a:xfrm>
            <a:custGeom>
              <a:avLst/>
              <a:gdLst/>
              <a:ahLst/>
              <a:cxnLst/>
              <a:rect l="l" t="t" r="r" b="b"/>
              <a:pathLst>
                <a:path w="870" h="1287" extrusionOk="0">
                  <a:moveTo>
                    <a:pt x="679" y="513"/>
                  </a:moveTo>
                  <a:lnTo>
                    <a:pt x="679" y="549"/>
                  </a:lnTo>
                  <a:cubicBezTo>
                    <a:pt x="679" y="644"/>
                    <a:pt x="655" y="715"/>
                    <a:pt x="608" y="775"/>
                  </a:cubicBezTo>
                  <a:cubicBezTo>
                    <a:pt x="548" y="834"/>
                    <a:pt x="477" y="858"/>
                    <a:pt x="393" y="858"/>
                  </a:cubicBezTo>
                  <a:cubicBezTo>
                    <a:pt x="334" y="858"/>
                    <a:pt x="274" y="846"/>
                    <a:pt x="238" y="811"/>
                  </a:cubicBezTo>
                  <a:cubicBezTo>
                    <a:pt x="203" y="787"/>
                    <a:pt x="179" y="739"/>
                    <a:pt x="179" y="691"/>
                  </a:cubicBezTo>
                  <a:cubicBezTo>
                    <a:pt x="179" y="632"/>
                    <a:pt x="203" y="584"/>
                    <a:pt x="250" y="549"/>
                  </a:cubicBezTo>
                  <a:cubicBezTo>
                    <a:pt x="310" y="525"/>
                    <a:pt x="393" y="513"/>
                    <a:pt x="524" y="513"/>
                  </a:cubicBezTo>
                  <a:close/>
                  <a:moveTo>
                    <a:pt x="417" y="1"/>
                  </a:moveTo>
                  <a:cubicBezTo>
                    <a:pt x="369" y="1"/>
                    <a:pt x="310" y="13"/>
                    <a:pt x="250" y="25"/>
                  </a:cubicBezTo>
                  <a:cubicBezTo>
                    <a:pt x="191" y="37"/>
                    <a:pt x="131" y="49"/>
                    <a:pt x="72" y="72"/>
                  </a:cubicBezTo>
                  <a:lnTo>
                    <a:pt x="72" y="227"/>
                  </a:lnTo>
                  <a:cubicBezTo>
                    <a:pt x="131" y="203"/>
                    <a:pt x="179" y="179"/>
                    <a:pt x="238" y="168"/>
                  </a:cubicBezTo>
                  <a:cubicBezTo>
                    <a:pt x="298" y="156"/>
                    <a:pt x="346" y="144"/>
                    <a:pt x="393" y="144"/>
                  </a:cubicBezTo>
                  <a:cubicBezTo>
                    <a:pt x="488" y="144"/>
                    <a:pt x="560" y="168"/>
                    <a:pt x="608" y="203"/>
                  </a:cubicBezTo>
                  <a:cubicBezTo>
                    <a:pt x="655" y="239"/>
                    <a:pt x="679" y="299"/>
                    <a:pt x="679" y="370"/>
                  </a:cubicBezTo>
                  <a:lnTo>
                    <a:pt x="465" y="370"/>
                  </a:lnTo>
                  <a:cubicBezTo>
                    <a:pt x="310" y="370"/>
                    <a:pt x="191" y="406"/>
                    <a:pt x="119" y="453"/>
                  </a:cubicBezTo>
                  <a:cubicBezTo>
                    <a:pt x="36" y="513"/>
                    <a:pt x="0" y="596"/>
                    <a:pt x="0" y="703"/>
                  </a:cubicBezTo>
                  <a:cubicBezTo>
                    <a:pt x="0" y="799"/>
                    <a:pt x="24" y="870"/>
                    <a:pt x="96" y="930"/>
                  </a:cubicBezTo>
                  <a:cubicBezTo>
                    <a:pt x="155" y="977"/>
                    <a:pt x="238" y="1001"/>
                    <a:pt x="334" y="1001"/>
                  </a:cubicBezTo>
                  <a:cubicBezTo>
                    <a:pt x="417" y="1001"/>
                    <a:pt x="477" y="989"/>
                    <a:pt x="536" y="965"/>
                  </a:cubicBezTo>
                  <a:cubicBezTo>
                    <a:pt x="596" y="941"/>
                    <a:pt x="643" y="894"/>
                    <a:pt x="679" y="846"/>
                  </a:cubicBezTo>
                  <a:lnTo>
                    <a:pt x="679" y="989"/>
                  </a:lnTo>
                  <a:lnTo>
                    <a:pt x="858" y="989"/>
                  </a:lnTo>
                  <a:lnTo>
                    <a:pt x="858" y="441"/>
                  </a:lnTo>
                  <a:cubicBezTo>
                    <a:pt x="858" y="299"/>
                    <a:pt x="822" y="179"/>
                    <a:pt x="750" y="108"/>
                  </a:cubicBezTo>
                  <a:cubicBezTo>
                    <a:pt x="679" y="37"/>
                    <a:pt x="572" y="1"/>
                    <a:pt x="417" y="1"/>
                  </a:cubicBezTo>
                  <a:close/>
                  <a:moveTo>
                    <a:pt x="24" y="1132"/>
                  </a:moveTo>
                  <a:lnTo>
                    <a:pt x="24" y="1287"/>
                  </a:lnTo>
                  <a:lnTo>
                    <a:pt x="869" y="1287"/>
                  </a:lnTo>
                  <a:lnTo>
                    <a:pt x="869" y="11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9">
              <a:extLst>
                <a:ext uri="{FF2B5EF4-FFF2-40B4-BE49-F238E27FC236}">
                  <a16:creationId xmlns:a16="http://schemas.microsoft.com/office/drawing/2014/main" id="{2BAC0A2C-B8A4-F44F-54CE-90D4F0D40E26}"/>
                </a:ext>
              </a:extLst>
            </p:cNvPr>
            <p:cNvSpPr/>
            <p:nvPr/>
          </p:nvSpPr>
          <p:spPr>
            <a:xfrm>
              <a:off x="1993455" y="3718102"/>
              <a:ext cx="251670" cy="251201"/>
            </a:xfrm>
            <a:custGeom>
              <a:avLst/>
              <a:gdLst/>
              <a:ahLst/>
              <a:cxnLst/>
              <a:rect l="l" t="t" r="r" b="b"/>
              <a:pathLst>
                <a:path w="6430" h="6418" fill="none" extrusionOk="0">
                  <a:moveTo>
                    <a:pt x="5192" y="6418"/>
                  </a:moveTo>
                  <a:lnTo>
                    <a:pt x="1227" y="6418"/>
                  </a:lnTo>
                  <a:cubicBezTo>
                    <a:pt x="536" y="6418"/>
                    <a:pt x="0" y="5870"/>
                    <a:pt x="0" y="5204"/>
                  </a:cubicBezTo>
                  <a:lnTo>
                    <a:pt x="0" y="1227"/>
                  </a:lnTo>
                  <a:cubicBezTo>
                    <a:pt x="0" y="548"/>
                    <a:pt x="548" y="1"/>
                    <a:pt x="1227" y="1"/>
                  </a:cubicBezTo>
                  <a:lnTo>
                    <a:pt x="5192" y="1"/>
                  </a:lnTo>
                  <a:cubicBezTo>
                    <a:pt x="5882" y="1"/>
                    <a:pt x="6418" y="560"/>
                    <a:pt x="6418" y="1227"/>
                  </a:cubicBezTo>
                  <a:lnTo>
                    <a:pt x="6418" y="5204"/>
                  </a:lnTo>
                  <a:cubicBezTo>
                    <a:pt x="6430" y="5870"/>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9">
              <a:extLst>
                <a:ext uri="{FF2B5EF4-FFF2-40B4-BE49-F238E27FC236}">
                  <a16:creationId xmlns:a16="http://schemas.microsoft.com/office/drawing/2014/main" id="{EBF8C459-14A7-E664-15CE-BEFB8CA2346C}"/>
                </a:ext>
              </a:extLst>
            </p:cNvPr>
            <p:cNvSpPr/>
            <p:nvPr/>
          </p:nvSpPr>
          <p:spPr>
            <a:xfrm>
              <a:off x="2305675" y="3718102"/>
              <a:ext cx="251670" cy="251201"/>
            </a:xfrm>
            <a:custGeom>
              <a:avLst/>
              <a:gdLst/>
              <a:ahLst/>
              <a:cxnLst/>
              <a:rect l="l" t="t" r="r" b="b"/>
              <a:pathLst>
                <a:path w="6430" h="6418" fill="none" extrusionOk="0">
                  <a:moveTo>
                    <a:pt x="5216" y="6418"/>
                  </a:moveTo>
                  <a:lnTo>
                    <a:pt x="1227" y="6418"/>
                  </a:lnTo>
                  <a:cubicBezTo>
                    <a:pt x="536" y="6418"/>
                    <a:pt x="1" y="5870"/>
                    <a:pt x="1" y="5204"/>
                  </a:cubicBezTo>
                  <a:lnTo>
                    <a:pt x="1" y="1227"/>
                  </a:lnTo>
                  <a:cubicBezTo>
                    <a:pt x="1" y="548"/>
                    <a:pt x="548" y="1"/>
                    <a:pt x="1227" y="1"/>
                  </a:cubicBezTo>
                  <a:lnTo>
                    <a:pt x="5192" y="1"/>
                  </a:lnTo>
                  <a:cubicBezTo>
                    <a:pt x="5882" y="1"/>
                    <a:pt x="6418" y="560"/>
                    <a:pt x="6418" y="1227"/>
                  </a:cubicBezTo>
                  <a:lnTo>
                    <a:pt x="6418" y="5204"/>
                  </a:lnTo>
                  <a:cubicBezTo>
                    <a:pt x="6430" y="5870"/>
                    <a:pt x="5882" y="6418"/>
                    <a:pt x="521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9">
              <a:extLst>
                <a:ext uri="{FF2B5EF4-FFF2-40B4-BE49-F238E27FC236}">
                  <a16:creationId xmlns:a16="http://schemas.microsoft.com/office/drawing/2014/main" id="{00099DA6-7821-34D6-B6FD-B407070BF1AE}"/>
                </a:ext>
              </a:extLst>
            </p:cNvPr>
            <p:cNvSpPr/>
            <p:nvPr/>
          </p:nvSpPr>
          <p:spPr>
            <a:xfrm>
              <a:off x="1993455" y="4854218"/>
              <a:ext cx="251670" cy="251240"/>
            </a:xfrm>
            <a:custGeom>
              <a:avLst/>
              <a:gdLst/>
              <a:ahLst/>
              <a:cxnLst/>
              <a:rect l="l" t="t" r="r" b="b"/>
              <a:pathLst>
                <a:path w="6430" h="6419" fill="none" extrusionOk="0">
                  <a:moveTo>
                    <a:pt x="5192" y="6418"/>
                  </a:moveTo>
                  <a:lnTo>
                    <a:pt x="1227" y="6418"/>
                  </a:lnTo>
                  <a:cubicBezTo>
                    <a:pt x="536" y="6418"/>
                    <a:pt x="0" y="5871"/>
                    <a:pt x="0" y="5192"/>
                  </a:cubicBezTo>
                  <a:lnTo>
                    <a:pt x="0" y="1227"/>
                  </a:lnTo>
                  <a:cubicBezTo>
                    <a:pt x="0" y="537"/>
                    <a:pt x="548" y="1"/>
                    <a:pt x="1227" y="1"/>
                  </a:cubicBezTo>
                  <a:lnTo>
                    <a:pt x="5192" y="1"/>
                  </a:lnTo>
                  <a:cubicBezTo>
                    <a:pt x="5882" y="1"/>
                    <a:pt x="6418" y="549"/>
                    <a:pt x="6418" y="1227"/>
                  </a:cubicBezTo>
                  <a:lnTo>
                    <a:pt x="6418" y="5192"/>
                  </a:lnTo>
                  <a:cubicBezTo>
                    <a:pt x="6430" y="5871"/>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9">
              <a:extLst>
                <a:ext uri="{FF2B5EF4-FFF2-40B4-BE49-F238E27FC236}">
                  <a16:creationId xmlns:a16="http://schemas.microsoft.com/office/drawing/2014/main" id="{D3733FA2-4D90-52A6-B000-3492488D3E83}"/>
                </a:ext>
              </a:extLst>
            </p:cNvPr>
            <p:cNvSpPr/>
            <p:nvPr/>
          </p:nvSpPr>
          <p:spPr>
            <a:xfrm>
              <a:off x="2305675" y="4854218"/>
              <a:ext cx="251670" cy="251240"/>
            </a:xfrm>
            <a:custGeom>
              <a:avLst/>
              <a:gdLst/>
              <a:ahLst/>
              <a:cxnLst/>
              <a:rect l="l" t="t" r="r" b="b"/>
              <a:pathLst>
                <a:path w="6430" h="6419" fill="none" extrusionOk="0">
                  <a:moveTo>
                    <a:pt x="5216" y="6418"/>
                  </a:moveTo>
                  <a:lnTo>
                    <a:pt x="1227" y="6418"/>
                  </a:lnTo>
                  <a:cubicBezTo>
                    <a:pt x="536" y="6418"/>
                    <a:pt x="1" y="5871"/>
                    <a:pt x="1" y="5192"/>
                  </a:cubicBezTo>
                  <a:lnTo>
                    <a:pt x="1" y="1227"/>
                  </a:lnTo>
                  <a:cubicBezTo>
                    <a:pt x="1" y="537"/>
                    <a:pt x="548" y="1"/>
                    <a:pt x="1227" y="1"/>
                  </a:cubicBezTo>
                  <a:lnTo>
                    <a:pt x="5192" y="1"/>
                  </a:lnTo>
                  <a:cubicBezTo>
                    <a:pt x="5882" y="1"/>
                    <a:pt x="6418" y="549"/>
                    <a:pt x="6418" y="1227"/>
                  </a:cubicBezTo>
                  <a:lnTo>
                    <a:pt x="6418" y="5192"/>
                  </a:lnTo>
                  <a:cubicBezTo>
                    <a:pt x="6430" y="5871"/>
                    <a:pt x="5882" y="6418"/>
                    <a:pt x="521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9">
              <a:extLst>
                <a:ext uri="{FF2B5EF4-FFF2-40B4-BE49-F238E27FC236}">
                  <a16:creationId xmlns:a16="http://schemas.microsoft.com/office/drawing/2014/main" id="{FD6656B9-322A-8EE1-2868-5197FEACB30B}"/>
                </a:ext>
              </a:extLst>
            </p:cNvPr>
            <p:cNvSpPr/>
            <p:nvPr/>
          </p:nvSpPr>
          <p:spPr>
            <a:xfrm>
              <a:off x="1990206" y="4282892"/>
              <a:ext cx="492146" cy="251240"/>
            </a:xfrm>
            <a:custGeom>
              <a:avLst/>
              <a:gdLst/>
              <a:ahLst/>
              <a:cxnLst/>
              <a:rect l="l" t="t" r="r" b="b"/>
              <a:pathLst>
                <a:path w="12574" h="6419" fill="none" extrusionOk="0">
                  <a:moveTo>
                    <a:pt x="11347" y="6418"/>
                  </a:moveTo>
                  <a:lnTo>
                    <a:pt x="1215" y="6418"/>
                  </a:lnTo>
                  <a:cubicBezTo>
                    <a:pt x="524" y="6418"/>
                    <a:pt x="0" y="5859"/>
                    <a:pt x="0" y="5192"/>
                  </a:cubicBezTo>
                  <a:lnTo>
                    <a:pt x="0" y="1215"/>
                  </a:lnTo>
                  <a:cubicBezTo>
                    <a:pt x="0" y="537"/>
                    <a:pt x="548" y="1"/>
                    <a:pt x="1215" y="1"/>
                  </a:cubicBezTo>
                  <a:lnTo>
                    <a:pt x="11347" y="1"/>
                  </a:lnTo>
                  <a:cubicBezTo>
                    <a:pt x="12037" y="1"/>
                    <a:pt x="12573" y="549"/>
                    <a:pt x="12573" y="1215"/>
                  </a:cubicBezTo>
                  <a:lnTo>
                    <a:pt x="12573" y="5192"/>
                  </a:lnTo>
                  <a:cubicBezTo>
                    <a:pt x="12573" y="5859"/>
                    <a:pt x="12025" y="6418"/>
                    <a:pt x="11347"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9">
              <a:extLst>
                <a:ext uri="{FF2B5EF4-FFF2-40B4-BE49-F238E27FC236}">
                  <a16:creationId xmlns:a16="http://schemas.microsoft.com/office/drawing/2014/main" id="{8FA9C70A-314F-A4DD-5F5C-918BFEB9272A}"/>
                </a:ext>
              </a:extLst>
            </p:cNvPr>
            <p:cNvSpPr/>
            <p:nvPr/>
          </p:nvSpPr>
          <p:spPr>
            <a:xfrm>
              <a:off x="2032125" y="4714449"/>
              <a:ext cx="80668" cy="69474"/>
            </a:xfrm>
            <a:custGeom>
              <a:avLst/>
              <a:gdLst/>
              <a:ahLst/>
              <a:cxnLst/>
              <a:rect l="l" t="t" r="r" b="b"/>
              <a:pathLst>
                <a:path w="2061" h="1775" fill="none" extrusionOk="0">
                  <a:moveTo>
                    <a:pt x="2060" y="1107"/>
                  </a:moveTo>
                  <a:lnTo>
                    <a:pt x="1037" y="0"/>
                  </a:lnTo>
                  <a:lnTo>
                    <a:pt x="1" y="1107"/>
                  </a:lnTo>
                  <a:lnTo>
                    <a:pt x="477" y="1107"/>
                  </a:lnTo>
                  <a:lnTo>
                    <a:pt x="477" y="1774"/>
                  </a:lnTo>
                  <a:lnTo>
                    <a:pt x="1584" y="1774"/>
                  </a:lnTo>
                  <a:lnTo>
                    <a:pt x="1584" y="110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9">
              <a:extLst>
                <a:ext uri="{FF2B5EF4-FFF2-40B4-BE49-F238E27FC236}">
                  <a16:creationId xmlns:a16="http://schemas.microsoft.com/office/drawing/2014/main" id="{A9B49C75-3D87-DF3C-D73B-59F507DEF07D}"/>
                </a:ext>
              </a:extLst>
            </p:cNvPr>
            <p:cNvSpPr/>
            <p:nvPr/>
          </p:nvSpPr>
          <p:spPr>
            <a:xfrm>
              <a:off x="2094123" y="4162223"/>
              <a:ext cx="34991" cy="37300"/>
            </a:xfrm>
            <a:custGeom>
              <a:avLst/>
              <a:gdLst/>
              <a:ahLst/>
              <a:cxnLst/>
              <a:rect l="l" t="t" r="r" b="b"/>
              <a:pathLst>
                <a:path w="894" h="953" fill="none" extrusionOk="0">
                  <a:moveTo>
                    <a:pt x="0" y="953"/>
                  </a:moveTo>
                  <a:lnTo>
                    <a:pt x="893" y="476"/>
                  </a:ln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9">
              <a:extLst>
                <a:ext uri="{FF2B5EF4-FFF2-40B4-BE49-F238E27FC236}">
                  <a16:creationId xmlns:a16="http://schemas.microsoft.com/office/drawing/2014/main" id="{B37EF7F7-12FE-EA24-7DEF-7266CFBAE4D1}"/>
                </a:ext>
              </a:extLst>
            </p:cNvPr>
            <p:cNvSpPr/>
            <p:nvPr/>
          </p:nvSpPr>
          <p:spPr>
            <a:xfrm>
              <a:off x="2022810" y="4180854"/>
              <a:ext cx="104895" cy="39"/>
            </a:xfrm>
            <a:custGeom>
              <a:avLst/>
              <a:gdLst/>
              <a:ahLst/>
              <a:cxnLst/>
              <a:rect l="l" t="t" r="r" b="b"/>
              <a:pathLst>
                <a:path w="2680" h="1" fill="none" extrusionOk="0">
                  <a:moveTo>
                    <a:pt x="2679" y="0"/>
                  </a:moveTo>
                  <a:lnTo>
                    <a:pt x="1"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9">
              <a:extLst>
                <a:ext uri="{FF2B5EF4-FFF2-40B4-BE49-F238E27FC236}">
                  <a16:creationId xmlns:a16="http://schemas.microsoft.com/office/drawing/2014/main" id="{FE326B89-C021-FC19-0EF0-F7C42265323B}"/>
                </a:ext>
              </a:extLst>
            </p:cNvPr>
            <p:cNvSpPr/>
            <p:nvPr/>
          </p:nvSpPr>
          <p:spPr>
            <a:xfrm>
              <a:off x="2141639" y="4156157"/>
              <a:ext cx="39" cy="49904"/>
            </a:xfrm>
            <a:custGeom>
              <a:avLst/>
              <a:gdLst/>
              <a:ahLst/>
              <a:cxnLst/>
              <a:rect l="l" t="t" r="r" b="b"/>
              <a:pathLst>
                <a:path w="1" h="1275" fill="none" extrusionOk="0">
                  <a:moveTo>
                    <a:pt x="1" y="1274"/>
                  </a:moveTo>
                  <a:lnTo>
                    <a:pt x="1"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9">
              <a:extLst>
                <a:ext uri="{FF2B5EF4-FFF2-40B4-BE49-F238E27FC236}">
                  <a16:creationId xmlns:a16="http://schemas.microsoft.com/office/drawing/2014/main" id="{6BA258C4-CCE8-7E08-6B05-7723CA97F9CA}"/>
                </a:ext>
              </a:extLst>
            </p:cNvPr>
            <p:cNvSpPr/>
            <p:nvPr/>
          </p:nvSpPr>
          <p:spPr>
            <a:xfrm>
              <a:off x="2374639" y="4566226"/>
              <a:ext cx="250770" cy="251240"/>
            </a:xfrm>
            <a:custGeom>
              <a:avLst/>
              <a:gdLst/>
              <a:ahLst/>
              <a:cxnLst/>
              <a:rect l="l" t="t" r="r" b="b"/>
              <a:pathLst>
                <a:path w="6407" h="6419" fill="none" extrusionOk="0">
                  <a:moveTo>
                    <a:pt x="5192" y="6418"/>
                  </a:moveTo>
                  <a:lnTo>
                    <a:pt x="1215" y="6418"/>
                  </a:lnTo>
                  <a:cubicBezTo>
                    <a:pt x="537" y="6418"/>
                    <a:pt x="1" y="5871"/>
                    <a:pt x="1" y="5204"/>
                  </a:cubicBezTo>
                  <a:lnTo>
                    <a:pt x="1" y="1227"/>
                  </a:lnTo>
                  <a:cubicBezTo>
                    <a:pt x="1" y="537"/>
                    <a:pt x="548" y="1"/>
                    <a:pt x="1215" y="1"/>
                  </a:cubicBezTo>
                  <a:lnTo>
                    <a:pt x="5192" y="1"/>
                  </a:lnTo>
                  <a:cubicBezTo>
                    <a:pt x="5871" y="1"/>
                    <a:pt x="6406" y="560"/>
                    <a:pt x="6406" y="1227"/>
                  </a:cubicBezTo>
                  <a:lnTo>
                    <a:pt x="6406" y="5204"/>
                  </a:lnTo>
                  <a:cubicBezTo>
                    <a:pt x="6406" y="5871"/>
                    <a:pt x="5859"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9">
              <a:extLst>
                <a:ext uri="{FF2B5EF4-FFF2-40B4-BE49-F238E27FC236}">
                  <a16:creationId xmlns:a16="http://schemas.microsoft.com/office/drawing/2014/main" id="{5CCC823A-1A0D-C2DB-845C-9F6AD0CFE974}"/>
                </a:ext>
              </a:extLst>
            </p:cNvPr>
            <p:cNvSpPr/>
            <p:nvPr/>
          </p:nvSpPr>
          <p:spPr>
            <a:xfrm>
              <a:off x="1993455" y="4566226"/>
              <a:ext cx="318326" cy="251240"/>
            </a:xfrm>
            <a:custGeom>
              <a:avLst/>
              <a:gdLst/>
              <a:ahLst/>
              <a:cxnLst/>
              <a:rect l="l" t="t" r="r" b="b"/>
              <a:pathLst>
                <a:path w="8133" h="6419" fill="none" extrusionOk="0">
                  <a:moveTo>
                    <a:pt x="6906" y="6418"/>
                  </a:moveTo>
                  <a:lnTo>
                    <a:pt x="1227" y="6418"/>
                  </a:lnTo>
                  <a:cubicBezTo>
                    <a:pt x="536" y="6418"/>
                    <a:pt x="0" y="5871"/>
                    <a:pt x="0" y="5204"/>
                  </a:cubicBezTo>
                  <a:lnTo>
                    <a:pt x="0" y="1227"/>
                  </a:lnTo>
                  <a:cubicBezTo>
                    <a:pt x="0" y="537"/>
                    <a:pt x="548" y="1"/>
                    <a:pt x="1227" y="1"/>
                  </a:cubicBezTo>
                  <a:lnTo>
                    <a:pt x="6906" y="1"/>
                  </a:lnTo>
                  <a:cubicBezTo>
                    <a:pt x="7597" y="1"/>
                    <a:pt x="8132" y="560"/>
                    <a:pt x="8132" y="1227"/>
                  </a:cubicBezTo>
                  <a:lnTo>
                    <a:pt x="8132" y="5204"/>
                  </a:lnTo>
                  <a:cubicBezTo>
                    <a:pt x="8132" y="5871"/>
                    <a:pt x="7597" y="6418"/>
                    <a:pt x="690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9">
              <a:extLst>
                <a:ext uri="{FF2B5EF4-FFF2-40B4-BE49-F238E27FC236}">
                  <a16:creationId xmlns:a16="http://schemas.microsoft.com/office/drawing/2014/main" id="{81ED22AD-51BF-2CDD-40F0-629C95332CF7}"/>
                </a:ext>
              </a:extLst>
            </p:cNvPr>
            <p:cNvSpPr/>
            <p:nvPr/>
          </p:nvSpPr>
          <p:spPr>
            <a:xfrm>
              <a:off x="2183597" y="3889613"/>
              <a:ext cx="20079" cy="49864"/>
            </a:xfrm>
            <a:custGeom>
              <a:avLst/>
              <a:gdLst/>
              <a:ahLst/>
              <a:cxnLst/>
              <a:rect l="l" t="t" r="r" b="b"/>
              <a:pathLst>
                <a:path w="513" h="1274" extrusionOk="0">
                  <a:moveTo>
                    <a:pt x="0" y="0"/>
                  </a:moveTo>
                  <a:lnTo>
                    <a:pt x="393" y="1274"/>
                  </a:lnTo>
                  <a:lnTo>
                    <a:pt x="512" y="1274"/>
                  </a:lnTo>
                  <a:lnTo>
                    <a:pt x="1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9">
              <a:extLst>
                <a:ext uri="{FF2B5EF4-FFF2-40B4-BE49-F238E27FC236}">
                  <a16:creationId xmlns:a16="http://schemas.microsoft.com/office/drawing/2014/main" id="{495FB317-73CA-F7CD-CEDD-EC801CC7F1C3}"/>
                </a:ext>
              </a:extLst>
            </p:cNvPr>
            <p:cNvSpPr/>
            <p:nvPr/>
          </p:nvSpPr>
          <p:spPr>
            <a:xfrm>
              <a:off x="2414249" y="3857440"/>
              <a:ext cx="42467" cy="70883"/>
            </a:xfrm>
            <a:custGeom>
              <a:avLst/>
              <a:gdLst/>
              <a:ahLst/>
              <a:cxnLst/>
              <a:rect l="l" t="t" r="r" b="b"/>
              <a:pathLst>
                <a:path w="1085" h="1811" extrusionOk="0">
                  <a:moveTo>
                    <a:pt x="429" y="1"/>
                  </a:moveTo>
                  <a:lnTo>
                    <a:pt x="1" y="84"/>
                  </a:lnTo>
                  <a:lnTo>
                    <a:pt x="1" y="310"/>
                  </a:lnTo>
                  <a:lnTo>
                    <a:pt x="441" y="215"/>
                  </a:lnTo>
                  <a:lnTo>
                    <a:pt x="441" y="1608"/>
                  </a:lnTo>
                  <a:lnTo>
                    <a:pt x="37" y="1608"/>
                  </a:lnTo>
                  <a:lnTo>
                    <a:pt x="37" y="1810"/>
                  </a:lnTo>
                  <a:lnTo>
                    <a:pt x="1084" y="1810"/>
                  </a:lnTo>
                  <a:lnTo>
                    <a:pt x="1084" y="1608"/>
                  </a:lnTo>
                  <a:lnTo>
                    <a:pt x="679" y="1608"/>
                  </a:lnTo>
                  <a:lnTo>
                    <a:pt x="6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9">
              <a:extLst>
                <a:ext uri="{FF2B5EF4-FFF2-40B4-BE49-F238E27FC236}">
                  <a16:creationId xmlns:a16="http://schemas.microsoft.com/office/drawing/2014/main" id="{E16BB754-C152-C57E-F06E-E168B1C53127}"/>
                </a:ext>
              </a:extLst>
            </p:cNvPr>
            <p:cNvSpPr/>
            <p:nvPr/>
          </p:nvSpPr>
          <p:spPr>
            <a:xfrm>
              <a:off x="2424034" y="3746987"/>
              <a:ext cx="6576" cy="49904"/>
            </a:xfrm>
            <a:custGeom>
              <a:avLst/>
              <a:gdLst/>
              <a:ahLst/>
              <a:cxnLst/>
              <a:rect l="l" t="t" r="r" b="b"/>
              <a:pathLst>
                <a:path w="168" h="1275" extrusionOk="0">
                  <a:moveTo>
                    <a:pt x="1" y="1"/>
                  </a:moveTo>
                  <a:lnTo>
                    <a:pt x="1" y="560"/>
                  </a:lnTo>
                  <a:lnTo>
                    <a:pt x="13" y="858"/>
                  </a:lnTo>
                  <a:lnTo>
                    <a:pt x="156" y="858"/>
                  </a:lnTo>
                  <a:lnTo>
                    <a:pt x="168" y="560"/>
                  </a:lnTo>
                  <a:lnTo>
                    <a:pt x="168" y="1"/>
                  </a:lnTo>
                  <a:close/>
                  <a:moveTo>
                    <a:pt x="1" y="1048"/>
                  </a:moveTo>
                  <a:lnTo>
                    <a:pt x="1" y="1275"/>
                  </a:lnTo>
                  <a:lnTo>
                    <a:pt x="168" y="1275"/>
                  </a:lnTo>
                  <a:lnTo>
                    <a:pt x="168" y="104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9">
              <a:extLst>
                <a:ext uri="{FF2B5EF4-FFF2-40B4-BE49-F238E27FC236}">
                  <a16:creationId xmlns:a16="http://schemas.microsoft.com/office/drawing/2014/main" id="{CF40F48E-3323-221A-A989-D3FDF71DB046}"/>
                </a:ext>
              </a:extLst>
            </p:cNvPr>
            <p:cNvSpPr/>
            <p:nvPr/>
          </p:nvSpPr>
          <p:spPr>
            <a:xfrm>
              <a:off x="2482783" y="3890983"/>
              <a:ext cx="52213" cy="53191"/>
            </a:xfrm>
            <a:custGeom>
              <a:avLst/>
              <a:gdLst/>
              <a:ahLst/>
              <a:cxnLst/>
              <a:rect l="l" t="t" r="r" b="b"/>
              <a:pathLst>
                <a:path w="1334" h="1359" extrusionOk="0">
                  <a:moveTo>
                    <a:pt x="667" y="453"/>
                  </a:moveTo>
                  <a:cubicBezTo>
                    <a:pt x="738" y="453"/>
                    <a:pt x="786" y="477"/>
                    <a:pt x="822" y="513"/>
                  </a:cubicBezTo>
                  <a:cubicBezTo>
                    <a:pt x="857" y="560"/>
                    <a:pt x="869" y="620"/>
                    <a:pt x="869" y="679"/>
                  </a:cubicBezTo>
                  <a:cubicBezTo>
                    <a:pt x="869" y="751"/>
                    <a:pt x="857" y="810"/>
                    <a:pt x="822" y="858"/>
                  </a:cubicBezTo>
                  <a:cubicBezTo>
                    <a:pt x="786" y="894"/>
                    <a:pt x="738" y="918"/>
                    <a:pt x="679" y="918"/>
                  </a:cubicBezTo>
                  <a:cubicBezTo>
                    <a:pt x="607" y="918"/>
                    <a:pt x="560" y="894"/>
                    <a:pt x="524" y="858"/>
                  </a:cubicBezTo>
                  <a:cubicBezTo>
                    <a:pt x="488" y="810"/>
                    <a:pt x="476" y="751"/>
                    <a:pt x="476" y="679"/>
                  </a:cubicBezTo>
                  <a:cubicBezTo>
                    <a:pt x="476" y="620"/>
                    <a:pt x="488" y="560"/>
                    <a:pt x="524" y="513"/>
                  </a:cubicBezTo>
                  <a:cubicBezTo>
                    <a:pt x="560" y="477"/>
                    <a:pt x="607" y="453"/>
                    <a:pt x="667" y="453"/>
                  </a:cubicBezTo>
                  <a:close/>
                  <a:moveTo>
                    <a:pt x="691" y="1"/>
                  </a:moveTo>
                  <a:cubicBezTo>
                    <a:pt x="595" y="1"/>
                    <a:pt x="512" y="25"/>
                    <a:pt x="417" y="48"/>
                  </a:cubicBezTo>
                  <a:cubicBezTo>
                    <a:pt x="333" y="84"/>
                    <a:pt x="262" y="132"/>
                    <a:pt x="202" y="203"/>
                  </a:cubicBezTo>
                  <a:cubicBezTo>
                    <a:pt x="131" y="263"/>
                    <a:pt x="83" y="334"/>
                    <a:pt x="48" y="417"/>
                  </a:cubicBezTo>
                  <a:cubicBezTo>
                    <a:pt x="12" y="501"/>
                    <a:pt x="0" y="584"/>
                    <a:pt x="0" y="679"/>
                  </a:cubicBezTo>
                  <a:cubicBezTo>
                    <a:pt x="0" y="775"/>
                    <a:pt x="12" y="870"/>
                    <a:pt x="48" y="953"/>
                  </a:cubicBezTo>
                  <a:cubicBezTo>
                    <a:pt x="83" y="1025"/>
                    <a:pt x="131" y="1108"/>
                    <a:pt x="202" y="1168"/>
                  </a:cubicBezTo>
                  <a:cubicBezTo>
                    <a:pt x="262" y="1227"/>
                    <a:pt x="333" y="1275"/>
                    <a:pt x="417" y="1310"/>
                  </a:cubicBezTo>
                  <a:cubicBezTo>
                    <a:pt x="500" y="1346"/>
                    <a:pt x="583" y="1358"/>
                    <a:pt x="679" y="1358"/>
                  </a:cubicBezTo>
                  <a:cubicBezTo>
                    <a:pt x="762" y="1358"/>
                    <a:pt x="833" y="1346"/>
                    <a:pt x="905" y="1322"/>
                  </a:cubicBezTo>
                  <a:cubicBezTo>
                    <a:pt x="976" y="1299"/>
                    <a:pt x="1048" y="1251"/>
                    <a:pt x="1107" y="1203"/>
                  </a:cubicBezTo>
                  <a:lnTo>
                    <a:pt x="1048" y="1120"/>
                  </a:lnTo>
                  <a:cubicBezTo>
                    <a:pt x="988" y="1168"/>
                    <a:pt x="929" y="1191"/>
                    <a:pt x="869" y="1215"/>
                  </a:cubicBezTo>
                  <a:cubicBezTo>
                    <a:pt x="810" y="1239"/>
                    <a:pt x="750" y="1251"/>
                    <a:pt x="679" y="1251"/>
                  </a:cubicBezTo>
                  <a:cubicBezTo>
                    <a:pt x="607" y="1251"/>
                    <a:pt x="524" y="1239"/>
                    <a:pt x="452" y="1203"/>
                  </a:cubicBezTo>
                  <a:cubicBezTo>
                    <a:pt x="393" y="1179"/>
                    <a:pt x="321" y="1144"/>
                    <a:pt x="274" y="1084"/>
                  </a:cubicBezTo>
                  <a:cubicBezTo>
                    <a:pt x="214" y="1037"/>
                    <a:pt x="179" y="977"/>
                    <a:pt x="143" y="906"/>
                  </a:cubicBezTo>
                  <a:cubicBezTo>
                    <a:pt x="119" y="834"/>
                    <a:pt x="107" y="763"/>
                    <a:pt x="107" y="679"/>
                  </a:cubicBezTo>
                  <a:cubicBezTo>
                    <a:pt x="107" y="584"/>
                    <a:pt x="131" y="489"/>
                    <a:pt x="167" y="406"/>
                  </a:cubicBezTo>
                  <a:cubicBezTo>
                    <a:pt x="214" y="322"/>
                    <a:pt x="274" y="263"/>
                    <a:pt x="357" y="203"/>
                  </a:cubicBezTo>
                  <a:cubicBezTo>
                    <a:pt x="405" y="179"/>
                    <a:pt x="452" y="156"/>
                    <a:pt x="512" y="132"/>
                  </a:cubicBezTo>
                  <a:cubicBezTo>
                    <a:pt x="572" y="120"/>
                    <a:pt x="631" y="108"/>
                    <a:pt x="691" y="108"/>
                  </a:cubicBezTo>
                  <a:cubicBezTo>
                    <a:pt x="786" y="108"/>
                    <a:pt x="869" y="132"/>
                    <a:pt x="941" y="167"/>
                  </a:cubicBezTo>
                  <a:cubicBezTo>
                    <a:pt x="1012" y="203"/>
                    <a:pt x="1083" y="251"/>
                    <a:pt x="1131" y="310"/>
                  </a:cubicBezTo>
                  <a:cubicBezTo>
                    <a:pt x="1167" y="358"/>
                    <a:pt x="1191" y="394"/>
                    <a:pt x="1203" y="441"/>
                  </a:cubicBezTo>
                  <a:cubicBezTo>
                    <a:pt x="1214" y="489"/>
                    <a:pt x="1226" y="548"/>
                    <a:pt x="1226" y="596"/>
                  </a:cubicBezTo>
                  <a:cubicBezTo>
                    <a:pt x="1226" y="691"/>
                    <a:pt x="1203" y="763"/>
                    <a:pt x="1167" y="810"/>
                  </a:cubicBezTo>
                  <a:cubicBezTo>
                    <a:pt x="1119" y="870"/>
                    <a:pt x="1060" y="906"/>
                    <a:pt x="988" y="918"/>
                  </a:cubicBezTo>
                  <a:lnTo>
                    <a:pt x="988" y="358"/>
                  </a:lnTo>
                  <a:lnTo>
                    <a:pt x="881" y="358"/>
                  </a:lnTo>
                  <a:lnTo>
                    <a:pt x="881" y="465"/>
                  </a:lnTo>
                  <a:cubicBezTo>
                    <a:pt x="857" y="417"/>
                    <a:pt x="822" y="394"/>
                    <a:pt x="786" y="370"/>
                  </a:cubicBezTo>
                  <a:cubicBezTo>
                    <a:pt x="738" y="358"/>
                    <a:pt x="691" y="346"/>
                    <a:pt x="643" y="346"/>
                  </a:cubicBezTo>
                  <a:cubicBezTo>
                    <a:pt x="560" y="346"/>
                    <a:pt x="488" y="382"/>
                    <a:pt x="429" y="441"/>
                  </a:cubicBezTo>
                  <a:cubicBezTo>
                    <a:pt x="381" y="501"/>
                    <a:pt x="357" y="584"/>
                    <a:pt x="357" y="679"/>
                  </a:cubicBezTo>
                  <a:cubicBezTo>
                    <a:pt x="357" y="787"/>
                    <a:pt x="381" y="870"/>
                    <a:pt x="429" y="929"/>
                  </a:cubicBezTo>
                  <a:cubicBezTo>
                    <a:pt x="488" y="989"/>
                    <a:pt x="560" y="1025"/>
                    <a:pt x="643" y="1025"/>
                  </a:cubicBezTo>
                  <a:cubicBezTo>
                    <a:pt x="691" y="1025"/>
                    <a:pt x="738" y="1013"/>
                    <a:pt x="774" y="1001"/>
                  </a:cubicBezTo>
                  <a:cubicBezTo>
                    <a:pt x="822" y="977"/>
                    <a:pt x="857" y="953"/>
                    <a:pt x="881" y="906"/>
                  </a:cubicBezTo>
                  <a:lnTo>
                    <a:pt x="881" y="1025"/>
                  </a:lnTo>
                  <a:cubicBezTo>
                    <a:pt x="1024" y="1025"/>
                    <a:pt x="1131" y="989"/>
                    <a:pt x="1214" y="906"/>
                  </a:cubicBezTo>
                  <a:cubicBezTo>
                    <a:pt x="1298" y="834"/>
                    <a:pt x="1334" y="727"/>
                    <a:pt x="1334" y="596"/>
                  </a:cubicBezTo>
                  <a:cubicBezTo>
                    <a:pt x="1334" y="537"/>
                    <a:pt x="1322" y="477"/>
                    <a:pt x="1310" y="417"/>
                  </a:cubicBezTo>
                  <a:cubicBezTo>
                    <a:pt x="1286" y="358"/>
                    <a:pt x="1250" y="298"/>
                    <a:pt x="1214" y="251"/>
                  </a:cubicBezTo>
                  <a:cubicBezTo>
                    <a:pt x="1155" y="179"/>
                    <a:pt x="1083" y="108"/>
                    <a:pt x="988" y="72"/>
                  </a:cubicBezTo>
                  <a:cubicBezTo>
                    <a:pt x="893" y="25"/>
                    <a:pt x="798" y="1"/>
                    <a:pt x="6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9">
              <a:extLst>
                <a:ext uri="{FF2B5EF4-FFF2-40B4-BE49-F238E27FC236}">
                  <a16:creationId xmlns:a16="http://schemas.microsoft.com/office/drawing/2014/main" id="{F5F11891-3596-398B-D630-1534704758F5}"/>
                </a:ext>
              </a:extLst>
            </p:cNvPr>
            <p:cNvSpPr/>
            <p:nvPr/>
          </p:nvSpPr>
          <p:spPr>
            <a:xfrm>
              <a:off x="2033065" y="5030857"/>
              <a:ext cx="16361" cy="35461"/>
            </a:xfrm>
            <a:custGeom>
              <a:avLst/>
              <a:gdLst/>
              <a:ahLst/>
              <a:cxnLst/>
              <a:rect l="l" t="t" r="r" b="b"/>
              <a:pathLst>
                <a:path w="418" h="906" extrusionOk="0">
                  <a:moveTo>
                    <a:pt x="322" y="0"/>
                  </a:moveTo>
                  <a:cubicBezTo>
                    <a:pt x="239" y="0"/>
                    <a:pt x="191" y="12"/>
                    <a:pt x="155" y="48"/>
                  </a:cubicBezTo>
                  <a:cubicBezTo>
                    <a:pt x="120" y="84"/>
                    <a:pt x="108" y="131"/>
                    <a:pt x="108" y="203"/>
                  </a:cubicBezTo>
                  <a:lnTo>
                    <a:pt x="108" y="250"/>
                  </a:lnTo>
                  <a:lnTo>
                    <a:pt x="0" y="250"/>
                  </a:lnTo>
                  <a:lnTo>
                    <a:pt x="0" y="334"/>
                  </a:lnTo>
                  <a:lnTo>
                    <a:pt x="108" y="334"/>
                  </a:lnTo>
                  <a:lnTo>
                    <a:pt x="108" y="905"/>
                  </a:lnTo>
                  <a:lnTo>
                    <a:pt x="215" y="905"/>
                  </a:lnTo>
                  <a:lnTo>
                    <a:pt x="215" y="334"/>
                  </a:lnTo>
                  <a:lnTo>
                    <a:pt x="393" y="334"/>
                  </a:lnTo>
                  <a:lnTo>
                    <a:pt x="393" y="250"/>
                  </a:lnTo>
                  <a:lnTo>
                    <a:pt x="215" y="250"/>
                  </a:lnTo>
                  <a:lnTo>
                    <a:pt x="215" y="191"/>
                  </a:lnTo>
                  <a:cubicBezTo>
                    <a:pt x="215" y="155"/>
                    <a:pt x="227" y="119"/>
                    <a:pt x="239" y="108"/>
                  </a:cubicBezTo>
                  <a:cubicBezTo>
                    <a:pt x="251" y="96"/>
                    <a:pt x="274" y="84"/>
                    <a:pt x="322" y="84"/>
                  </a:cubicBezTo>
                  <a:lnTo>
                    <a:pt x="417" y="84"/>
                  </a:lnTo>
                  <a:lnTo>
                    <a:pt x="4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9">
              <a:extLst>
                <a:ext uri="{FF2B5EF4-FFF2-40B4-BE49-F238E27FC236}">
                  <a16:creationId xmlns:a16="http://schemas.microsoft.com/office/drawing/2014/main" id="{6546521B-64FD-76F8-B609-FE8FC87EAC9E}"/>
                </a:ext>
              </a:extLst>
            </p:cNvPr>
            <p:cNvSpPr/>
            <p:nvPr/>
          </p:nvSpPr>
          <p:spPr>
            <a:xfrm>
              <a:off x="2052635" y="5040173"/>
              <a:ext cx="21488" cy="26146"/>
            </a:xfrm>
            <a:custGeom>
              <a:avLst/>
              <a:gdLst/>
              <a:ahLst/>
              <a:cxnLst/>
              <a:rect l="l" t="t" r="r" b="b"/>
              <a:pathLst>
                <a:path w="549" h="668" extrusionOk="0">
                  <a:moveTo>
                    <a:pt x="322" y="1"/>
                  </a:moveTo>
                  <a:cubicBezTo>
                    <a:pt x="274" y="1"/>
                    <a:pt x="239" y="1"/>
                    <a:pt x="203" y="24"/>
                  </a:cubicBezTo>
                  <a:cubicBezTo>
                    <a:pt x="167" y="48"/>
                    <a:pt x="143" y="72"/>
                    <a:pt x="108" y="120"/>
                  </a:cubicBezTo>
                  <a:lnTo>
                    <a:pt x="108" y="12"/>
                  </a:lnTo>
                  <a:lnTo>
                    <a:pt x="1" y="12"/>
                  </a:lnTo>
                  <a:lnTo>
                    <a:pt x="1" y="667"/>
                  </a:lnTo>
                  <a:lnTo>
                    <a:pt x="108" y="667"/>
                  </a:lnTo>
                  <a:lnTo>
                    <a:pt x="108" y="298"/>
                  </a:lnTo>
                  <a:cubicBezTo>
                    <a:pt x="108" y="227"/>
                    <a:pt x="132" y="179"/>
                    <a:pt x="167" y="143"/>
                  </a:cubicBezTo>
                  <a:cubicBezTo>
                    <a:pt x="191" y="108"/>
                    <a:pt x="239" y="96"/>
                    <a:pt x="298" y="96"/>
                  </a:cubicBezTo>
                  <a:cubicBezTo>
                    <a:pt x="346" y="96"/>
                    <a:pt x="382" y="108"/>
                    <a:pt x="405" y="131"/>
                  </a:cubicBezTo>
                  <a:cubicBezTo>
                    <a:pt x="429" y="167"/>
                    <a:pt x="441" y="215"/>
                    <a:pt x="441" y="274"/>
                  </a:cubicBezTo>
                  <a:lnTo>
                    <a:pt x="441" y="667"/>
                  </a:lnTo>
                  <a:lnTo>
                    <a:pt x="548" y="667"/>
                  </a:lnTo>
                  <a:lnTo>
                    <a:pt x="548" y="274"/>
                  </a:lnTo>
                  <a:cubicBezTo>
                    <a:pt x="548" y="179"/>
                    <a:pt x="536" y="108"/>
                    <a:pt x="489" y="72"/>
                  </a:cubicBezTo>
                  <a:cubicBezTo>
                    <a:pt x="453" y="24"/>
                    <a:pt x="393"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9">
              <a:extLst>
                <a:ext uri="{FF2B5EF4-FFF2-40B4-BE49-F238E27FC236}">
                  <a16:creationId xmlns:a16="http://schemas.microsoft.com/office/drawing/2014/main" id="{A906A172-3766-6E7A-B84A-F9B86281D11E}"/>
                </a:ext>
              </a:extLst>
            </p:cNvPr>
            <p:cNvSpPr/>
            <p:nvPr/>
          </p:nvSpPr>
          <p:spPr>
            <a:xfrm>
              <a:off x="2361606" y="5040173"/>
              <a:ext cx="20549" cy="26615"/>
            </a:xfrm>
            <a:custGeom>
              <a:avLst/>
              <a:gdLst/>
              <a:ahLst/>
              <a:cxnLst/>
              <a:rect l="l" t="t" r="r" b="b"/>
              <a:pathLst>
                <a:path w="525" h="680" extrusionOk="0">
                  <a:moveTo>
                    <a:pt x="334" y="1"/>
                  </a:moveTo>
                  <a:cubicBezTo>
                    <a:pt x="227" y="1"/>
                    <a:pt x="143" y="24"/>
                    <a:pt x="96" y="84"/>
                  </a:cubicBezTo>
                  <a:cubicBezTo>
                    <a:pt x="36" y="143"/>
                    <a:pt x="0" y="239"/>
                    <a:pt x="0" y="334"/>
                  </a:cubicBezTo>
                  <a:cubicBezTo>
                    <a:pt x="0" y="441"/>
                    <a:pt x="36" y="524"/>
                    <a:pt x="96" y="584"/>
                  </a:cubicBezTo>
                  <a:cubicBezTo>
                    <a:pt x="143" y="655"/>
                    <a:pt x="227" y="679"/>
                    <a:pt x="322" y="679"/>
                  </a:cubicBezTo>
                  <a:cubicBezTo>
                    <a:pt x="358" y="679"/>
                    <a:pt x="393" y="679"/>
                    <a:pt x="429" y="667"/>
                  </a:cubicBezTo>
                  <a:cubicBezTo>
                    <a:pt x="453" y="667"/>
                    <a:pt x="489" y="655"/>
                    <a:pt x="524" y="643"/>
                  </a:cubicBezTo>
                  <a:lnTo>
                    <a:pt x="524" y="536"/>
                  </a:lnTo>
                  <a:cubicBezTo>
                    <a:pt x="489" y="560"/>
                    <a:pt x="453" y="572"/>
                    <a:pt x="429" y="584"/>
                  </a:cubicBezTo>
                  <a:cubicBezTo>
                    <a:pt x="393" y="584"/>
                    <a:pt x="369" y="596"/>
                    <a:pt x="334" y="596"/>
                  </a:cubicBezTo>
                  <a:cubicBezTo>
                    <a:pt x="262" y="596"/>
                    <a:pt x="215" y="572"/>
                    <a:pt x="179" y="524"/>
                  </a:cubicBezTo>
                  <a:cubicBezTo>
                    <a:pt x="131" y="477"/>
                    <a:pt x="119" y="417"/>
                    <a:pt x="119" y="334"/>
                  </a:cubicBezTo>
                  <a:cubicBezTo>
                    <a:pt x="119" y="262"/>
                    <a:pt x="131" y="203"/>
                    <a:pt x="179" y="155"/>
                  </a:cubicBezTo>
                  <a:cubicBezTo>
                    <a:pt x="215" y="108"/>
                    <a:pt x="262" y="84"/>
                    <a:pt x="334" y="84"/>
                  </a:cubicBezTo>
                  <a:cubicBezTo>
                    <a:pt x="369" y="84"/>
                    <a:pt x="393" y="96"/>
                    <a:pt x="429" y="96"/>
                  </a:cubicBezTo>
                  <a:cubicBezTo>
                    <a:pt x="453" y="108"/>
                    <a:pt x="489" y="120"/>
                    <a:pt x="524" y="143"/>
                  </a:cubicBezTo>
                  <a:lnTo>
                    <a:pt x="524" y="36"/>
                  </a:lnTo>
                  <a:cubicBezTo>
                    <a:pt x="489" y="24"/>
                    <a:pt x="465" y="12"/>
                    <a:pt x="429" y="12"/>
                  </a:cubicBezTo>
                  <a:cubicBezTo>
                    <a:pt x="393" y="1"/>
                    <a:pt x="369" y="1"/>
                    <a:pt x="3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9">
              <a:extLst>
                <a:ext uri="{FF2B5EF4-FFF2-40B4-BE49-F238E27FC236}">
                  <a16:creationId xmlns:a16="http://schemas.microsoft.com/office/drawing/2014/main" id="{4E8AFDC1-8A7C-F3DD-D83F-07EF355DA790}"/>
                </a:ext>
              </a:extLst>
            </p:cNvPr>
            <p:cNvSpPr/>
            <p:nvPr/>
          </p:nvSpPr>
          <p:spPr>
            <a:xfrm>
              <a:off x="2387243" y="5040173"/>
              <a:ext cx="23797" cy="26615"/>
            </a:xfrm>
            <a:custGeom>
              <a:avLst/>
              <a:gdLst/>
              <a:ahLst/>
              <a:cxnLst/>
              <a:rect l="l" t="t" r="r" b="b"/>
              <a:pathLst>
                <a:path w="608" h="680" extrusionOk="0">
                  <a:moveTo>
                    <a:pt x="310" y="84"/>
                  </a:moveTo>
                  <a:cubicBezTo>
                    <a:pt x="357" y="84"/>
                    <a:pt x="405" y="108"/>
                    <a:pt x="441" y="155"/>
                  </a:cubicBezTo>
                  <a:cubicBezTo>
                    <a:pt x="476" y="203"/>
                    <a:pt x="488" y="262"/>
                    <a:pt x="488" y="334"/>
                  </a:cubicBezTo>
                  <a:cubicBezTo>
                    <a:pt x="488" y="417"/>
                    <a:pt x="476" y="477"/>
                    <a:pt x="441" y="524"/>
                  </a:cubicBezTo>
                  <a:cubicBezTo>
                    <a:pt x="405" y="572"/>
                    <a:pt x="357" y="596"/>
                    <a:pt x="310" y="596"/>
                  </a:cubicBezTo>
                  <a:cubicBezTo>
                    <a:pt x="250" y="596"/>
                    <a:pt x="203" y="572"/>
                    <a:pt x="167" y="524"/>
                  </a:cubicBezTo>
                  <a:cubicBezTo>
                    <a:pt x="131" y="477"/>
                    <a:pt x="119" y="417"/>
                    <a:pt x="119" y="334"/>
                  </a:cubicBezTo>
                  <a:cubicBezTo>
                    <a:pt x="119" y="262"/>
                    <a:pt x="131" y="203"/>
                    <a:pt x="167" y="155"/>
                  </a:cubicBezTo>
                  <a:cubicBezTo>
                    <a:pt x="203" y="108"/>
                    <a:pt x="250" y="84"/>
                    <a:pt x="310" y="84"/>
                  </a:cubicBezTo>
                  <a:close/>
                  <a:moveTo>
                    <a:pt x="310" y="1"/>
                  </a:moveTo>
                  <a:cubicBezTo>
                    <a:pt x="215" y="1"/>
                    <a:pt x="131" y="24"/>
                    <a:pt x="84" y="84"/>
                  </a:cubicBezTo>
                  <a:cubicBezTo>
                    <a:pt x="36" y="143"/>
                    <a:pt x="0" y="227"/>
                    <a:pt x="0" y="334"/>
                  </a:cubicBezTo>
                  <a:cubicBezTo>
                    <a:pt x="0" y="441"/>
                    <a:pt x="36" y="524"/>
                    <a:pt x="84" y="596"/>
                  </a:cubicBezTo>
                  <a:cubicBezTo>
                    <a:pt x="131" y="655"/>
                    <a:pt x="215" y="679"/>
                    <a:pt x="310" y="679"/>
                  </a:cubicBezTo>
                  <a:cubicBezTo>
                    <a:pt x="393" y="679"/>
                    <a:pt x="465" y="655"/>
                    <a:pt x="524" y="596"/>
                  </a:cubicBezTo>
                  <a:cubicBezTo>
                    <a:pt x="572" y="524"/>
                    <a:pt x="607" y="441"/>
                    <a:pt x="607" y="334"/>
                  </a:cubicBezTo>
                  <a:cubicBezTo>
                    <a:pt x="607" y="227"/>
                    <a:pt x="572" y="143"/>
                    <a:pt x="524" y="84"/>
                  </a:cubicBezTo>
                  <a:cubicBezTo>
                    <a:pt x="465" y="24"/>
                    <a:pt x="393" y="1"/>
                    <a:pt x="3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9">
              <a:extLst>
                <a:ext uri="{FF2B5EF4-FFF2-40B4-BE49-F238E27FC236}">
                  <a16:creationId xmlns:a16="http://schemas.microsoft.com/office/drawing/2014/main" id="{9825D3A9-3C9F-B2CF-9507-AA19BD50C308}"/>
                </a:ext>
              </a:extLst>
            </p:cNvPr>
            <p:cNvSpPr/>
            <p:nvPr/>
          </p:nvSpPr>
          <p:spPr>
            <a:xfrm>
              <a:off x="2417537" y="5040173"/>
              <a:ext cx="21449" cy="26146"/>
            </a:xfrm>
            <a:custGeom>
              <a:avLst/>
              <a:gdLst/>
              <a:ahLst/>
              <a:cxnLst/>
              <a:rect l="l" t="t" r="r" b="b"/>
              <a:pathLst>
                <a:path w="548" h="668" extrusionOk="0">
                  <a:moveTo>
                    <a:pt x="322" y="1"/>
                  </a:moveTo>
                  <a:cubicBezTo>
                    <a:pt x="274" y="1"/>
                    <a:pt x="238" y="1"/>
                    <a:pt x="203" y="24"/>
                  </a:cubicBezTo>
                  <a:cubicBezTo>
                    <a:pt x="167" y="48"/>
                    <a:pt x="131" y="72"/>
                    <a:pt x="107" y="120"/>
                  </a:cubicBezTo>
                  <a:lnTo>
                    <a:pt x="107" y="12"/>
                  </a:lnTo>
                  <a:lnTo>
                    <a:pt x="0" y="12"/>
                  </a:lnTo>
                  <a:lnTo>
                    <a:pt x="0" y="667"/>
                  </a:lnTo>
                  <a:lnTo>
                    <a:pt x="107" y="667"/>
                  </a:lnTo>
                  <a:lnTo>
                    <a:pt x="107" y="298"/>
                  </a:lnTo>
                  <a:cubicBezTo>
                    <a:pt x="107" y="227"/>
                    <a:pt x="131" y="179"/>
                    <a:pt x="167" y="143"/>
                  </a:cubicBezTo>
                  <a:cubicBezTo>
                    <a:pt x="191" y="108"/>
                    <a:pt x="238" y="96"/>
                    <a:pt x="298" y="96"/>
                  </a:cubicBezTo>
                  <a:cubicBezTo>
                    <a:pt x="345" y="96"/>
                    <a:pt x="381" y="108"/>
                    <a:pt x="405" y="131"/>
                  </a:cubicBezTo>
                  <a:cubicBezTo>
                    <a:pt x="429" y="167"/>
                    <a:pt x="441" y="215"/>
                    <a:pt x="441" y="274"/>
                  </a:cubicBezTo>
                  <a:lnTo>
                    <a:pt x="441" y="667"/>
                  </a:lnTo>
                  <a:lnTo>
                    <a:pt x="548" y="667"/>
                  </a:lnTo>
                  <a:lnTo>
                    <a:pt x="548" y="274"/>
                  </a:lnTo>
                  <a:cubicBezTo>
                    <a:pt x="548" y="179"/>
                    <a:pt x="536" y="108"/>
                    <a:pt x="488" y="72"/>
                  </a:cubicBezTo>
                  <a:cubicBezTo>
                    <a:pt x="453" y="24"/>
                    <a:pt x="393"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9">
              <a:extLst>
                <a:ext uri="{FF2B5EF4-FFF2-40B4-BE49-F238E27FC236}">
                  <a16:creationId xmlns:a16="http://schemas.microsoft.com/office/drawing/2014/main" id="{40878928-319A-72BA-8E7D-789321E9FD24}"/>
                </a:ext>
              </a:extLst>
            </p:cNvPr>
            <p:cNvSpPr/>
            <p:nvPr/>
          </p:nvSpPr>
          <p:spPr>
            <a:xfrm>
              <a:off x="2444074" y="5033167"/>
              <a:ext cx="16361" cy="33152"/>
            </a:xfrm>
            <a:custGeom>
              <a:avLst/>
              <a:gdLst/>
              <a:ahLst/>
              <a:cxnLst/>
              <a:rect l="l" t="t" r="r" b="b"/>
              <a:pathLst>
                <a:path w="418" h="847" extrusionOk="0">
                  <a:moveTo>
                    <a:pt x="84" y="1"/>
                  </a:moveTo>
                  <a:lnTo>
                    <a:pt x="84" y="191"/>
                  </a:lnTo>
                  <a:lnTo>
                    <a:pt x="1" y="191"/>
                  </a:lnTo>
                  <a:lnTo>
                    <a:pt x="1" y="275"/>
                  </a:lnTo>
                  <a:lnTo>
                    <a:pt x="84" y="275"/>
                  </a:lnTo>
                  <a:lnTo>
                    <a:pt x="84" y="632"/>
                  </a:lnTo>
                  <a:cubicBezTo>
                    <a:pt x="84" y="715"/>
                    <a:pt x="96" y="763"/>
                    <a:pt x="132" y="799"/>
                  </a:cubicBezTo>
                  <a:cubicBezTo>
                    <a:pt x="167" y="834"/>
                    <a:pt x="215" y="846"/>
                    <a:pt x="298" y="846"/>
                  </a:cubicBezTo>
                  <a:lnTo>
                    <a:pt x="418" y="846"/>
                  </a:lnTo>
                  <a:lnTo>
                    <a:pt x="418" y="751"/>
                  </a:lnTo>
                  <a:lnTo>
                    <a:pt x="298" y="751"/>
                  </a:lnTo>
                  <a:cubicBezTo>
                    <a:pt x="263" y="751"/>
                    <a:pt x="227" y="751"/>
                    <a:pt x="215" y="727"/>
                  </a:cubicBezTo>
                  <a:cubicBezTo>
                    <a:pt x="203" y="715"/>
                    <a:pt x="191" y="680"/>
                    <a:pt x="191" y="632"/>
                  </a:cubicBezTo>
                  <a:lnTo>
                    <a:pt x="191" y="275"/>
                  </a:lnTo>
                  <a:lnTo>
                    <a:pt x="418" y="275"/>
                  </a:lnTo>
                  <a:lnTo>
                    <a:pt x="418" y="191"/>
                  </a:lnTo>
                  <a:lnTo>
                    <a:pt x="191" y="191"/>
                  </a:lnTo>
                  <a:lnTo>
                    <a:pt x="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9">
              <a:extLst>
                <a:ext uri="{FF2B5EF4-FFF2-40B4-BE49-F238E27FC236}">
                  <a16:creationId xmlns:a16="http://schemas.microsoft.com/office/drawing/2014/main" id="{8F6874F1-5019-22AC-510A-4308A42F4130}"/>
                </a:ext>
              </a:extLst>
            </p:cNvPr>
            <p:cNvSpPr/>
            <p:nvPr/>
          </p:nvSpPr>
          <p:spPr>
            <a:xfrm>
              <a:off x="2465523" y="5040173"/>
              <a:ext cx="14951" cy="26146"/>
            </a:xfrm>
            <a:custGeom>
              <a:avLst/>
              <a:gdLst/>
              <a:ahLst/>
              <a:cxnLst/>
              <a:rect l="l" t="t" r="r" b="b"/>
              <a:pathLst>
                <a:path w="382" h="668" extrusionOk="0">
                  <a:moveTo>
                    <a:pt x="334" y="1"/>
                  </a:moveTo>
                  <a:cubicBezTo>
                    <a:pt x="274" y="1"/>
                    <a:pt x="239" y="1"/>
                    <a:pt x="203" y="24"/>
                  </a:cubicBezTo>
                  <a:cubicBezTo>
                    <a:pt x="167" y="48"/>
                    <a:pt x="131" y="72"/>
                    <a:pt x="108" y="120"/>
                  </a:cubicBezTo>
                  <a:lnTo>
                    <a:pt x="108" y="12"/>
                  </a:lnTo>
                  <a:lnTo>
                    <a:pt x="0" y="12"/>
                  </a:lnTo>
                  <a:lnTo>
                    <a:pt x="0" y="667"/>
                  </a:lnTo>
                  <a:lnTo>
                    <a:pt x="108" y="667"/>
                  </a:lnTo>
                  <a:lnTo>
                    <a:pt x="108" y="322"/>
                  </a:lnTo>
                  <a:cubicBezTo>
                    <a:pt x="108" y="251"/>
                    <a:pt x="131" y="191"/>
                    <a:pt x="155" y="155"/>
                  </a:cubicBezTo>
                  <a:cubicBezTo>
                    <a:pt x="191" y="108"/>
                    <a:pt x="239" y="96"/>
                    <a:pt x="298" y="96"/>
                  </a:cubicBezTo>
                  <a:lnTo>
                    <a:pt x="346" y="96"/>
                  </a:lnTo>
                  <a:cubicBezTo>
                    <a:pt x="358" y="96"/>
                    <a:pt x="370" y="108"/>
                    <a:pt x="381" y="108"/>
                  </a:cubicBezTo>
                  <a:lnTo>
                    <a:pt x="3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9">
              <a:extLst>
                <a:ext uri="{FF2B5EF4-FFF2-40B4-BE49-F238E27FC236}">
                  <a16:creationId xmlns:a16="http://schemas.microsoft.com/office/drawing/2014/main" id="{A9721EFC-2369-5FA3-908B-1E9BA72B47D0}"/>
                </a:ext>
              </a:extLst>
            </p:cNvPr>
            <p:cNvSpPr/>
            <p:nvPr/>
          </p:nvSpPr>
          <p:spPr>
            <a:xfrm>
              <a:off x="2482314" y="5040173"/>
              <a:ext cx="23327" cy="26615"/>
            </a:xfrm>
            <a:custGeom>
              <a:avLst/>
              <a:gdLst/>
              <a:ahLst/>
              <a:cxnLst/>
              <a:rect l="l" t="t" r="r" b="b"/>
              <a:pathLst>
                <a:path w="596" h="680" extrusionOk="0">
                  <a:moveTo>
                    <a:pt x="298" y="84"/>
                  </a:moveTo>
                  <a:cubicBezTo>
                    <a:pt x="357" y="84"/>
                    <a:pt x="393" y="108"/>
                    <a:pt x="429" y="155"/>
                  </a:cubicBezTo>
                  <a:cubicBezTo>
                    <a:pt x="464" y="203"/>
                    <a:pt x="476" y="262"/>
                    <a:pt x="476" y="334"/>
                  </a:cubicBezTo>
                  <a:cubicBezTo>
                    <a:pt x="476" y="417"/>
                    <a:pt x="464" y="477"/>
                    <a:pt x="429" y="524"/>
                  </a:cubicBezTo>
                  <a:cubicBezTo>
                    <a:pt x="393" y="572"/>
                    <a:pt x="357" y="596"/>
                    <a:pt x="298" y="596"/>
                  </a:cubicBezTo>
                  <a:cubicBezTo>
                    <a:pt x="238" y="596"/>
                    <a:pt x="191" y="572"/>
                    <a:pt x="155" y="524"/>
                  </a:cubicBezTo>
                  <a:cubicBezTo>
                    <a:pt x="119" y="477"/>
                    <a:pt x="107" y="417"/>
                    <a:pt x="107" y="334"/>
                  </a:cubicBezTo>
                  <a:cubicBezTo>
                    <a:pt x="107" y="262"/>
                    <a:pt x="119" y="203"/>
                    <a:pt x="155" y="155"/>
                  </a:cubicBezTo>
                  <a:cubicBezTo>
                    <a:pt x="191" y="108"/>
                    <a:pt x="238" y="84"/>
                    <a:pt x="298" y="84"/>
                  </a:cubicBezTo>
                  <a:close/>
                  <a:moveTo>
                    <a:pt x="298" y="1"/>
                  </a:moveTo>
                  <a:cubicBezTo>
                    <a:pt x="203" y="1"/>
                    <a:pt x="131" y="24"/>
                    <a:pt x="72" y="84"/>
                  </a:cubicBezTo>
                  <a:cubicBezTo>
                    <a:pt x="24" y="143"/>
                    <a:pt x="0" y="227"/>
                    <a:pt x="0" y="334"/>
                  </a:cubicBezTo>
                  <a:cubicBezTo>
                    <a:pt x="0" y="441"/>
                    <a:pt x="24" y="524"/>
                    <a:pt x="72" y="596"/>
                  </a:cubicBezTo>
                  <a:cubicBezTo>
                    <a:pt x="131" y="655"/>
                    <a:pt x="203" y="679"/>
                    <a:pt x="298" y="679"/>
                  </a:cubicBezTo>
                  <a:cubicBezTo>
                    <a:pt x="393" y="679"/>
                    <a:pt x="464" y="655"/>
                    <a:pt x="512" y="596"/>
                  </a:cubicBezTo>
                  <a:cubicBezTo>
                    <a:pt x="572" y="524"/>
                    <a:pt x="595" y="441"/>
                    <a:pt x="595" y="334"/>
                  </a:cubicBezTo>
                  <a:cubicBezTo>
                    <a:pt x="595" y="227"/>
                    <a:pt x="572" y="143"/>
                    <a:pt x="512" y="84"/>
                  </a:cubicBezTo>
                  <a:cubicBezTo>
                    <a:pt x="464" y="24"/>
                    <a:pt x="393" y="1"/>
                    <a:pt x="2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9">
              <a:extLst>
                <a:ext uri="{FF2B5EF4-FFF2-40B4-BE49-F238E27FC236}">
                  <a16:creationId xmlns:a16="http://schemas.microsoft.com/office/drawing/2014/main" id="{EF52E3AA-F180-52B3-4D49-CF1AE81F978C}"/>
                </a:ext>
              </a:extLst>
            </p:cNvPr>
            <p:cNvSpPr/>
            <p:nvPr/>
          </p:nvSpPr>
          <p:spPr>
            <a:xfrm>
              <a:off x="2512608" y="5030857"/>
              <a:ext cx="4227" cy="35461"/>
            </a:xfrm>
            <a:custGeom>
              <a:avLst/>
              <a:gdLst/>
              <a:ahLst/>
              <a:cxnLst/>
              <a:rect l="l" t="t" r="r" b="b"/>
              <a:pathLst>
                <a:path w="108" h="906" extrusionOk="0">
                  <a:moveTo>
                    <a:pt x="0" y="0"/>
                  </a:moveTo>
                  <a:lnTo>
                    <a:pt x="0" y="905"/>
                  </a:lnTo>
                  <a:lnTo>
                    <a:pt x="107" y="905"/>
                  </a:lnTo>
                  <a:lnTo>
                    <a:pt x="1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9">
              <a:extLst>
                <a:ext uri="{FF2B5EF4-FFF2-40B4-BE49-F238E27FC236}">
                  <a16:creationId xmlns:a16="http://schemas.microsoft.com/office/drawing/2014/main" id="{FE6FA43D-33BE-15C7-6683-C9A070F3C223}"/>
                </a:ext>
              </a:extLst>
            </p:cNvPr>
            <p:cNvSpPr/>
            <p:nvPr/>
          </p:nvSpPr>
          <p:spPr>
            <a:xfrm>
              <a:off x="2454328" y="4893398"/>
              <a:ext cx="63876" cy="33582"/>
            </a:xfrm>
            <a:custGeom>
              <a:avLst/>
              <a:gdLst/>
              <a:ahLst/>
              <a:cxnLst/>
              <a:rect l="l" t="t" r="r" b="b"/>
              <a:pathLst>
                <a:path w="1632" h="858" fill="none" extrusionOk="0">
                  <a:moveTo>
                    <a:pt x="1632" y="857"/>
                  </a:moveTo>
                  <a:lnTo>
                    <a:pt x="822" y="0"/>
                  </a:lnTo>
                  <a:lnTo>
                    <a:pt x="1" y="857"/>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9">
              <a:extLst>
                <a:ext uri="{FF2B5EF4-FFF2-40B4-BE49-F238E27FC236}">
                  <a16:creationId xmlns:a16="http://schemas.microsoft.com/office/drawing/2014/main" id="{8DF993FE-0EBD-7004-8BC0-35F5F09FC5D7}"/>
                </a:ext>
              </a:extLst>
            </p:cNvPr>
            <p:cNvSpPr/>
            <p:nvPr/>
          </p:nvSpPr>
          <p:spPr>
            <a:xfrm>
              <a:off x="2480905" y="4614251"/>
              <a:ext cx="34052" cy="63407"/>
            </a:xfrm>
            <a:custGeom>
              <a:avLst/>
              <a:gdLst/>
              <a:ahLst/>
              <a:cxnLst/>
              <a:rect l="l" t="t" r="r" b="b"/>
              <a:pathLst>
                <a:path w="870" h="1620" fill="none" extrusionOk="0">
                  <a:moveTo>
                    <a:pt x="0" y="1619"/>
                  </a:moveTo>
                  <a:lnTo>
                    <a:pt x="870" y="822"/>
                  </a:ln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9">
              <a:extLst>
                <a:ext uri="{FF2B5EF4-FFF2-40B4-BE49-F238E27FC236}">
                  <a16:creationId xmlns:a16="http://schemas.microsoft.com/office/drawing/2014/main" id="{B6055233-5265-C373-F7D9-DA82B566E6B4}"/>
                </a:ext>
              </a:extLst>
            </p:cNvPr>
            <p:cNvSpPr/>
            <p:nvPr/>
          </p:nvSpPr>
          <p:spPr>
            <a:xfrm>
              <a:off x="2480905" y="4706974"/>
              <a:ext cx="34052" cy="63876"/>
            </a:xfrm>
            <a:custGeom>
              <a:avLst/>
              <a:gdLst/>
              <a:ahLst/>
              <a:cxnLst/>
              <a:rect l="l" t="t" r="r" b="b"/>
              <a:pathLst>
                <a:path w="870" h="1632" fill="none" extrusionOk="0">
                  <a:moveTo>
                    <a:pt x="870" y="1"/>
                  </a:moveTo>
                  <a:lnTo>
                    <a:pt x="0" y="822"/>
                  </a:lnTo>
                  <a:lnTo>
                    <a:pt x="870" y="1632"/>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9">
              <a:extLst>
                <a:ext uri="{FF2B5EF4-FFF2-40B4-BE49-F238E27FC236}">
                  <a16:creationId xmlns:a16="http://schemas.microsoft.com/office/drawing/2014/main" id="{1835C207-07E7-DBB8-1EF2-B264C8D92B64}"/>
                </a:ext>
              </a:extLst>
            </p:cNvPr>
            <p:cNvSpPr/>
            <p:nvPr/>
          </p:nvSpPr>
          <p:spPr>
            <a:xfrm>
              <a:off x="2032125" y="4397533"/>
              <a:ext cx="80668" cy="69943"/>
            </a:xfrm>
            <a:custGeom>
              <a:avLst/>
              <a:gdLst/>
              <a:ahLst/>
              <a:cxnLst/>
              <a:rect l="l" t="t" r="r" b="b"/>
              <a:pathLst>
                <a:path w="2061" h="1787" fill="none" extrusionOk="0">
                  <a:moveTo>
                    <a:pt x="2060" y="1108"/>
                  </a:moveTo>
                  <a:lnTo>
                    <a:pt x="1037" y="1"/>
                  </a:lnTo>
                  <a:lnTo>
                    <a:pt x="1" y="1108"/>
                  </a:lnTo>
                  <a:lnTo>
                    <a:pt x="477" y="1108"/>
                  </a:lnTo>
                  <a:lnTo>
                    <a:pt x="477" y="1787"/>
                  </a:lnTo>
                  <a:lnTo>
                    <a:pt x="1584" y="1787"/>
                  </a:lnTo>
                  <a:lnTo>
                    <a:pt x="1584" y="1108"/>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9">
              <a:extLst>
                <a:ext uri="{FF2B5EF4-FFF2-40B4-BE49-F238E27FC236}">
                  <a16:creationId xmlns:a16="http://schemas.microsoft.com/office/drawing/2014/main" id="{C97CD880-1DEC-340E-2D39-C6EB571C862E}"/>
                </a:ext>
              </a:extLst>
            </p:cNvPr>
            <p:cNvSpPr/>
            <p:nvPr/>
          </p:nvSpPr>
          <p:spPr>
            <a:xfrm>
              <a:off x="2050756" y="4479570"/>
              <a:ext cx="43406" cy="14012"/>
            </a:xfrm>
            <a:custGeom>
              <a:avLst/>
              <a:gdLst/>
              <a:ahLst/>
              <a:cxnLst/>
              <a:rect l="l" t="t" r="r" b="b"/>
              <a:pathLst>
                <a:path w="1109" h="358" fill="none" extrusionOk="0">
                  <a:moveTo>
                    <a:pt x="1" y="0"/>
                  </a:moveTo>
                  <a:lnTo>
                    <a:pt x="1108" y="0"/>
                  </a:lnTo>
                  <a:lnTo>
                    <a:pt x="1108" y="358"/>
                  </a:lnTo>
                  <a:lnTo>
                    <a:pt x="1" y="358"/>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3" name="Google Shape;873;p39">
            <a:extLst>
              <a:ext uri="{FF2B5EF4-FFF2-40B4-BE49-F238E27FC236}">
                <a16:creationId xmlns:a16="http://schemas.microsoft.com/office/drawing/2014/main" id="{B222BC7E-71A5-FEDD-B4D8-0418B111ED92}"/>
              </a:ext>
            </a:extLst>
          </p:cNvPr>
          <p:cNvGrpSpPr/>
          <p:nvPr/>
        </p:nvGrpSpPr>
        <p:grpSpPr>
          <a:xfrm>
            <a:off x="7041509" y="962160"/>
            <a:ext cx="915918" cy="915918"/>
            <a:chOff x="6998874" y="164307"/>
            <a:chExt cx="409678" cy="409678"/>
          </a:xfrm>
        </p:grpSpPr>
        <p:sp>
          <p:nvSpPr>
            <p:cNvPr id="874" name="Google Shape;874;p39">
              <a:extLst>
                <a:ext uri="{FF2B5EF4-FFF2-40B4-BE49-F238E27FC236}">
                  <a16:creationId xmlns:a16="http://schemas.microsoft.com/office/drawing/2014/main" id="{BF9BBBC3-4678-56E8-EAA6-53577A2093A1}"/>
                </a:ext>
              </a:extLst>
            </p:cNvPr>
            <p:cNvSpPr/>
            <p:nvPr/>
          </p:nvSpPr>
          <p:spPr>
            <a:xfrm>
              <a:off x="7048269" y="214171"/>
              <a:ext cx="360284" cy="359814"/>
            </a:xfrm>
            <a:custGeom>
              <a:avLst/>
              <a:gdLst/>
              <a:ahLst/>
              <a:cxnLst/>
              <a:rect l="l" t="t" r="r" b="b"/>
              <a:pathLst>
                <a:path w="9205" h="9193" fill="none" extrusionOk="0">
                  <a:moveTo>
                    <a:pt x="9204" y="4596"/>
                  </a:moveTo>
                  <a:cubicBezTo>
                    <a:pt x="9204" y="2049"/>
                    <a:pt x="7156" y="1"/>
                    <a:pt x="4608" y="1"/>
                  </a:cubicBezTo>
                  <a:cubicBezTo>
                    <a:pt x="2060" y="1"/>
                    <a:pt x="1" y="2049"/>
                    <a:pt x="1" y="4596"/>
                  </a:cubicBezTo>
                  <a:cubicBezTo>
                    <a:pt x="1" y="7144"/>
                    <a:pt x="2060" y="9192"/>
                    <a:pt x="4608" y="9192"/>
                  </a:cubicBezTo>
                  <a:cubicBezTo>
                    <a:pt x="7156" y="9192"/>
                    <a:pt x="9204" y="7144"/>
                    <a:pt x="9204" y="4596"/>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9">
              <a:extLst>
                <a:ext uri="{FF2B5EF4-FFF2-40B4-BE49-F238E27FC236}">
                  <a16:creationId xmlns:a16="http://schemas.microsoft.com/office/drawing/2014/main" id="{7FD536E6-B7CC-48AD-4A48-953715D80830}"/>
                </a:ext>
              </a:extLst>
            </p:cNvPr>
            <p:cNvSpPr/>
            <p:nvPr/>
          </p:nvSpPr>
          <p:spPr>
            <a:xfrm>
              <a:off x="6998874" y="164307"/>
              <a:ext cx="229791" cy="229791"/>
            </a:xfrm>
            <a:custGeom>
              <a:avLst/>
              <a:gdLst/>
              <a:ahLst/>
              <a:cxnLst/>
              <a:rect l="l" t="t" r="r" b="b"/>
              <a:pathLst>
                <a:path w="5871" h="5871" fill="none" extrusionOk="0">
                  <a:moveTo>
                    <a:pt x="5870" y="1"/>
                  </a:moveTo>
                  <a:cubicBezTo>
                    <a:pt x="2644" y="1"/>
                    <a:pt x="0" y="2620"/>
                    <a:pt x="0" y="5870"/>
                  </a:cubicBezTo>
                  <a:lnTo>
                    <a:pt x="5870" y="5870"/>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9">
              <a:extLst>
                <a:ext uri="{FF2B5EF4-FFF2-40B4-BE49-F238E27FC236}">
                  <a16:creationId xmlns:a16="http://schemas.microsoft.com/office/drawing/2014/main" id="{F79A50CA-6427-C7B2-9AF2-C4889B203B9A}"/>
                </a:ext>
              </a:extLst>
            </p:cNvPr>
            <p:cNvSpPr/>
            <p:nvPr/>
          </p:nvSpPr>
          <p:spPr>
            <a:xfrm>
              <a:off x="7124239" y="289672"/>
              <a:ext cx="208812" cy="208812"/>
            </a:xfrm>
            <a:custGeom>
              <a:avLst/>
              <a:gdLst/>
              <a:ahLst/>
              <a:cxnLst/>
              <a:rect l="l" t="t" r="r" b="b"/>
              <a:pathLst>
                <a:path w="5335" h="5335" fill="none" extrusionOk="0">
                  <a:moveTo>
                    <a:pt x="5334" y="2667"/>
                  </a:moveTo>
                  <a:cubicBezTo>
                    <a:pt x="5334" y="4144"/>
                    <a:pt x="4144" y="5334"/>
                    <a:pt x="2667" y="5334"/>
                  </a:cubicBezTo>
                  <a:cubicBezTo>
                    <a:pt x="1191" y="5334"/>
                    <a:pt x="0" y="4144"/>
                    <a:pt x="0" y="2667"/>
                  </a:cubicBezTo>
                  <a:cubicBezTo>
                    <a:pt x="0" y="1191"/>
                    <a:pt x="1191" y="0"/>
                    <a:pt x="2667" y="0"/>
                  </a:cubicBezTo>
                  <a:lnTo>
                    <a:pt x="2667" y="266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9">
              <a:extLst>
                <a:ext uri="{FF2B5EF4-FFF2-40B4-BE49-F238E27FC236}">
                  <a16:creationId xmlns:a16="http://schemas.microsoft.com/office/drawing/2014/main" id="{98603444-C776-ED99-47F2-BB9A510D2B94}"/>
                </a:ext>
              </a:extLst>
            </p:cNvPr>
            <p:cNvSpPr/>
            <p:nvPr/>
          </p:nvSpPr>
          <p:spPr>
            <a:xfrm>
              <a:off x="7182010" y="347443"/>
              <a:ext cx="93231" cy="93271"/>
            </a:xfrm>
            <a:custGeom>
              <a:avLst/>
              <a:gdLst/>
              <a:ahLst/>
              <a:cxnLst/>
              <a:rect l="l" t="t" r="r" b="b"/>
              <a:pathLst>
                <a:path w="2382" h="2383" fill="none" extrusionOk="0">
                  <a:moveTo>
                    <a:pt x="2382" y="1191"/>
                  </a:moveTo>
                  <a:cubicBezTo>
                    <a:pt x="2382" y="537"/>
                    <a:pt x="1846" y="1"/>
                    <a:pt x="1191" y="1"/>
                  </a:cubicBezTo>
                  <a:cubicBezTo>
                    <a:pt x="536" y="1"/>
                    <a:pt x="1" y="537"/>
                    <a:pt x="1" y="1191"/>
                  </a:cubicBezTo>
                  <a:cubicBezTo>
                    <a:pt x="1" y="1846"/>
                    <a:pt x="536" y="2382"/>
                    <a:pt x="1191" y="2382"/>
                  </a:cubicBezTo>
                  <a:cubicBezTo>
                    <a:pt x="1846" y="2382"/>
                    <a:pt x="2382" y="1846"/>
                    <a:pt x="2382" y="1191"/>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8" name="Google Shape;878;p39">
            <a:extLst>
              <a:ext uri="{FF2B5EF4-FFF2-40B4-BE49-F238E27FC236}">
                <a16:creationId xmlns:a16="http://schemas.microsoft.com/office/drawing/2014/main" id="{9B0CB25A-9880-EC36-B1D9-A43D5BBC0F3C}"/>
              </a:ext>
            </a:extLst>
          </p:cNvPr>
          <p:cNvSpPr/>
          <p:nvPr/>
        </p:nvSpPr>
        <p:spPr>
          <a:xfrm>
            <a:off x="1267946" y="3310979"/>
            <a:ext cx="172921" cy="179457"/>
          </a:xfrm>
          <a:custGeom>
            <a:avLst/>
            <a:gdLst/>
            <a:ahLst/>
            <a:cxnLst/>
            <a:rect l="l" t="t" r="r" b="b"/>
            <a:pathLst>
              <a:path w="4418" h="4585" extrusionOk="0">
                <a:moveTo>
                  <a:pt x="1" y="0"/>
                </a:moveTo>
                <a:lnTo>
                  <a:pt x="1632" y="4584"/>
                </a:lnTo>
                <a:lnTo>
                  <a:pt x="2453" y="2727"/>
                </a:lnTo>
                <a:lnTo>
                  <a:pt x="4418" y="2167"/>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26464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8C70A-63F9-B54E-0E4E-54463571123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71A4610-F422-9560-F205-5C35C74E6092}"/>
              </a:ext>
            </a:extLst>
          </p:cNvPr>
          <p:cNvSpPr>
            <a:spLocks noGrp="1"/>
          </p:cNvSpPr>
          <p:nvPr>
            <p:ph type="title"/>
          </p:nvPr>
        </p:nvSpPr>
        <p:spPr>
          <a:xfrm>
            <a:off x="720000" y="445025"/>
            <a:ext cx="7722960" cy="1218300"/>
          </a:xfrm>
        </p:spPr>
        <p:txBody>
          <a:bodyPr/>
          <a:lstStyle/>
          <a:p>
            <a:pPr marL="285750" indent="-285750">
              <a:buSzPts val="1100"/>
            </a:pPr>
            <a:r>
              <a:rPr lang="de-DE" sz="2400" dirty="0" err="1"/>
              <a:t>Colab</a:t>
            </a:r>
            <a:endParaRPr lang="de-DE" sz="2400" dirty="0"/>
          </a:p>
        </p:txBody>
      </p:sp>
      <p:pic>
        <p:nvPicPr>
          <p:cNvPr id="5" name="Grafik 4">
            <a:extLst>
              <a:ext uri="{FF2B5EF4-FFF2-40B4-BE49-F238E27FC236}">
                <a16:creationId xmlns:a16="http://schemas.microsoft.com/office/drawing/2014/main" id="{732B6BE3-CBA4-4320-0CC4-981CFAA764EC}"/>
              </a:ext>
            </a:extLst>
          </p:cNvPr>
          <p:cNvPicPr>
            <a:picLocks noChangeAspect="1"/>
          </p:cNvPicPr>
          <p:nvPr/>
        </p:nvPicPr>
        <p:blipFill>
          <a:blip r:embed="rId3"/>
          <a:stretch>
            <a:fillRect/>
          </a:stretch>
        </p:blipFill>
        <p:spPr>
          <a:xfrm>
            <a:off x="3132000" y="1131750"/>
            <a:ext cx="2880000" cy="2880000"/>
          </a:xfrm>
          <a:prstGeom prst="rect">
            <a:avLst/>
          </a:prstGeom>
        </p:spPr>
      </p:pic>
      <p:sp>
        <p:nvSpPr>
          <p:cNvPr id="6" name="Google Shape;891;p41">
            <a:extLst>
              <a:ext uri="{FF2B5EF4-FFF2-40B4-BE49-F238E27FC236}">
                <a16:creationId xmlns:a16="http://schemas.microsoft.com/office/drawing/2014/main" id="{5AC1AA4C-F694-4508-0023-26B8006E7074}"/>
              </a:ext>
            </a:extLst>
          </p:cNvPr>
          <p:cNvSpPr txBox="1">
            <a:spLocks/>
          </p:cNvSpPr>
          <p:nvPr/>
        </p:nvSpPr>
        <p:spPr>
          <a:xfrm>
            <a:off x="609554" y="4149636"/>
            <a:ext cx="7924891" cy="7368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Nunito Light"/>
              <a:buChar char="●"/>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rgbClr val="E76A28"/>
              </a:buClr>
              <a:buSzPts val="1600"/>
              <a:buFont typeface="Nunito Light"/>
              <a:buChar char="○"/>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rgbClr val="E76A28"/>
              </a:buClr>
              <a:buSzPts val="1500"/>
              <a:buFont typeface="Nunito Light"/>
              <a:buChar char="●"/>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rgbClr val="E76A28"/>
              </a:buClr>
              <a:buSzPts val="1400"/>
              <a:buFont typeface="Nunito Light"/>
              <a:buChar char="○"/>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rgbClr val="999999"/>
              </a:buClr>
              <a:buSzPts val="1300"/>
              <a:buFont typeface="Nunito Light"/>
              <a:buChar char="○"/>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rgbClr val="999999"/>
              </a:buClr>
              <a:buSzPts val="1400"/>
              <a:buFont typeface="Nunito Light"/>
              <a:buChar char="■"/>
              <a:defRPr sz="1400" b="0" i="0" u="none" strike="noStrike" cap="none">
                <a:solidFill>
                  <a:schemeClr val="dk1"/>
                </a:solidFill>
                <a:latin typeface="Mulish"/>
                <a:ea typeface="Mulish"/>
                <a:cs typeface="Mulish"/>
                <a:sym typeface="Mulish"/>
              </a:defRPr>
            </a:lvl9pPr>
          </a:lstStyle>
          <a:p>
            <a:pPr marL="0" indent="0">
              <a:buSzPts val="1100"/>
              <a:buNone/>
            </a:pPr>
            <a:r>
              <a:rPr lang="de-DE" dirty="0"/>
              <a:t>https://colab.research.google.com/drive/1ZYNMay-hWiX-poiCfUyoSKU_fRjE-TFZ?usp=sharing</a:t>
            </a:r>
          </a:p>
        </p:txBody>
      </p:sp>
    </p:spTree>
    <p:extLst>
      <p:ext uri="{BB962C8B-B14F-4D97-AF65-F5344CB8AC3E}">
        <p14:creationId xmlns:p14="http://schemas.microsoft.com/office/powerpoint/2010/main" val="3921381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816">
          <a:extLst>
            <a:ext uri="{FF2B5EF4-FFF2-40B4-BE49-F238E27FC236}">
              <a16:creationId xmlns:a16="http://schemas.microsoft.com/office/drawing/2014/main" id="{5E7CF68B-DF7C-8AF2-8297-1069C2F245FB}"/>
            </a:ext>
          </a:extLst>
        </p:cNvPr>
        <p:cNvGrpSpPr/>
        <p:nvPr/>
      </p:nvGrpSpPr>
      <p:grpSpPr>
        <a:xfrm>
          <a:off x="0" y="0"/>
          <a:ext cx="0" cy="0"/>
          <a:chOff x="0" y="0"/>
          <a:chExt cx="0" cy="0"/>
        </a:xfrm>
      </p:grpSpPr>
      <p:sp>
        <p:nvSpPr>
          <p:cNvPr id="817" name="Google Shape;817;p39">
            <a:extLst>
              <a:ext uri="{FF2B5EF4-FFF2-40B4-BE49-F238E27FC236}">
                <a16:creationId xmlns:a16="http://schemas.microsoft.com/office/drawing/2014/main" id="{FB9FD2BF-4971-9DDF-4EFE-0E56D0D6A154}"/>
              </a:ext>
            </a:extLst>
          </p:cNvPr>
          <p:cNvSpPr txBox="1">
            <a:spLocks noGrp="1"/>
          </p:cNvSpPr>
          <p:nvPr>
            <p:ph type="title"/>
          </p:nvPr>
        </p:nvSpPr>
        <p:spPr>
          <a:xfrm>
            <a:off x="584786" y="2554406"/>
            <a:ext cx="7958167" cy="858600"/>
          </a:xfrm>
          <a:prstGeom prst="rect">
            <a:avLst/>
          </a:prstGeom>
        </p:spPr>
        <p:txBody>
          <a:bodyPr spcFirstLastPara="1" wrap="square" lIns="91425" tIns="91425" rIns="91425" bIns="91425" anchor="b" anchorCtr="0">
            <a:noAutofit/>
          </a:bodyPr>
          <a:lstStyle/>
          <a:p>
            <a:pPr lvl="0"/>
            <a:r>
              <a:rPr lang="de-DE" sz="4400" dirty="0"/>
              <a:t>Diskussion</a:t>
            </a:r>
            <a:endParaRPr sz="4400" b="0" dirty="0">
              <a:latin typeface="Lexend Deca Light"/>
              <a:ea typeface="Lexend Deca Light"/>
              <a:cs typeface="Lexend Deca Light"/>
              <a:sym typeface="Lexend Deca Light"/>
            </a:endParaRPr>
          </a:p>
        </p:txBody>
      </p:sp>
      <p:sp>
        <p:nvSpPr>
          <p:cNvPr id="818" name="Google Shape;818;p39">
            <a:extLst>
              <a:ext uri="{FF2B5EF4-FFF2-40B4-BE49-F238E27FC236}">
                <a16:creationId xmlns:a16="http://schemas.microsoft.com/office/drawing/2014/main" id="{5B5C1110-8789-43C1-CDB1-279B2C384954}"/>
              </a:ext>
            </a:extLst>
          </p:cNvPr>
          <p:cNvSpPr txBox="1">
            <a:spLocks noGrp="1"/>
          </p:cNvSpPr>
          <p:nvPr>
            <p:ph type="title" idx="2"/>
          </p:nvPr>
        </p:nvSpPr>
        <p:spPr>
          <a:xfrm>
            <a:off x="3945150" y="1098100"/>
            <a:ext cx="12537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09</a:t>
            </a:r>
            <a:endParaRPr dirty="0"/>
          </a:p>
        </p:txBody>
      </p:sp>
      <p:sp>
        <p:nvSpPr>
          <p:cNvPr id="819" name="Google Shape;819;p39">
            <a:extLst>
              <a:ext uri="{FF2B5EF4-FFF2-40B4-BE49-F238E27FC236}">
                <a16:creationId xmlns:a16="http://schemas.microsoft.com/office/drawing/2014/main" id="{14B6F746-C30F-A063-B832-F8D3EA888F93}"/>
              </a:ext>
            </a:extLst>
          </p:cNvPr>
          <p:cNvSpPr txBox="1">
            <a:spLocks noGrp="1"/>
          </p:cNvSpPr>
          <p:nvPr>
            <p:ph type="subTitle" idx="1"/>
          </p:nvPr>
        </p:nvSpPr>
        <p:spPr>
          <a:xfrm>
            <a:off x="1701575" y="3213200"/>
            <a:ext cx="5740800" cy="375000"/>
          </a:xfrm>
          <a:prstGeom prst="rect">
            <a:avLst/>
          </a:prstGeom>
        </p:spPr>
        <p:txBody>
          <a:bodyPr spcFirstLastPara="1" wrap="square" lIns="91425" tIns="91425" rIns="91425" bIns="91425" anchor="t" anchorCtr="0">
            <a:noAutofit/>
          </a:bodyPr>
          <a:lstStyle/>
          <a:p>
            <a:pPr marL="0" lvl="0" indent="0"/>
            <a:endParaRPr lang="de-DE" dirty="0"/>
          </a:p>
        </p:txBody>
      </p:sp>
      <p:grpSp>
        <p:nvGrpSpPr>
          <p:cNvPr id="820" name="Google Shape;820;p39">
            <a:extLst>
              <a:ext uri="{FF2B5EF4-FFF2-40B4-BE49-F238E27FC236}">
                <a16:creationId xmlns:a16="http://schemas.microsoft.com/office/drawing/2014/main" id="{A573CD2E-3DAE-CE96-42EB-30328EC16F67}"/>
              </a:ext>
            </a:extLst>
          </p:cNvPr>
          <p:cNvGrpSpPr/>
          <p:nvPr/>
        </p:nvGrpSpPr>
        <p:grpSpPr>
          <a:xfrm>
            <a:off x="7826421" y="4156055"/>
            <a:ext cx="1104243" cy="852948"/>
            <a:chOff x="6614871" y="4003785"/>
            <a:chExt cx="690195" cy="533126"/>
          </a:xfrm>
        </p:grpSpPr>
        <p:sp>
          <p:nvSpPr>
            <p:cNvPr id="821" name="Google Shape;821;p39">
              <a:extLst>
                <a:ext uri="{FF2B5EF4-FFF2-40B4-BE49-F238E27FC236}">
                  <a16:creationId xmlns:a16="http://schemas.microsoft.com/office/drawing/2014/main" id="{CCD5762E-C003-BEAF-2AEF-FE7F1AE6B05F}"/>
                </a:ext>
              </a:extLst>
            </p:cNvPr>
            <p:cNvSpPr/>
            <p:nvPr/>
          </p:nvSpPr>
          <p:spPr>
            <a:xfrm>
              <a:off x="6740706" y="4285710"/>
              <a:ext cx="252140" cy="251201"/>
            </a:xfrm>
            <a:custGeom>
              <a:avLst/>
              <a:gdLst/>
              <a:ahLst/>
              <a:cxnLst/>
              <a:rect l="l" t="t" r="r" b="b"/>
              <a:pathLst>
                <a:path w="6442" h="6418" fill="none" extrusionOk="0">
                  <a:moveTo>
                    <a:pt x="5203" y="6418"/>
                  </a:moveTo>
                  <a:lnTo>
                    <a:pt x="1227" y="6418"/>
                  </a:lnTo>
                  <a:cubicBezTo>
                    <a:pt x="548" y="6418"/>
                    <a:pt x="0" y="5870"/>
                    <a:pt x="0" y="5191"/>
                  </a:cubicBezTo>
                  <a:lnTo>
                    <a:pt x="0" y="1227"/>
                  </a:lnTo>
                  <a:cubicBezTo>
                    <a:pt x="0" y="536"/>
                    <a:pt x="560" y="0"/>
                    <a:pt x="1227" y="0"/>
                  </a:cubicBezTo>
                  <a:lnTo>
                    <a:pt x="5203" y="0"/>
                  </a:lnTo>
                  <a:cubicBezTo>
                    <a:pt x="5882" y="0"/>
                    <a:pt x="6418" y="548"/>
                    <a:pt x="6418" y="1227"/>
                  </a:cubicBezTo>
                  <a:lnTo>
                    <a:pt x="6418" y="5191"/>
                  </a:lnTo>
                  <a:cubicBezTo>
                    <a:pt x="6442" y="5870"/>
                    <a:pt x="5882" y="6418"/>
                    <a:pt x="5203"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9">
              <a:extLst>
                <a:ext uri="{FF2B5EF4-FFF2-40B4-BE49-F238E27FC236}">
                  <a16:creationId xmlns:a16="http://schemas.microsoft.com/office/drawing/2014/main" id="{B97DDA66-6899-641E-775C-7D7B5E93918C}"/>
                </a:ext>
              </a:extLst>
            </p:cNvPr>
            <p:cNvSpPr/>
            <p:nvPr/>
          </p:nvSpPr>
          <p:spPr>
            <a:xfrm>
              <a:off x="6843684" y="4365399"/>
              <a:ext cx="66225" cy="74131"/>
            </a:xfrm>
            <a:custGeom>
              <a:avLst/>
              <a:gdLst/>
              <a:ahLst/>
              <a:cxnLst/>
              <a:rect l="l" t="t" r="r" b="b"/>
              <a:pathLst>
                <a:path w="1692" h="1894" extrusionOk="0">
                  <a:moveTo>
                    <a:pt x="846" y="203"/>
                  </a:moveTo>
                  <a:cubicBezTo>
                    <a:pt x="1025" y="203"/>
                    <a:pt x="1168" y="274"/>
                    <a:pt x="1275" y="405"/>
                  </a:cubicBezTo>
                  <a:cubicBezTo>
                    <a:pt x="1382" y="536"/>
                    <a:pt x="1429" y="715"/>
                    <a:pt x="1429" y="953"/>
                  </a:cubicBezTo>
                  <a:cubicBezTo>
                    <a:pt x="1429" y="1179"/>
                    <a:pt x="1382" y="1358"/>
                    <a:pt x="1275" y="1489"/>
                  </a:cubicBezTo>
                  <a:cubicBezTo>
                    <a:pt x="1168" y="1620"/>
                    <a:pt x="1025" y="1691"/>
                    <a:pt x="846" y="1691"/>
                  </a:cubicBezTo>
                  <a:cubicBezTo>
                    <a:pt x="667" y="1691"/>
                    <a:pt x="525" y="1620"/>
                    <a:pt x="417" y="1489"/>
                  </a:cubicBezTo>
                  <a:cubicBezTo>
                    <a:pt x="322" y="1358"/>
                    <a:pt x="263" y="1179"/>
                    <a:pt x="263" y="953"/>
                  </a:cubicBezTo>
                  <a:cubicBezTo>
                    <a:pt x="263" y="715"/>
                    <a:pt x="322" y="536"/>
                    <a:pt x="417" y="405"/>
                  </a:cubicBezTo>
                  <a:cubicBezTo>
                    <a:pt x="525" y="274"/>
                    <a:pt x="667" y="203"/>
                    <a:pt x="846" y="203"/>
                  </a:cubicBezTo>
                  <a:close/>
                  <a:moveTo>
                    <a:pt x="846" y="0"/>
                  </a:moveTo>
                  <a:cubicBezTo>
                    <a:pt x="596" y="0"/>
                    <a:pt x="394" y="96"/>
                    <a:pt x="239" y="262"/>
                  </a:cubicBezTo>
                  <a:cubicBezTo>
                    <a:pt x="84" y="429"/>
                    <a:pt x="1" y="655"/>
                    <a:pt x="1" y="953"/>
                  </a:cubicBezTo>
                  <a:cubicBezTo>
                    <a:pt x="1" y="1239"/>
                    <a:pt x="84" y="1465"/>
                    <a:pt x="239" y="1631"/>
                  </a:cubicBezTo>
                  <a:cubicBezTo>
                    <a:pt x="394" y="1810"/>
                    <a:pt x="596" y="1893"/>
                    <a:pt x="846" y="1893"/>
                  </a:cubicBezTo>
                  <a:cubicBezTo>
                    <a:pt x="1108" y="1893"/>
                    <a:pt x="1310" y="1810"/>
                    <a:pt x="1453" y="1631"/>
                  </a:cubicBezTo>
                  <a:cubicBezTo>
                    <a:pt x="1608" y="1465"/>
                    <a:pt x="1691" y="1239"/>
                    <a:pt x="1691" y="953"/>
                  </a:cubicBezTo>
                  <a:cubicBezTo>
                    <a:pt x="1691" y="655"/>
                    <a:pt x="1608" y="429"/>
                    <a:pt x="1453" y="262"/>
                  </a:cubicBezTo>
                  <a:cubicBezTo>
                    <a:pt x="1310" y="96"/>
                    <a:pt x="1108" y="0"/>
                    <a:pt x="8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9">
              <a:extLst>
                <a:ext uri="{FF2B5EF4-FFF2-40B4-BE49-F238E27FC236}">
                  <a16:creationId xmlns:a16="http://schemas.microsoft.com/office/drawing/2014/main" id="{A389709B-47F2-C78C-8FA3-C8C264A17C88}"/>
                </a:ext>
              </a:extLst>
            </p:cNvPr>
            <p:cNvSpPr/>
            <p:nvPr/>
          </p:nvSpPr>
          <p:spPr>
            <a:xfrm>
              <a:off x="7053396" y="4285710"/>
              <a:ext cx="251670" cy="251201"/>
            </a:xfrm>
            <a:custGeom>
              <a:avLst/>
              <a:gdLst/>
              <a:ahLst/>
              <a:cxnLst/>
              <a:rect l="l" t="t" r="r" b="b"/>
              <a:pathLst>
                <a:path w="6430" h="6418" fill="none" extrusionOk="0">
                  <a:moveTo>
                    <a:pt x="5204" y="6418"/>
                  </a:moveTo>
                  <a:lnTo>
                    <a:pt x="1215" y="6418"/>
                  </a:lnTo>
                  <a:cubicBezTo>
                    <a:pt x="536" y="6418"/>
                    <a:pt x="1" y="5870"/>
                    <a:pt x="1" y="5191"/>
                  </a:cubicBezTo>
                  <a:lnTo>
                    <a:pt x="1" y="1227"/>
                  </a:lnTo>
                  <a:cubicBezTo>
                    <a:pt x="1" y="536"/>
                    <a:pt x="548" y="0"/>
                    <a:pt x="1215" y="0"/>
                  </a:cubicBezTo>
                  <a:lnTo>
                    <a:pt x="5192" y="0"/>
                  </a:lnTo>
                  <a:cubicBezTo>
                    <a:pt x="5870" y="0"/>
                    <a:pt x="6406" y="548"/>
                    <a:pt x="6406" y="1227"/>
                  </a:cubicBezTo>
                  <a:lnTo>
                    <a:pt x="6406" y="5191"/>
                  </a:lnTo>
                  <a:cubicBezTo>
                    <a:pt x="6430" y="5870"/>
                    <a:pt x="5870"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9">
              <a:extLst>
                <a:ext uri="{FF2B5EF4-FFF2-40B4-BE49-F238E27FC236}">
                  <a16:creationId xmlns:a16="http://schemas.microsoft.com/office/drawing/2014/main" id="{08A1BF8B-BC6F-DBF8-7BF4-E8D056B16EDB}"/>
                </a:ext>
              </a:extLst>
            </p:cNvPr>
            <p:cNvSpPr/>
            <p:nvPr/>
          </p:nvSpPr>
          <p:spPr>
            <a:xfrm>
              <a:off x="7163379" y="4366808"/>
              <a:ext cx="46185" cy="71313"/>
            </a:xfrm>
            <a:custGeom>
              <a:avLst/>
              <a:gdLst/>
              <a:ahLst/>
              <a:cxnLst/>
              <a:rect l="l" t="t" r="r" b="b"/>
              <a:pathLst>
                <a:path w="1180" h="1822" extrusionOk="0">
                  <a:moveTo>
                    <a:pt x="560" y="202"/>
                  </a:moveTo>
                  <a:cubicBezTo>
                    <a:pt x="667" y="202"/>
                    <a:pt x="762" y="238"/>
                    <a:pt x="822" y="298"/>
                  </a:cubicBezTo>
                  <a:cubicBezTo>
                    <a:pt x="881" y="357"/>
                    <a:pt x="917" y="441"/>
                    <a:pt x="917" y="548"/>
                  </a:cubicBezTo>
                  <a:cubicBezTo>
                    <a:pt x="917" y="655"/>
                    <a:pt x="881" y="738"/>
                    <a:pt x="822" y="798"/>
                  </a:cubicBezTo>
                  <a:cubicBezTo>
                    <a:pt x="762" y="857"/>
                    <a:pt x="667" y="881"/>
                    <a:pt x="560" y="881"/>
                  </a:cubicBezTo>
                  <a:lnTo>
                    <a:pt x="250" y="881"/>
                  </a:lnTo>
                  <a:lnTo>
                    <a:pt x="250" y="202"/>
                  </a:lnTo>
                  <a:close/>
                  <a:moveTo>
                    <a:pt x="0" y="0"/>
                  </a:moveTo>
                  <a:lnTo>
                    <a:pt x="0" y="1822"/>
                  </a:lnTo>
                  <a:lnTo>
                    <a:pt x="250" y="1822"/>
                  </a:lnTo>
                  <a:lnTo>
                    <a:pt x="250" y="1083"/>
                  </a:lnTo>
                  <a:lnTo>
                    <a:pt x="560" y="1083"/>
                  </a:lnTo>
                  <a:cubicBezTo>
                    <a:pt x="762" y="1083"/>
                    <a:pt x="917" y="1048"/>
                    <a:pt x="1012" y="953"/>
                  </a:cubicBezTo>
                  <a:cubicBezTo>
                    <a:pt x="1120" y="857"/>
                    <a:pt x="1179" y="726"/>
                    <a:pt x="1179" y="548"/>
                  </a:cubicBezTo>
                  <a:cubicBezTo>
                    <a:pt x="1179" y="369"/>
                    <a:pt x="1120" y="238"/>
                    <a:pt x="1012" y="143"/>
                  </a:cubicBezTo>
                  <a:cubicBezTo>
                    <a:pt x="917" y="48"/>
                    <a:pt x="762" y="0"/>
                    <a:pt x="5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9">
              <a:extLst>
                <a:ext uri="{FF2B5EF4-FFF2-40B4-BE49-F238E27FC236}">
                  <a16:creationId xmlns:a16="http://schemas.microsoft.com/office/drawing/2014/main" id="{A518637C-CB27-D682-96B1-049DF226C214}"/>
                </a:ext>
              </a:extLst>
            </p:cNvPr>
            <p:cNvSpPr/>
            <p:nvPr/>
          </p:nvSpPr>
          <p:spPr>
            <a:xfrm>
              <a:off x="6614871" y="4003785"/>
              <a:ext cx="251240" cy="251201"/>
            </a:xfrm>
            <a:custGeom>
              <a:avLst/>
              <a:gdLst/>
              <a:ahLst/>
              <a:cxnLst/>
              <a:rect l="l" t="t" r="r" b="b"/>
              <a:pathLst>
                <a:path w="6419" h="6418" fill="none" extrusionOk="0">
                  <a:moveTo>
                    <a:pt x="5204" y="6418"/>
                  </a:moveTo>
                  <a:lnTo>
                    <a:pt x="1227" y="6418"/>
                  </a:lnTo>
                  <a:cubicBezTo>
                    <a:pt x="548" y="6418"/>
                    <a:pt x="1" y="5870"/>
                    <a:pt x="1" y="5191"/>
                  </a:cubicBezTo>
                  <a:lnTo>
                    <a:pt x="1" y="1226"/>
                  </a:lnTo>
                  <a:cubicBezTo>
                    <a:pt x="1" y="536"/>
                    <a:pt x="560" y="0"/>
                    <a:pt x="1227" y="0"/>
                  </a:cubicBezTo>
                  <a:lnTo>
                    <a:pt x="5204" y="0"/>
                  </a:lnTo>
                  <a:cubicBezTo>
                    <a:pt x="5882" y="0"/>
                    <a:pt x="6418" y="548"/>
                    <a:pt x="6418" y="1226"/>
                  </a:cubicBezTo>
                  <a:lnTo>
                    <a:pt x="6418" y="5191"/>
                  </a:lnTo>
                  <a:cubicBezTo>
                    <a:pt x="6418" y="5870"/>
                    <a:pt x="5871"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9">
              <a:extLst>
                <a:ext uri="{FF2B5EF4-FFF2-40B4-BE49-F238E27FC236}">
                  <a16:creationId xmlns:a16="http://schemas.microsoft.com/office/drawing/2014/main" id="{F921CEB0-CE8B-CD7D-C479-3EE4141A3837}"/>
                </a:ext>
              </a:extLst>
            </p:cNvPr>
            <p:cNvSpPr/>
            <p:nvPr/>
          </p:nvSpPr>
          <p:spPr>
            <a:xfrm>
              <a:off x="6927091" y="4003785"/>
              <a:ext cx="252179" cy="251201"/>
            </a:xfrm>
            <a:custGeom>
              <a:avLst/>
              <a:gdLst/>
              <a:ahLst/>
              <a:cxnLst/>
              <a:rect l="l" t="t" r="r" b="b"/>
              <a:pathLst>
                <a:path w="6443" h="6418" fill="none" extrusionOk="0">
                  <a:moveTo>
                    <a:pt x="5204" y="6418"/>
                  </a:moveTo>
                  <a:lnTo>
                    <a:pt x="1227" y="6418"/>
                  </a:lnTo>
                  <a:cubicBezTo>
                    <a:pt x="549" y="6418"/>
                    <a:pt x="1" y="5870"/>
                    <a:pt x="1" y="5191"/>
                  </a:cubicBezTo>
                  <a:lnTo>
                    <a:pt x="1" y="1226"/>
                  </a:lnTo>
                  <a:cubicBezTo>
                    <a:pt x="1" y="536"/>
                    <a:pt x="561" y="0"/>
                    <a:pt x="1227" y="0"/>
                  </a:cubicBezTo>
                  <a:lnTo>
                    <a:pt x="5204" y="0"/>
                  </a:lnTo>
                  <a:cubicBezTo>
                    <a:pt x="5883" y="0"/>
                    <a:pt x="6418" y="548"/>
                    <a:pt x="6418" y="1226"/>
                  </a:cubicBezTo>
                  <a:lnTo>
                    <a:pt x="6418" y="5191"/>
                  </a:lnTo>
                  <a:cubicBezTo>
                    <a:pt x="6442" y="5870"/>
                    <a:pt x="5883"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9">
              <a:extLst>
                <a:ext uri="{FF2B5EF4-FFF2-40B4-BE49-F238E27FC236}">
                  <a16:creationId xmlns:a16="http://schemas.microsoft.com/office/drawing/2014/main" id="{CB16E4A1-7F83-9BBC-DA8C-93581BF63C0D}"/>
                </a:ext>
              </a:extLst>
            </p:cNvPr>
            <p:cNvSpPr/>
            <p:nvPr/>
          </p:nvSpPr>
          <p:spPr>
            <a:xfrm>
              <a:off x="6718318" y="4141244"/>
              <a:ext cx="49003" cy="74131"/>
            </a:xfrm>
            <a:custGeom>
              <a:avLst/>
              <a:gdLst/>
              <a:ahLst/>
              <a:cxnLst/>
              <a:rect l="l" t="t" r="r" b="b"/>
              <a:pathLst>
                <a:path w="1252" h="1894" extrusionOk="0">
                  <a:moveTo>
                    <a:pt x="608" y="203"/>
                  </a:moveTo>
                  <a:cubicBezTo>
                    <a:pt x="715" y="203"/>
                    <a:pt x="799" y="239"/>
                    <a:pt x="858" y="310"/>
                  </a:cubicBezTo>
                  <a:cubicBezTo>
                    <a:pt x="930" y="393"/>
                    <a:pt x="965" y="489"/>
                    <a:pt x="965" y="620"/>
                  </a:cubicBezTo>
                  <a:cubicBezTo>
                    <a:pt x="965" y="750"/>
                    <a:pt x="930" y="858"/>
                    <a:pt x="858" y="929"/>
                  </a:cubicBezTo>
                  <a:cubicBezTo>
                    <a:pt x="799" y="1012"/>
                    <a:pt x="715" y="1048"/>
                    <a:pt x="608" y="1048"/>
                  </a:cubicBezTo>
                  <a:cubicBezTo>
                    <a:pt x="489" y="1048"/>
                    <a:pt x="406" y="1012"/>
                    <a:pt x="334" y="929"/>
                  </a:cubicBezTo>
                  <a:cubicBezTo>
                    <a:pt x="275" y="858"/>
                    <a:pt x="239" y="750"/>
                    <a:pt x="239" y="620"/>
                  </a:cubicBezTo>
                  <a:cubicBezTo>
                    <a:pt x="239" y="489"/>
                    <a:pt x="275" y="393"/>
                    <a:pt x="334" y="310"/>
                  </a:cubicBezTo>
                  <a:cubicBezTo>
                    <a:pt x="406" y="239"/>
                    <a:pt x="489" y="203"/>
                    <a:pt x="608" y="203"/>
                  </a:cubicBezTo>
                  <a:close/>
                  <a:moveTo>
                    <a:pt x="608" y="0"/>
                  </a:moveTo>
                  <a:cubicBezTo>
                    <a:pt x="418" y="0"/>
                    <a:pt x="275" y="60"/>
                    <a:pt x="168" y="179"/>
                  </a:cubicBezTo>
                  <a:cubicBezTo>
                    <a:pt x="49" y="286"/>
                    <a:pt x="1" y="441"/>
                    <a:pt x="1" y="620"/>
                  </a:cubicBezTo>
                  <a:cubicBezTo>
                    <a:pt x="1" y="810"/>
                    <a:pt x="49" y="965"/>
                    <a:pt x="156" y="1072"/>
                  </a:cubicBezTo>
                  <a:cubicBezTo>
                    <a:pt x="263" y="1179"/>
                    <a:pt x="406" y="1239"/>
                    <a:pt x="584" y="1239"/>
                  </a:cubicBezTo>
                  <a:cubicBezTo>
                    <a:pt x="680" y="1239"/>
                    <a:pt x="751" y="1215"/>
                    <a:pt x="822" y="1179"/>
                  </a:cubicBezTo>
                  <a:cubicBezTo>
                    <a:pt x="894" y="1143"/>
                    <a:pt x="953" y="1096"/>
                    <a:pt x="1001" y="1024"/>
                  </a:cubicBezTo>
                  <a:lnTo>
                    <a:pt x="1001" y="1024"/>
                  </a:lnTo>
                  <a:cubicBezTo>
                    <a:pt x="989" y="1251"/>
                    <a:pt x="942" y="1405"/>
                    <a:pt x="858" y="1524"/>
                  </a:cubicBezTo>
                  <a:cubicBezTo>
                    <a:pt x="775" y="1632"/>
                    <a:pt x="644" y="1679"/>
                    <a:pt x="489" y="1679"/>
                  </a:cubicBezTo>
                  <a:cubicBezTo>
                    <a:pt x="430" y="1679"/>
                    <a:pt x="358" y="1679"/>
                    <a:pt x="299" y="1655"/>
                  </a:cubicBezTo>
                  <a:cubicBezTo>
                    <a:pt x="239" y="1643"/>
                    <a:pt x="180" y="1620"/>
                    <a:pt x="108" y="1596"/>
                  </a:cubicBezTo>
                  <a:lnTo>
                    <a:pt x="108" y="1822"/>
                  </a:lnTo>
                  <a:cubicBezTo>
                    <a:pt x="180" y="1846"/>
                    <a:pt x="251" y="1858"/>
                    <a:pt x="310" y="1870"/>
                  </a:cubicBezTo>
                  <a:cubicBezTo>
                    <a:pt x="370" y="1882"/>
                    <a:pt x="441" y="1893"/>
                    <a:pt x="501" y="1893"/>
                  </a:cubicBezTo>
                  <a:cubicBezTo>
                    <a:pt x="727" y="1893"/>
                    <a:pt x="906" y="1810"/>
                    <a:pt x="1049" y="1632"/>
                  </a:cubicBezTo>
                  <a:cubicBezTo>
                    <a:pt x="1180" y="1465"/>
                    <a:pt x="1251" y="1239"/>
                    <a:pt x="1251" y="953"/>
                  </a:cubicBezTo>
                  <a:cubicBezTo>
                    <a:pt x="1251" y="643"/>
                    <a:pt x="1192" y="405"/>
                    <a:pt x="1084" y="250"/>
                  </a:cubicBezTo>
                  <a:cubicBezTo>
                    <a:pt x="977" y="84"/>
                    <a:pt x="811" y="0"/>
                    <a:pt x="6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9">
              <a:extLst>
                <a:ext uri="{FF2B5EF4-FFF2-40B4-BE49-F238E27FC236}">
                  <a16:creationId xmlns:a16="http://schemas.microsoft.com/office/drawing/2014/main" id="{FAACAE02-BFE7-5DD3-CB47-1BD147823795}"/>
                </a:ext>
              </a:extLst>
            </p:cNvPr>
            <p:cNvSpPr/>
            <p:nvPr/>
          </p:nvSpPr>
          <p:spPr>
            <a:xfrm>
              <a:off x="6733231" y="4041985"/>
              <a:ext cx="12173" cy="47085"/>
            </a:xfrm>
            <a:custGeom>
              <a:avLst/>
              <a:gdLst/>
              <a:ahLst/>
              <a:cxnLst/>
              <a:rect l="l" t="t" r="r" b="b"/>
              <a:pathLst>
                <a:path w="311" h="1203" extrusionOk="0">
                  <a:moveTo>
                    <a:pt x="1" y="0"/>
                  </a:moveTo>
                  <a:cubicBezTo>
                    <a:pt x="60" y="108"/>
                    <a:pt x="108" y="203"/>
                    <a:pt x="132" y="298"/>
                  </a:cubicBezTo>
                  <a:cubicBezTo>
                    <a:pt x="168" y="405"/>
                    <a:pt x="180" y="500"/>
                    <a:pt x="180" y="608"/>
                  </a:cubicBezTo>
                  <a:cubicBezTo>
                    <a:pt x="180" y="703"/>
                    <a:pt x="168" y="798"/>
                    <a:pt x="132" y="905"/>
                  </a:cubicBezTo>
                  <a:cubicBezTo>
                    <a:pt x="108" y="1000"/>
                    <a:pt x="60" y="1096"/>
                    <a:pt x="1" y="1203"/>
                  </a:cubicBezTo>
                  <a:lnTo>
                    <a:pt x="108" y="1203"/>
                  </a:lnTo>
                  <a:cubicBezTo>
                    <a:pt x="180" y="1096"/>
                    <a:pt x="227" y="1000"/>
                    <a:pt x="263" y="893"/>
                  </a:cubicBezTo>
                  <a:cubicBezTo>
                    <a:pt x="287" y="798"/>
                    <a:pt x="310" y="703"/>
                    <a:pt x="310" y="608"/>
                  </a:cubicBezTo>
                  <a:cubicBezTo>
                    <a:pt x="310" y="500"/>
                    <a:pt x="287" y="405"/>
                    <a:pt x="263" y="310"/>
                  </a:cubicBezTo>
                  <a:cubicBezTo>
                    <a:pt x="227" y="215"/>
                    <a:pt x="180" y="108"/>
                    <a:pt x="1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9">
              <a:extLst>
                <a:ext uri="{FF2B5EF4-FFF2-40B4-BE49-F238E27FC236}">
                  <a16:creationId xmlns:a16="http://schemas.microsoft.com/office/drawing/2014/main" id="{0DA92DF8-4788-658F-F36A-1EA1C93B52FA}"/>
                </a:ext>
              </a:extLst>
            </p:cNvPr>
            <p:cNvSpPr/>
            <p:nvPr/>
          </p:nvSpPr>
          <p:spPr>
            <a:xfrm>
              <a:off x="7029168" y="4141244"/>
              <a:ext cx="48964" cy="74131"/>
            </a:xfrm>
            <a:custGeom>
              <a:avLst/>
              <a:gdLst/>
              <a:ahLst/>
              <a:cxnLst/>
              <a:rect l="l" t="t" r="r" b="b"/>
              <a:pathLst>
                <a:path w="1251" h="1894" extrusionOk="0">
                  <a:moveTo>
                    <a:pt x="631" y="203"/>
                  </a:moveTo>
                  <a:cubicBezTo>
                    <a:pt x="750" y="203"/>
                    <a:pt x="846" y="262"/>
                    <a:pt x="917" y="381"/>
                  </a:cubicBezTo>
                  <a:cubicBezTo>
                    <a:pt x="977" y="512"/>
                    <a:pt x="1012" y="703"/>
                    <a:pt x="1012" y="953"/>
                  </a:cubicBezTo>
                  <a:cubicBezTo>
                    <a:pt x="1012" y="1203"/>
                    <a:pt x="977" y="1382"/>
                    <a:pt x="917" y="1512"/>
                  </a:cubicBezTo>
                  <a:cubicBezTo>
                    <a:pt x="846" y="1632"/>
                    <a:pt x="750" y="1691"/>
                    <a:pt x="631" y="1691"/>
                  </a:cubicBezTo>
                  <a:cubicBezTo>
                    <a:pt x="500" y="1691"/>
                    <a:pt x="405" y="1632"/>
                    <a:pt x="346" y="1512"/>
                  </a:cubicBezTo>
                  <a:cubicBezTo>
                    <a:pt x="274" y="1382"/>
                    <a:pt x="250" y="1203"/>
                    <a:pt x="250" y="953"/>
                  </a:cubicBezTo>
                  <a:cubicBezTo>
                    <a:pt x="250" y="703"/>
                    <a:pt x="274" y="512"/>
                    <a:pt x="346" y="381"/>
                  </a:cubicBezTo>
                  <a:cubicBezTo>
                    <a:pt x="405" y="262"/>
                    <a:pt x="500" y="203"/>
                    <a:pt x="631" y="203"/>
                  </a:cubicBezTo>
                  <a:close/>
                  <a:moveTo>
                    <a:pt x="631" y="0"/>
                  </a:moveTo>
                  <a:cubicBezTo>
                    <a:pt x="417" y="0"/>
                    <a:pt x="262" y="84"/>
                    <a:pt x="155" y="250"/>
                  </a:cubicBezTo>
                  <a:cubicBezTo>
                    <a:pt x="48" y="405"/>
                    <a:pt x="0" y="643"/>
                    <a:pt x="0" y="953"/>
                  </a:cubicBezTo>
                  <a:cubicBezTo>
                    <a:pt x="0" y="1251"/>
                    <a:pt x="48" y="1489"/>
                    <a:pt x="155" y="1643"/>
                  </a:cubicBezTo>
                  <a:cubicBezTo>
                    <a:pt x="262" y="1810"/>
                    <a:pt x="417" y="1893"/>
                    <a:pt x="631" y="1893"/>
                  </a:cubicBezTo>
                  <a:cubicBezTo>
                    <a:pt x="834" y="1893"/>
                    <a:pt x="989" y="1810"/>
                    <a:pt x="1096" y="1643"/>
                  </a:cubicBezTo>
                  <a:cubicBezTo>
                    <a:pt x="1203" y="1489"/>
                    <a:pt x="1251" y="1251"/>
                    <a:pt x="1251" y="953"/>
                  </a:cubicBezTo>
                  <a:cubicBezTo>
                    <a:pt x="1251" y="643"/>
                    <a:pt x="1203" y="405"/>
                    <a:pt x="1096" y="250"/>
                  </a:cubicBezTo>
                  <a:cubicBezTo>
                    <a:pt x="989" y="84"/>
                    <a:pt x="834" y="0"/>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9">
              <a:extLst>
                <a:ext uri="{FF2B5EF4-FFF2-40B4-BE49-F238E27FC236}">
                  <a16:creationId xmlns:a16="http://schemas.microsoft.com/office/drawing/2014/main" id="{350D2359-13BC-EF69-EF0D-85FD32450061}"/>
                </a:ext>
              </a:extLst>
            </p:cNvPr>
            <p:cNvSpPr/>
            <p:nvPr/>
          </p:nvSpPr>
          <p:spPr>
            <a:xfrm>
              <a:off x="7041263" y="4050831"/>
              <a:ext cx="42937" cy="19609"/>
            </a:xfrm>
            <a:custGeom>
              <a:avLst/>
              <a:gdLst/>
              <a:ahLst/>
              <a:cxnLst/>
              <a:rect l="l" t="t" r="r" b="b"/>
              <a:pathLst>
                <a:path w="1097" h="501" extrusionOk="0">
                  <a:moveTo>
                    <a:pt x="1" y="1"/>
                  </a:moveTo>
                  <a:lnTo>
                    <a:pt x="1" y="143"/>
                  </a:lnTo>
                  <a:lnTo>
                    <a:pt x="1096" y="143"/>
                  </a:lnTo>
                  <a:lnTo>
                    <a:pt x="1096" y="1"/>
                  </a:lnTo>
                  <a:close/>
                  <a:moveTo>
                    <a:pt x="1" y="358"/>
                  </a:moveTo>
                  <a:lnTo>
                    <a:pt x="1" y="501"/>
                  </a:lnTo>
                  <a:lnTo>
                    <a:pt x="1096" y="501"/>
                  </a:lnTo>
                  <a:lnTo>
                    <a:pt x="1096" y="35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 name="Google Shape;831;p39">
            <a:extLst>
              <a:ext uri="{FF2B5EF4-FFF2-40B4-BE49-F238E27FC236}">
                <a16:creationId xmlns:a16="http://schemas.microsoft.com/office/drawing/2014/main" id="{E0DB64EF-4AA8-60BB-1B90-B81641DEB2F4}"/>
              </a:ext>
            </a:extLst>
          </p:cNvPr>
          <p:cNvGrpSpPr/>
          <p:nvPr/>
        </p:nvGrpSpPr>
        <p:grpSpPr>
          <a:xfrm>
            <a:off x="3790627" y="4106605"/>
            <a:ext cx="1562747" cy="497391"/>
            <a:chOff x="2376988" y="575316"/>
            <a:chExt cx="976778" cy="310889"/>
          </a:xfrm>
        </p:grpSpPr>
        <p:sp>
          <p:nvSpPr>
            <p:cNvPr id="832" name="Google Shape;832;p39">
              <a:extLst>
                <a:ext uri="{FF2B5EF4-FFF2-40B4-BE49-F238E27FC236}">
                  <a16:creationId xmlns:a16="http://schemas.microsoft.com/office/drawing/2014/main" id="{06B5E79B-8495-5CBE-37FA-6745D361F952}"/>
                </a:ext>
              </a:extLst>
            </p:cNvPr>
            <p:cNvSpPr/>
            <p:nvPr/>
          </p:nvSpPr>
          <p:spPr>
            <a:xfrm>
              <a:off x="2401685" y="575316"/>
              <a:ext cx="444591" cy="136599"/>
            </a:xfrm>
            <a:custGeom>
              <a:avLst/>
              <a:gdLst/>
              <a:ahLst/>
              <a:cxnLst/>
              <a:rect l="l" t="t" r="r" b="b"/>
              <a:pathLst>
                <a:path w="11359" h="3490" extrusionOk="0">
                  <a:moveTo>
                    <a:pt x="5763" y="1"/>
                  </a:moveTo>
                  <a:lnTo>
                    <a:pt x="5763" y="144"/>
                  </a:lnTo>
                  <a:lnTo>
                    <a:pt x="5811" y="144"/>
                  </a:lnTo>
                  <a:cubicBezTo>
                    <a:pt x="5942" y="144"/>
                    <a:pt x="6073" y="144"/>
                    <a:pt x="6215" y="156"/>
                  </a:cubicBezTo>
                  <a:lnTo>
                    <a:pt x="6227" y="13"/>
                  </a:lnTo>
                  <a:cubicBezTo>
                    <a:pt x="6073" y="1"/>
                    <a:pt x="5942" y="1"/>
                    <a:pt x="5811" y="1"/>
                  </a:cubicBezTo>
                  <a:close/>
                  <a:moveTo>
                    <a:pt x="5322" y="13"/>
                  </a:moveTo>
                  <a:lnTo>
                    <a:pt x="4870" y="60"/>
                  </a:lnTo>
                  <a:lnTo>
                    <a:pt x="4882" y="203"/>
                  </a:lnTo>
                  <a:cubicBezTo>
                    <a:pt x="5037" y="191"/>
                    <a:pt x="5180" y="180"/>
                    <a:pt x="5322" y="156"/>
                  </a:cubicBezTo>
                  <a:lnTo>
                    <a:pt x="5322" y="13"/>
                  </a:lnTo>
                  <a:close/>
                  <a:moveTo>
                    <a:pt x="6668" y="60"/>
                  </a:moveTo>
                  <a:lnTo>
                    <a:pt x="6656" y="203"/>
                  </a:lnTo>
                  <a:cubicBezTo>
                    <a:pt x="6811" y="215"/>
                    <a:pt x="6954" y="251"/>
                    <a:pt x="7085" y="275"/>
                  </a:cubicBezTo>
                  <a:lnTo>
                    <a:pt x="7120" y="132"/>
                  </a:lnTo>
                  <a:cubicBezTo>
                    <a:pt x="6965" y="96"/>
                    <a:pt x="6823" y="72"/>
                    <a:pt x="6668" y="60"/>
                  </a:cubicBezTo>
                  <a:close/>
                  <a:moveTo>
                    <a:pt x="4429" y="144"/>
                  </a:moveTo>
                  <a:cubicBezTo>
                    <a:pt x="4275" y="180"/>
                    <a:pt x="4132" y="215"/>
                    <a:pt x="3977" y="251"/>
                  </a:cubicBezTo>
                  <a:lnTo>
                    <a:pt x="4025" y="394"/>
                  </a:lnTo>
                  <a:cubicBezTo>
                    <a:pt x="4156" y="346"/>
                    <a:pt x="4310" y="322"/>
                    <a:pt x="4453" y="299"/>
                  </a:cubicBezTo>
                  <a:lnTo>
                    <a:pt x="4429" y="144"/>
                  </a:lnTo>
                  <a:close/>
                  <a:moveTo>
                    <a:pt x="7549" y="239"/>
                  </a:moveTo>
                  <a:lnTo>
                    <a:pt x="7501" y="382"/>
                  </a:lnTo>
                  <a:cubicBezTo>
                    <a:pt x="7656" y="430"/>
                    <a:pt x="7787" y="477"/>
                    <a:pt x="7918" y="513"/>
                  </a:cubicBezTo>
                  <a:lnTo>
                    <a:pt x="7966" y="382"/>
                  </a:lnTo>
                  <a:cubicBezTo>
                    <a:pt x="7847" y="311"/>
                    <a:pt x="7704" y="263"/>
                    <a:pt x="7549" y="239"/>
                  </a:cubicBezTo>
                  <a:close/>
                  <a:moveTo>
                    <a:pt x="3560" y="394"/>
                  </a:moveTo>
                  <a:cubicBezTo>
                    <a:pt x="3417" y="441"/>
                    <a:pt x="3275" y="501"/>
                    <a:pt x="3144" y="561"/>
                  </a:cubicBezTo>
                  <a:lnTo>
                    <a:pt x="3203" y="692"/>
                  </a:lnTo>
                  <a:cubicBezTo>
                    <a:pt x="3334" y="632"/>
                    <a:pt x="3477" y="572"/>
                    <a:pt x="3620" y="537"/>
                  </a:cubicBezTo>
                  <a:lnTo>
                    <a:pt x="3560" y="394"/>
                  </a:lnTo>
                  <a:close/>
                  <a:moveTo>
                    <a:pt x="8394" y="537"/>
                  </a:moveTo>
                  <a:lnTo>
                    <a:pt x="8335" y="668"/>
                  </a:lnTo>
                  <a:cubicBezTo>
                    <a:pt x="8478" y="727"/>
                    <a:pt x="8609" y="787"/>
                    <a:pt x="8740" y="858"/>
                  </a:cubicBezTo>
                  <a:lnTo>
                    <a:pt x="8799" y="727"/>
                  </a:lnTo>
                  <a:cubicBezTo>
                    <a:pt x="8680" y="656"/>
                    <a:pt x="8549" y="596"/>
                    <a:pt x="8394" y="537"/>
                  </a:cubicBezTo>
                  <a:close/>
                  <a:moveTo>
                    <a:pt x="2727" y="751"/>
                  </a:moveTo>
                  <a:cubicBezTo>
                    <a:pt x="2596" y="834"/>
                    <a:pt x="2465" y="906"/>
                    <a:pt x="2346" y="977"/>
                  </a:cubicBezTo>
                  <a:lnTo>
                    <a:pt x="2417" y="1108"/>
                  </a:lnTo>
                  <a:cubicBezTo>
                    <a:pt x="2548" y="1037"/>
                    <a:pt x="2667" y="965"/>
                    <a:pt x="2798" y="894"/>
                  </a:cubicBezTo>
                  <a:lnTo>
                    <a:pt x="2727" y="751"/>
                  </a:lnTo>
                  <a:close/>
                  <a:moveTo>
                    <a:pt x="9204" y="930"/>
                  </a:moveTo>
                  <a:lnTo>
                    <a:pt x="9132" y="1073"/>
                  </a:lnTo>
                  <a:cubicBezTo>
                    <a:pt x="9251" y="1144"/>
                    <a:pt x="9382" y="1215"/>
                    <a:pt x="9502" y="1311"/>
                  </a:cubicBezTo>
                  <a:lnTo>
                    <a:pt x="9585" y="1192"/>
                  </a:lnTo>
                  <a:cubicBezTo>
                    <a:pt x="9466" y="1096"/>
                    <a:pt x="9335" y="1013"/>
                    <a:pt x="9204" y="930"/>
                  </a:cubicBezTo>
                  <a:close/>
                  <a:moveTo>
                    <a:pt x="1965" y="1227"/>
                  </a:moveTo>
                  <a:cubicBezTo>
                    <a:pt x="1846" y="1323"/>
                    <a:pt x="1727" y="1406"/>
                    <a:pt x="1608" y="1513"/>
                  </a:cubicBezTo>
                  <a:lnTo>
                    <a:pt x="1703" y="1632"/>
                  </a:lnTo>
                  <a:cubicBezTo>
                    <a:pt x="1822" y="1549"/>
                    <a:pt x="1929" y="1454"/>
                    <a:pt x="2060" y="1370"/>
                  </a:cubicBezTo>
                  <a:lnTo>
                    <a:pt x="1965" y="1227"/>
                  </a:lnTo>
                  <a:close/>
                  <a:moveTo>
                    <a:pt x="9942" y="1454"/>
                  </a:moveTo>
                  <a:lnTo>
                    <a:pt x="9859" y="1573"/>
                  </a:lnTo>
                  <a:cubicBezTo>
                    <a:pt x="9978" y="1668"/>
                    <a:pt x="10085" y="1763"/>
                    <a:pt x="10180" y="1858"/>
                  </a:cubicBezTo>
                  <a:lnTo>
                    <a:pt x="10287" y="1751"/>
                  </a:lnTo>
                  <a:cubicBezTo>
                    <a:pt x="10180" y="1644"/>
                    <a:pt x="10061" y="1549"/>
                    <a:pt x="9942" y="1454"/>
                  </a:cubicBezTo>
                  <a:close/>
                  <a:moveTo>
                    <a:pt x="1274" y="1811"/>
                  </a:moveTo>
                  <a:cubicBezTo>
                    <a:pt x="1167" y="1918"/>
                    <a:pt x="1048" y="2025"/>
                    <a:pt x="953" y="2132"/>
                  </a:cubicBezTo>
                  <a:lnTo>
                    <a:pt x="1060" y="2239"/>
                  </a:lnTo>
                  <a:lnTo>
                    <a:pt x="1370" y="1930"/>
                  </a:lnTo>
                  <a:lnTo>
                    <a:pt x="1274" y="1811"/>
                  </a:lnTo>
                  <a:close/>
                  <a:moveTo>
                    <a:pt x="10621" y="2061"/>
                  </a:moveTo>
                  <a:lnTo>
                    <a:pt x="10514" y="2168"/>
                  </a:lnTo>
                  <a:cubicBezTo>
                    <a:pt x="10621" y="2275"/>
                    <a:pt x="10704" y="2394"/>
                    <a:pt x="10811" y="2501"/>
                  </a:cubicBezTo>
                  <a:lnTo>
                    <a:pt x="10930" y="2406"/>
                  </a:lnTo>
                  <a:cubicBezTo>
                    <a:pt x="10811" y="2287"/>
                    <a:pt x="10716" y="2180"/>
                    <a:pt x="10621" y="2061"/>
                  </a:cubicBezTo>
                  <a:close/>
                  <a:moveTo>
                    <a:pt x="655" y="2466"/>
                  </a:moveTo>
                  <a:lnTo>
                    <a:pt x="393" y="2823"/>
                  </a:lnTo>
                  <a:lnTo>
                    <a:pt x="512" y="2918"/>
                  </a:lnTo>
                  <a:lnTo>
                    <a:pt x="774" y="2561"/>
                  </a:lnTo>
                  <a:lnTo>
                    <a:pt x="655" y="2466"/>
                  </a:lnTo>
                  <a:close/>
                  <a:moveTo>
                    <a:pt x="11192" y="2763"/>
                  </a:moveTo>
                  <a:lnTo>
                    <a:pt x="11073" y="2858"/>
                  </a:lnTo>
                  <a:cubicBezTo>
                    <a:pt x="11097" y="2882"/>
                    <a:pt x="11121" y="2918"/>
                    <a:pt x="11133" y="2942"/>
                  </a:cubicBezTo>
                  <a:cubicBezTo>
                    <a:pt x="11168" y="2989"/>
                    <a:pt x="11192" y="3025"/>
                    <a:pt x="11228" y="3061"/>
                  </a:cubicBezTo>
                  <a:cubicBezTo>
                    <a:pt x="11276" y="3037"/>
                    <a:pt x="11311" y="3001"/>
                    <a:pt x="11359" y="2989"/>
                  </a:cubicBezTo>
                  <a:cubicBezTo>
                    <a:pt x="11299" y="2942"/>
                    <a:pt x="11276" y="2894"/>
                    <a:pt x="11252" y="2858"/>
                  </a:cubicBezTo>
                  <a:cubicBezTo>
                    <a:pt x="11240" y="2823"/>
                    <a:pt x="11216" y="2799"/>
                    <a:pt x="11192" y="2763"/>
                  </a:cubicBezTo>
                  <a:close/>
                  <a:moveTo>
                    <a:pt x="143" y="3216"/>
                  </a:moveTo>
                  <a:cubicBezTo>
                    <a:pt x="119" y="3239"/>
                    <a:pt x="96" y="3287"/>
                    <a:pt x="84" y="3311"/>
                  </a:cubicBezTo>
                  <a:cubicBezTo>
                    <a:pt x="48" y="3359"/>
                    <a:pt x="24" y="3406"/>
                    <a:pt x="0" y="3454"/>
                  </a:cubicBezTo>
                  <a:cubicBezTo>
                    <a:pt x="60" y="3454"/>
                    <a:pt x="107" y="3466"/>
                    <a:pt x="155" y="3489"/>
                  </a:cubicBezTo>
                  <a:cubicBezTo>
                    <a:pt x="179" y="3454"/>
                    <a:pt x="203" y="3406"/>
                    <a:pt x="227" y="3359"/>
                  </a:cubicBezTo>
                  <a:cubicBezTo>
                    <a:pt x="238" y="3335"/>
                    <a:pt x="262" y="3299"/>
                    <a:pt x="274" y="3287"/>
                  </a:cubicBezTo>
                  <a:lnTo>
                    <a:pt x="143" y="321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9">
              <a:extLst>
                <a:ext uri="{FF2B5EF4-FFF2-40B4-BE49-F238E27FC236}">
                  <a16:creationId xmlns:a16="http://schemas.microsoft.com/office/drawing/2014/main" id="{F7BD1F13-5D59-87D7-F30C-C887A89CFB05}"/>
                </a:ext>
              </a:extLst>
            </p:cNvPr>
            <p:cNvSpPr/>
            <p:nvPr/>
          </p:nvSpPr>
          <p:spPr>
            <a:xfrm>
              <a:off x="2877001" y="741700"/>
              <a:ext cx="451128" cy="144505"/>
            </a:xfrm>
            <a:custGeom>
              <a:avLst/>
              <a:gdLst/>
              <a:ahLst/>
              <a:cxnLst/>
              <a:rect l="l" t="t" r="r" b="b"/>
              <a:pathLst>
                <a:path w="11526" h="3692" extrusionOk="0">
                  <a:moveTo>
                    <a:pt x="11347" y="0"/>
                  </a:moveTo>
                  <a:cubicBezTo>
                    <a:pt x="11324" y="48"/>
                    <a:pt x="11312" y="84"/>
                    <a:pt x="11288" y="131"/>
                  </a:cubicBezTo>
                  <a:cubicBezTo>
                    <a:pt x="10169" y="2203"/>
                    <a:pt x="7978" y="3525"/>
                    <a:pt x="5597" y="3525"/>
                  </a:cubicBezTo>
                  <a:cubicBezTo>
                    <a:pt x="3406" y="3525"/>
                    <a:pt x="1382" y="2429"/>
                    <a:pt x="215" y="632"/>
                  </a:cubicBezTo>
                  <a:cubicBezTo>
                    <a:pt x="179" y="596"/>
                    <a:pt x="167" y="548"/>
                    <a:pt x="132" y="501"/>
                  </a:cubicBezTo>
                  <a:cubicBezTo>
                    <a:pt x="96" y="524"/>
                    <a:pt x="48" y="548"/>
                    <a:pt x="1" y="560"/>
                  </a:cubicBezTo>
                  <a:lnTo>
                    <a:pt x="96" y="703"/>
                  </a:lnTo>
                  <a:cubicBezTo>
                    <a:pt x="1298" y="2548"/>
                    <a:pt x="3370" y="3691"/>
                    <a:pt x="5609" y="3691"/>
                  </a:cubicBezTo>
                  <a:cubicBezTo>
                    <a:pt x="8073" y="3691"/>
                    <a:pt x="10300" y="2334"/>
                    <a:pt x="11443" y="191"/>
                  </a:cubicBezTo>
                  <a:cubicBezTo>
                    <a:pt x="11478" y="155"/>
                    <a:pt x="11502" y="108"/>
                    <a:pt x="11526" y="60"/>
                  </a:cubicBezTo>
                  <a:cubicBezTo>
                    <a:pt x="11466" y="48"/>
                    <a:pt x="11419" y="36"/>
                    <a:pt x="11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9">
              <a:extLst>
                <a:ext uri="{FF2B5EF4-FFF2-40B4-BE49-F238E27FC236}">
                  <a16:creationId xmlns:a16="http://schemas.microsoft.com/office/drawing/2014/main" id="{68BD0E45-873F-7939-F92A-7399EB1A5CCD}"/>
                </a:ext>
              </a:extLst>
            </p:cNvPr>
            <p:cNvSpPr/>
            <p:nvPr/>
          </p:nvSpPr>
          <p:spPr>
            <a:xfrm>
              <a:off x="2818291" y="681581"/>
              <a:ext cx="90922" cy="90922"/>
            </a:xfrm>
            <a:custGeom>
              <a:avLst/>
              <a:gdLst/>
              <a:ahLst/>
              <a:cxnLst/>
              <a:rect l="l" t="t" r="r" b="b"/>
              <a:pathLst>
                <a:path w="2323" h="2323" extrusionOk="0">
                  <a:moveTo>
                    <a:pt x="1132" y="167"/>
                  </a:moveTo>
                  <a:cubicBezTo>
                    <a:pt x="1679" y="167"/>
                    <a:pt x="2144" y="620"/>
                    <a:pt x="2144" y="1179"/>
                  </a:cubicBezTo>
                  <a:cubicBezTo>
                    <a:pt x="2144" y="1536"/>
                    <a:pt x="1953" y="1870"/>
                    <a:pt x="1644" y="2048"/>
                  </a:cubicBezTo>
                  <a:cubicBezTo>
                    <a:pt x="1596" y="2072"/>
                    <a:pt x="1548" y="2084"/>
                    <a:pt x="1501" y="2108"/>
                  </a:cubicBezTo>
                  <a:cubicBezTo>
                    <a:pt x="1382" y="2144"/>
                    <a:pt x="1263" y="2179"/>
                    <a:pt x="1132" y="2179"/>
                  </a:cubicBezTo>
                  <a:cubicBezTo>
                    <a:pt x="584" y="2179"/>
                    <a:pt x="120" y="1727"/>
                    <a:pt x="120" y="1167"/>
                  </a:cubicBezTo>
                  <a:cubicBezTo>
                    <a:pt x="120" y="822"/>
                    <a:pt x="286" y="524"/>
                    <a:pt x="548" y="346"/>
                  </a:cubicBezTo>
                  <a:cubicBezTo>
                    <a:pt x="596" y="322"/>
                    <a:pt x="643" y="286"/>
                    <a:pt x="691" y="274"/>
                  </a:cubicBezTo>
                  <a:cubicBezTo>
                    <a:pt x="822" y="203"/>
                    <a:pt x="989" y="167"/>
                    <a:pt x="1132" y="167"/>
                  </a:cubicBezTo>
                  <a:close/>
                  <a:moveTo>
                    <a:pt x="1144" y="1"/>
                  </a:moveTo>
                  <a:cubicBezTo>
                    <a:pt x="953" y="1"/>
                    <a:pt x="774" y="48"/>
                    <a:pt x="608" y="143"/>
                  </a:cubicBezTo>
                  <a:cubicBezTo>
                    <a:pt x="572" y="167"/>
                    <a:pt x="524" y="179"/>
                    <a:pt x="489" y="215"/>
                  </a:cubicBezTo>
                  <a:cubicBezTo>
                    <a:pt x="191" y="417"/>
                    <a:pt x="1" y="763"/>
                    <a:pt x="1" y="1167"/>
                  </a:cubicBezTo>
                  <a:cubicBezTo>
                    <a:pt x="1" y="1810"/>
                    <a:pt x="524" y="2322"/>
                    <a:pt x="1167" y="2322"/>
                  </a:cubicBezTo>
                  <a:cubicBezTo>
                    <a:pt x="1322" y="2322"/>
                    <a:pt x="1477" y="2298"/>
                    <a:pt x="1608" y="2239"/>
                  </a:cubicBezTo>
                  <a:cubicBezTo>
                    <a:pt x="1655" y="2227"/>
                    <a:pt x="1703" y="2191"/>
                    <a:pt x="1739" y="2168"/>
                  </a:cubicBezTo>
                  <a:cubicBezTo>
                    <a:pt x="2084" y="1953"/>
                    <a:pt x="2322" y="1584"/>
                    <a:pt x="2322" y="1167"/>
                  </a:cubicBezTo>
                  <a:cubicBezTo>
                    <a:pt x="2298" y="524"/>
                    <a:pt x="1786" y="1"/>
                    <a:pt x="1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9">
              <a:extLst>
                <a:ext uri="{FF2B5EF4-FFF2-40B4-BE49-F238E27FC236}">
                  <a16:creationId xmlns:a16="http://schemas.microsoft.com/office/drawing/2014/main" id="{13043EC5-DA3A-7D09-098E-921E79ED9949}"/>
                </a:ext>
              </a:extLst>
            </p:cNvPr>
            <p:cNvSpPr/>
            <p:nvPr/>
          </p:nvSpPr>
          <p:spPr>
            <a:xfrm>
              <a:off x="2376988" y="704400"/>
              <a:ext cx="45716" cy="45716"/>
            </a:xfrm>
            <a:custGeom>
              <a:avLst/>
              <a:gdLst/>
              <a:ahLst/>
              <a:cxnLst/>
              <a:rect l="l" t="t" r="r" b="b"/>
              <a:pathLst>
                <a:path w="1168" h="1168" extrusionOk="0">
                  <a:moveTo>
                    <a:pt x="619" y="156"/>
                  </a:moveTo>
                  <a:cubicBezTo>
                    <a:pt x="667" y="156"/>
                    <a:pt x="727" y="168"/>
                    <a:pt x="774" y="191"/>
                  </a:cubicBezTo>
                  <a:cubicBezTo>
                    <a:pt x="917" y="275"/>
                    <a:pt x="1012" y="418"/>
                    <a:pt x="1012" y="584"/>
                  </a:cubicBezTo>
                  <a:cubicBezTo>
                    <a:pt x="1024" y="823"/>
                    <a:pt x="834" y="1013"/>
                    <a:pt x="572" y="1013"/>
                  </a:cubicBezTo>
                  <a:cubicBezTo>
                    <a:pt x="334" y="1013"/>
                    <a:pt x="143" y="823"/>
                    <a:pt x="143" y="584"/>
                  </a:cubicBezTo>
                  <a:cubicBezTo>
                    <a:pt x="143" y="346"/>
                    <a:pt x="334" y="156"/>
                    <a:pt x="572" y="156"/>
                  </a:cubicBezTo>
                  <a:close/>
                  <a:moveTo>
                    <a:pt x="572" y="1"/>
                  </a:moveTo>
                  <a:cubicBezTo>
                    <a:pt x="250" y="1"/>
                    <a:pt x="0" y="275"/>
                    <a:pt x="0" y="584"/>
                  </a:cubicBezTo>
                  <a:cubicBezTo>
                    <a:pt x="0" y="906"/>
                    <a:pt x="262" y="1168"/>
                    <a:pt x="572" y="1168"/>
                  </a:cubicBezTo>
                  <a:cubicBezTo>
                    <a:pt x="905" y="1168"/>
                    <a:pt x="1155" y="894"/>
                    <a:pt x="1155" y="584"/>
                  </a:cubicBezTo>
                  <a:cubicBezTo>
                    <a:pt x="1167" y="358"/>
                    <a:pt x="1036" y="168"/>
                    <a:pt x="858" y="61"/>
                  </a:cubicBezTo>
                  <a:cubicBezTo>
                    <a:pt x="810" y="37"/>
                    <a:pt x="774" y="13"/>
                    <a:pt x="715" y="13"/>
                  </a:cubicBezTo>
                  <a:cubicBezTo>
                    <a:pt x="667" y="1"/>
                    <a:pt x="619" y="1"/>
                    <a:pt x="5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9">
              <a:extLst>
                <a:ext uri="{FF2B5EF4-FFF2-40B4-BE49-F238E27FC236}">
                  <a16:creationId xmlns:a16="http://schemas.microsoft.com/office/drawing/2014/main" id="{7F8AA025-6611-0BA0-99DA-1C12DFD7B664}"/>
                </a:ext>
              </a:extLst>
            </p:cNvPr>
            <p:cNvSpPr/>
            <p:nvPr/>
          </p:nvSpPr>
          <p:spPr>
            <a:xfrm>
              <a:off x="3308050" y="704400"/>
              <a:ext cx="45716" cy="45716"/>
            </a:xfrm>
            <a:custGeom>
              <a:avLst/>
              <a:gdLst/>
              <a:ahLst/>
              <a:cxnLst/>
              <a:rect l="l" t="t" r="r" b="b"/>
              <a:pathLst>
                <a:path w="1168" h="1168" extrusionOk="0">
                  <a:moveTo>
                    <a:pt x="584" y="132"/>
                  </a:moveTo>
                  <a:cubicBezTo>
                    <a:pt x="823" y="132"/>
                    <a:pt x="1013" y="334"/>
                    <a:pt x="1013" y="572"/>
                  </a:cubicBezTo>
                  <a:cubicBezTo>
                    <a:pt x="1013" y="823"/>
                    <a:pt x="823" y="1013"/>
                    <a:pt x="584" y="1013"/>
                  </a:cubicBezTo>
                  <a:cubicBezTo>
                    <a:pt x="549" y="1013"/>
                    <a:pt x="525" y="1013"/>
                    <a:pt x="513" y="1001"/>
                  </a:cubicBezTo>
                  <a:cubicBezTo>
                    <a:pt x="465" y="989"/>
                    <a:pt x="406" y="965"/>
                    <a:pt x="358" y="942"/>
                  </a:cubicBezTo>
                  <a:cubicBezTo>
                    <a:pt x="227" y="870"/>
                    <a:pt x="156" y="715"/>
                    <a:pt x="156" y="572"/>
                  </a:cubicBezTo>
                  <a:cubicBezTo>
                    <a:pt x="156" y="334"/>
                    <a:pt x="346" y="132"/>
                    <a:pt x="584" y="132"/>
                  </a:cubicBezTo>
                  <a:close/>
                  <a:moveTo>
                    <a:pt x="584" y="1"/>
                  </a:moveTo>
                  <a:cubicBezTo>
                    <a:pt x="251" y="1"/>
                    <a:pt x="1" y="275"/>
                    <a:pt x="1" y="584"/>
                  </a:cubicBezTo>
                  <a:cubicBezTo>
                    <a:pt x="1" y="811"/>
                    <a:pt x="120" y="989"/>
                    <a:pt x="299" y="1084"/>
                  </a:cubicBezTo>
                  <a:cubicBezTo>
                    <a:pt x="346" y="1120"/>
                    <a:pt x="394" y="1132"/>
                    <a:pt x="430" y="1144"/>
                  </a:cubicBezTo>
                  <a:cubicBezTo>
                    <a:pt x="477" y="1168"/>
                    <a:pt x="537" y="1168"/>
                    <a:pt x="584" y="1168"/>
                  </a:cubicBezTo>
                  <a:cubicBezTo>
                    <a:pt x="918" y="1168"/>
                    <a:pt x="1168" y="894"/>
                    <a:pt x="1168" y="584"/>
                  </a:cubicBezTo>
                  <a:cubicBezTo>
                    <a:pt x="1168" y="251"/>
                    <a:pt x="918"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9">
              <a:extLst>
                <a:ext uri="{FF2B5EF4-FFF2-40B4-BE49-F238E27FC236}">
                  <a16:creationId xmlns:a16="http://schemas.microsoft.com/office/drawing/2014/main" id="{F60A6333-32C5-B6A0-DF4B-C56845B66093}"/>
                </a:ext>
              </a:extLst>
            </p:cNvPr>
            <p:cNvSpPr/>
            <p:nvPr/>
          </p:nvSpPr>
          <p:spPr>
            <a:xfrm>
              <a:off x="2843458" y="707218"/>
              <a:ext cx="39649" cy="39649"/>
            </a:xfrm>
            <a:custGeom>
              <a:avLst/>
              <a:gdLst/>
              <a:ahLst/>
              <a:cxnLst/>
              <a:rect l="l" t="t" r="r" b="b"/>
              <a:pathLst>
                <a:path w="1013" h="1013" extrusionOk="0">
                  <a:moveTo>
                    <a:pt x="501" y="0"/>
                  </a:moveTo>
                  <a:cubicBezTo>
                    <a:pt x="227" y="0"/>
                    <a:pt x="0" y="227"/>
                    <a:pt x="0" y="512"/>
                  </a:cubicBezTo>
                  <a:cubicBezTo>
                    <a:pt x="0" y="798"/>
                    <a:pt x="227" y="1012"/>
                    <a:pt x="501" y="1012"/>
                  </a:cubicBezTo>
                  <a:cubicBezTo>
                    <a:pt x="786" y="1012"/>
                    <a:pt x="1012" y="798"/>
                    <a:pt x="1012" y="512"/>
                  </a:cubicBezTo>
                  <a:cubicBezTo>
                    <a:pt x="1012" y="227"/>
                    <a:pt x="786" y="0"/>
                    <a:pt x="5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838;p39">
            <a:extLst>
              <a:ext uri="{FF2B5EF4-FFF2-40B4-BE49-F238E27FC236}">
                <a16:creationId xmlns:a16="http://schemas.microsoft.com/office/drawing/2014/main" id="{20843310-844E-FFE9-7726-4AF85C8CED67}"/>
              </a:ext>
            </a:extLst>
          </p:cNvPr>
          <p:cNvGrpSpPr/>
          <p:nvPr/>
        </p:nvGrpSpPr>
        <p:grpSpPr>
          <a:xfrm>
            <a:off x="158501" y="99885"/>
            <a:ext cx="1109440" cy="2219632"/>
            <a:chOff x="1990206" y="3718102"/>
            <a:chExt cx="693443" cy="1387356"/>
          </a:xfrm>
        </p:grpSpPr>
        <p:sp>
          <p:nvSpPr>
            <p:cNvPr id="839" name="Google Shape;839;p39">
              <a:extLst>
                <a:ext uri="{FF2B5EF4-FFF2-40B4-BE49-F238E27FC236}">
                  <a16:creationId xmlns:a16="http://schemas.microsoft.com/office/drawing/2014/main" id="{F3460A9E-D113-8F95-C5F1-79193A8FCF18}"/>
                </a:ext>
              </a:extLst>
            </p:cNvPr>
            <p:cNvSpPr/>
            <p:nvPr/>
          </p:nvSpPr>
          <p:spPr>
            <a:xfrm>
              <a:off x="2431980" y="4000027"/>
              <a:ext cx="251670" cy="251240"/>
            </a:xfrm>
            <a:custGeom>
              <a:avLst/>
              <a:gdLst/>
              <a:ahLst/>
              <a:cxnLst/>
              <a:rect l="l" t="t" r="r" b="b"/>
              <a:pathLst>
                <a:path w="6430" h="6419" fill="none" extrusionOk="0">
                  <a:moveTo>
                    <a:pt x="5203" y="6418"/>
                  </a:moveTo>
                  <a:lnTo>
                    <a:pt x="1227" y="6418"/>
                  </a:lnTo>
                  <a:cubicBezTo>
                    <a:pt x="536" y="6418"/>
                    <a:pt x="0" y="5871"/>
                    <a:pt x="0" y="5204"/>
                  </a:cubicBezTo>
                  <a:lnTo>
                    <a:pt x="0" y="1227"/>
                  </a:lnTo>
                  <a:cubicBezTo>
                    <a:pt x="0" y="537"/>
                    <a:pt x="560" y="1"/>
                    <a:pt x="1227" y="1"/>
                  </a:cubicBezTo>
                  <a:lnTo>
                    <a:pt x="5203" y="1"/>
                  </a:lnTo>
                  <a:cubicBezTo>
                    <a:pt x="5882" y="1"/>
                    <a:pt x="6418" y="560"/>
                    <a:pt x="6418" y="1227"/>
                  </a:cubicBezTo>
                  <a:lnTo>
                    <a:pt x="6418" y="5204"/>
                  </a:lnTo>
                  <a:cubicBezTo>
                    <a:pt x="6430" y="5871"/>
                    <a:pt x="5882" y="6418"/>
                    <a:pt x="5203"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9">
              <a:extLst>
                <a:ext uri="{FF2B5EF4-FFF2-40B4-BE49-F238E27FC236}">
                  <a16:creationId xmlns:a16="http://schemas.microsoft.com/office/drawing/2014/main" id="{B6F90FF6-C30E-26F3-77A2-88A3F77A3790}"/>
                </a:ext>
              </a:extLst>
            </p:cNvPr>
            <p:cNvSpPr/>
            <p:nvPr/>
          </p:nvSpPr>
          <p:spPr>
            <a:xfrm>
              <a:off x="1993455" y="4000027"/>
              <a:ext cx="376566" cy="251240"/>
            </a:xfrm>
            <a:custGeom>
              <a:avLst/>
              <a:gdLst/>
              <a:ahLst/>
              <a:cxnLst/>
              <a:rect l="l" t="t" r="r" b="b"/>
              <a:pathLst>
                <a:path w="9621" h="6419" fill="none" extrusionOk="0">
                  <a:moveTo>
                    <a:pt x="8382" y="6418"/>
                  </a:moveTo>
                  <a:lnTo>
                    <a:pt x="1227" y="6418"/>
                  </a:lnTo>
                  <a:cubicBezTo>
                    <a:pt x="536" y="6418"/>
                    <a:pt x="0" y="5871"/>
                    <a:pt x="0" y="5204"/>
                  </a:cubicBezTo>
                  <a:lnTo>
                    <a:pt x="0" y="1227"/>
                  </a:lnTo>
                  <a:cubicBezTo>
                    <a:pt x="0" y="537"/>
                    <a:pt x="548" y="1"/>
                    <a:pt x="1227" y="1"/>
                  </a:cubicBezTo>
                  <a:lnTo>
                    <a:pt x="8382" y="1"/>
                  </a:lnTo>
                  <a:cubicBezTo>
                    <a:pt x="9061" y="1"/>
                    <a:pt x="9597" y="560"/>
                    <a:pt x="9597" y="1227"/>
                  </a:cubicBezTo>
                  <a:lnTo>
                    <a:pt x="9597" y="5204"/>
                  </a:lnTo>
                  <a:cubicBezTo>
                    <a:pt x="9621" y="5871"/>
                    <a:pt x="9061" y="6418"/>
                    <a:pt x="838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9">
              <a:extLst>
                <a:ext uri="{FF2B5EF4-FFF2-40B4-BE49-F238E27FC236}">
                  <a16:creationId xmlns:a16="http://schemas.microsoft.com/office/drawing/2014/main" id="{363C06CA-8B5D-2E84-64DA-E104BEDA872A}"/>
                </a:ext>
              </a:extLst>
            </p:cNvPr>
            <p:cNvSpPr/>
            <p:nvPr/>
          </p:nvSpPr>
          <p:spPr>
            <a:xfrm>
              <a:off x="2534957" y="4080186"/>
              <a:ext cx="65755" cy="84856"/>
            </a:xfrm>
            <a:custGeom>
              <a:avLst/>
              <a:gdLst/>
              <a:ahLst/>
              <a:cxnLst/>
              <a:rect l="l" t="t" r="r" b="b"/>
              <a:pathLst>
                <a:path w="1680" h="2168" extrusionOk="0">
                  <a:moveTo>
                    <a:pt x="846" y="203"/>
                  </a:moveTo>
                  <a:cubicBezTo>
                    <a:pt x="1024" y="203"/>
                    <a:pt x="1167" y="263"/>
                    <a:pt x="1263" y="394"/>
                  </a:cubicBezTo>
                  <a:cubicBezTo>
                    <a:pt x="1370" y="536"/>
                    <a:pt x="1429" y="715"/>
                    <a:pt x="1429" y="941"/>
                  </a:cubicBezTo>
                  <a:cubicBezTo>
                    <a:pt x="1429" y="1167"/>
                    <a:pt x="1370" y="1358"/>
                    <a:pt x="1263" y="1489"/>
                  </a:cubicBezTo>
                  <a:cubicBezTo>
                    <a:pt x="1167" y="1620"/>
                    <a:pt x="1024" y="1679"/>
                    <a:pt x="846" y="1679"/>
                  </a:cubicBezTo>
                  <a:cubicBezTo>
                    <a:pt x="667" y="1679"/>
                    <a:pt x="524" y="1620"/>
                    <a:pt x="417" y="1489"/>
                  </a:cubicBezTo>
                  <a:cubicBezTo>
                    <a:pt x="310" y="1358"/>
                    <a:pt x="262" y="1167"/>
                    <a:pt x="262" y="941"/>
                  </a:cubicBezTo>
                  <a:cubicBezTo>
                    <a:pt x="262" y="715"/>
                    <a:pt x="310" y="536"/>
                    <a:pt x="417" y="394"/>
                  </a:cubicBezTo>
                  <a:cubicBezTo>
                    <a:pt x="524" y="263"/>
                    <a:pt x="667" y="203"/>
                    <a:pt x="846" y="203"/>
                  </a:cubicBezTo>
                  <a:close/>
                  <a:moveTo>
                    <a:pt x="846" y="1"/>
                  </a:moveTo>
                  <a:cubicBezTo>
                    <a:pt x="584" y="1"/>
                    <a:pt x="382" y="84"/>
                    <a:pt x="227" y="251"/>
                  </a:cubicBezTo>
                  <a:cubicBezTo>
                    <a:pt x="72" y="429"/>
                    <a:pt x="1" y="656"/>
                    <a:pt x="1" y="941"/>
                  </a:cubicBezTo>
                  <a:cubicBezTo>
                    <a:pt x="1" y="1227"/>
                    <a:pt x="72" y="1453"/>
                    <a:pt x="227" y="1632"/>
                  </a:cubicBezTo>
                  <a:cubicBezTo>
                    <a:pt x="382" y="1799"/>
                    <a:pt x="584" y="1882"/>
                    <a:pt x="846" y="1882"/>
                  </a:cubicBezTo>
                  <a:lnTo>
                    <a:pt x="941" y="1882"/>
                  </a:lnTo>
                  <a:lnTo>
                    <a:pt x="1215" y="2168"/>
                  </a:lnTo>
                  <a:lnTo>
                    <a:pt x="1513" y="2168"/>
                  </a:lnTo>
                  <a:lnTo>
                    <a:pt x="1191" y="1822"/>
                  </a:lnTo>
                  <a:cubicBezTo>
                    <a:pt x="1346" y="1751"/>
                    <a:pt x="1477" y="1632"/>
                    <a:pt x="1560" y="1489"/>
                  </a:cubicBezTo>
                  <a:cubicBezTo>
                    <a:pt x="1644" y="1334"/>
                    <a:pt x="1679" y="1156"/>
                    <a:pt x="1679" y="941"/>
                  </a:cubicBezTo>
                  <a:cubicBezTo>
                    <a:pt x="1679" y="656"/>
                    <a:pt x="1608" y="429"/>
                    <a:pt x="1453" y="251"/>
                  </a:cubicBezTo>
                  <a:cubicBezTo>
                    <a:pt x="1298" y="84"/>
                    <a:pt x="1096" y="1"/>
                    <a:pt x="8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9">
              <a:extLst>
                <a:ext uri="{FF2B5EF4-FFF2-40B4-BE49-F238E27FC236}">
                  <a16:creationId xmlns:a16="http://schemas.microsoft.com/office/drawing/2014/main" id="{BC11596A-111C-4514-732B-AE94F2124D49}"/>
                </a:ext>
              </a:extLst>
            </p:cNvPr>
            <p:cNvSpPr/>
            <p:nvPr/>
          </p:nvSpPr>
          <p:spPr>
            <a:xfrm>
              <a:off x="2092714" y="3887734"/>
              <a:ext cx="36870" cy="49904"/>
            </a:xfrm>
            <a:custGeom>
              <a:avLst/>
              <a:gdLst/>
              <a:ahLst/>
              <a:cxnLst/>
              <a:rect l="l" t="t" r="r" b="b"/>
              <a:pathLst>
                <a:path w="942" h="1275" extrusionOk="0">
                  <a:moveTo>
                    <a:pt x="465" y="131"/>
                  </a:moveTo>
                  <a:cubicBezTo>
                    <a:pt x="560" y="131"/>
                    <a:pt x="620" y="167"/>
                    <a:pt x="679" y="239"/>
                  </a:cubicBezTo>
                  <a:cubicBezTo>
                    <a:pt x="727" y="298"/>
                    <a:pt x="751" y="381"/>
                    <a:pt x="751" y="500"/>
                  </a:cubicBezTo>
                  <a:cubicBezTo>
                    <a:pt x="751" y="608"/>
                    <a:pt x="727" y="691"/>
                    <a:pt x="679" y="762"/>
                  </a:cubicBezTo>
                  <a:cubicBezTo>
                    <a:pt x="620" y="822"/>
                    <a:pt x="560" y="858"/>
                    <a:pt x="465" y="858"/>
                  </a:cubicBezTo>
                  <a:cubicBezTo>
                    <a:pt x="381" y="858"/>
                    <a:pt x="322" y="822"/>
                    <a:pt x="262" y="762"/>
                  </a:cubicBezTo>
                  <a:cubicBezTo>
                    <a:pt x="215" y="691"/>
                    <a:pt x="191" y="608"/>
                    <a:pt x="191" y="500"/>
                  </a:cubicBezTo>
                  <a:cubicBezTo>
                    <a:pt x="191" y="393"/>
                    <a:pt x="215" y="298"/>
                    <a:pt x="262" y="239"/>
                  </a:cubicBezTo>
                  <a:cubicBezTo>
                    <a:pt x="322" y="167"/>
                    <a:pt x="381" y="131"/>
                    <a:pt x="465" y="131"/>
                  </a:cubicBezTo>
                  <a:close/>
                  <a:moveTo>
                    <a:pt x="465" y="0"/>
                  </a:moveTo>
                  <a:cubicBezTo>
                    <a:pt x="322" y="0"/>
                    <a:pt x="215" y="36"/>
                    <a:pt x="131" y="131"/>
                  </a:cubicBezTo>
                  <a:cubicBezTo>
                    <a:pt x="36" y="227"/>
                    <a:pt x="0" y="346"/>
                    <a:pt x="0" y="500"/>
                  </a:cubicBezTo>
                  <a:cubicBezTo>
                    <a:pt x="0" y="655"/>
                    <a:pt x="36" y="774"/>
                    <a:pt x="131" y="858"/>
                  </a:cubicBezTo>
                  <a:cubicBezTo>
                    <a:pt x="215" y="953"/>
                    <a:pt x="322" y="1001"/>
                    <a:pt x="465" y="1001"/>
                  </a:cubicBezTo>
                  <a:cubicBezTo>
                    <a:pt x="620" y="1001"/>
                    <a:pt x="727" y="953"/>
                    <a:pt x="810" y="870"/>
                  </a:cubicBezTo>
                  <a:cubicBezTo>
                    <a:pt x="893" y="774"/>
                    <a:pt x="941" y="655"/>
                    <a:pt x="941" y="500"/>
                  </a:cubicBezTo>
                  <a:cubicBezTo>
                    <a:pt x="941" y="346"/>
                    <a:pt x="893" y="227"/>
                    <a:pt x="810" y="131"/>
                  </a:cubicBezTo>
                  <a:cubicBezTo>
                    <a:pt x="727" y="36"/>
                    <a:pt x="620" y="0"/>
                    <a:pt x="465" y="0"/>
                  </a:cubicBezTo>
                  <a:close/>
                  <a:moveTo>
                    <a:pt x="48" y="1132"/>
                  </a:moveTo>
                  <a:lnTo>
                    <a:pt x="48" y="1274"/>
                  </a:lnTo>
                  <a:lnTo>
                    <a:pt x="893" y="1274"/>
                  </a:lnTo>
                  <a:lnTo>
                    <a:pt x="893" y="11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9">
              <a:extLst>
                <a:ext uri="{FF2B5EF4-FFF2-40B4-BE49-F238E27FC236}">
                  <a16:creationId xmlns:a16="http://schemas.microsoft.com/office/drawing/2014/main" id="{679C7A0E-C34E-A424-2C26-8317CAAB8FFE}"/>
                </a:ext>
              </a:extLst>
            </p:cNvPr>
            <p:cNvSpPr/>
            <p:nvPr/>
          </p:nvSpPr>
          <p:spPr>
            <a:xfrm>
              <a:off x="2093653" y="3766087"/>
              <a:ext cx="34052" cy="50373"/>
            </a:xfrm>
            <a:custGeom>
              <a:avLst/>
              <a:gdLst/>
              <a:ahLst/>
              <a:cxnLst/>
              <a:rect l="l" t="t" r="r" b="b"/>
              <a:pathLst>
                <a:path w="870" h="1287" extrusionOk="0">
                  <a:moveTo>
                    <a:pt x="679" y="513"/>
                  </a:moveTo>
                  <a:lnTo>
                    <a:pt x="679" y="549"/>
                  </a:lnTo>
                  <a:cubicBezTo>
                    <a:pt x="679" y="644"/>
                    <a:pt x="655" y="715"/>
                    <a:pt x="608" y="775"/>
                  </a:cubicBezTo>
                  <a:cubicBezTo>
                    <a:pt x="548" y="834"/>
                    <a:pt x="477" y="858"/>
                    <a:pt x="393" y="858"/>
                  </a:cubicBezTo>
                  <a:cubicBezTo>
                    <a:pt x="334" y="858"/>
                    <a:pt x="274" y="846"/>
                    <a:pt x="238" y="811"/>
                  </a:cubicBezTo>
                  <a:cubicBezTo>
                    <a:pt x="203" y="787"/>
                    <a:pt x="179" y="739"/>
                    <a:pt x="179" y="691"/>
                  </a:cubicBezTo>
                  <a:cubicBezTo>
                    <a:pt x="179" y="632"/>
                    <a:pt x="203" y="584"/>
                    <a:pt x="250" y="549"/>
                  </a:cubicBezTo>
                  <a:cubicBezTo>
                    <a:pt x="310" y="525"/>
                    <a:pt x="393" y="513"/>
                    <a:pt x="524" y="513"/>
                  </a:cubicBezTo>
                  <a:close/>
                  <a:moveTo>
                    <a:pt x="417" y="1"/>
                  </a:moveTo>
                  <a:cubicBezTo>
                    <a:pt x="369" y="1"/>
                    <a:pt x="310" y="13"/>
                    <a:pt x="250" y="25"/>
                  </a:cubicBezTo>
                  <a:cubicBezTo>
                    <a:pt x="191" y="37"/>
                    <a:pt x="131" y="49"/>
                    <a:pt x="72" y="72"/>
                  </a:cubicBezTo>
                  <a:lnTo>
                    <a:pt x="72" y="227"/>
                  </a:lnTo>
                  <a:cubicBezTo>
                    <a:pt x="131" y="203"/>
                    <a:pt x="179" y="179"/>
                    <a:pt x="238" y="168"/>
                  </a:cubicBezTo>
                  <a:cubicBezTo>
                    <a:pt x="298" y="156"/>
                    <a:pt x="346" y="144"/>
                    <a:pt x="393" y="144"/>
                  </a:cubicBezTo>
                  <a:cubicBezTo>
                    <a:pt x="488" y="144"/>
                    <a:pt x="560" y="168"/>
                    <a:pt x="608" y="203"/>
                  </a:cubicBezTo>
                  <a:cubicBezTo>
                    <a:pt x="655" y="239"/>
                    <a:pt x="679" y="299"/>
                    <a:pt x="679" y="370"/>
                  </a:cubicBezTo>
                  <a:lnTo>
                    <a:pt x="465" y="370"/>
                  </a:lnTo>
                  <a:cubicBezTo>
                    <a:pt x="310" y="370"/>
                    <a:pt x="191" y="406"/>
                    <a:pt x="119" y="453"/>
                  </a:cubicBezTo>
                  <a:cubicBezTo>
                    <a:pt x="36" y="513"/>
                    <a:pt x="0" y="596"/>
                    <a:pt x="0" y="703"/>
                  </a:cubicBezTo>
                  <a:cubicBezTo>
                    <a:pt x="0" y="799"/>
                    <a:pt x="24" y="870"/>
                    <a:pt x="96" y="930"/>
                  </a:cubicBezTo>
                  <a:cubicBezTo>
                    <a:pt x="155" y="977"/>
                    <a:pt x="238" y="1001"/>
                    <a:pt x="334" y="1001"/>
                  </a:cubicBezTo>
                  <a:cubicBezTo>
                    <a:pt x="417" y="1001"/>
                    <a:pt x="477" y="989"/>
                    <a:pt x="536" y="965"/>
                  </a:cubicBezTo>
                  <a:cubicBezTo>
                    <a:pt x="596" y="941"/>
                    <a:pt x="643" y="894"/>
                    <a:pt x="679" y="846"/>
                  </a:cubicBezTo>
                  <a:lnTo>
                    <a:pt x="679" y="989"/>
                  </a:lnTo>
                  <a:lnTo>
                    <a:pt x="858" y="989"/>
                  </a:lnTo>
                  <a:lnTo>
                    <a:pt x="858" y="441"/>
                  </a:lnTo>
                  <a:cubicBezTo>
                    <a:pt x="858" y="299"/>
                    <a:pt x="822" y="179"/>
                    <a:pt x="750" y="108"/>
                  </a:cubicBezTo>
                  <a:cubicBezTo>
                    <a:pt x="679" y="37"/>
                    <a:pt x="572" y="1"/>
                    <a:pt x="417" y="1"/>
                  </a:cubicBezTo>
                  <a:close/>
                  <a:moveTo>
                    <a:pt x="24" y="1132"/>
                  </a:moveTo>
                  <a:lnTo>
                    <a:pt x="24" y="1287"/>
                  </a:lnTo>
                  <a:lnTo>
                    <a:pt x="869" y="1287"/>
                  </a:lnTo>
                  <a:lnTo>
                    <a:pt x="869" y="11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9">
              <a:extLst>
                <a:ext uri="{FF2B5EF4-FFF2-40B4-BE49-F238E27FC236}">
                  <a16:creationId xmlns:a16="http://schemas.microsoft.com/office/drawing/2014/main" id="{2C40B3F7-BF8A-86F6-C71A-99680A961DC1}"/>
                </a:ext>
              </a:extLst>
            </p:cNvPr>
            <p:cNvSpPr/>
            <p:nvPr/>
          </p:nvSpPr>
          <p:spPr>
            <a:xfrm>
              <a:off x="1993455" y="3718102"/>
              <a:ext cx="251670" cy="251201"/>
            </a:xfrm>
            <a:custGeom>
              <a:avLst/>
              <a:gdLst/>
              <a:ahLst/>
              <a:cxnLst/>
              <a:rect l="l" t="t" r="r" b="b"/>
              <a:pathLst>
                <a:path w="6430" h="6418" fill="none" extrusionOk="0">
                  <a:moveTo>
                    <a:pt x="5192" y="6418"/>
                  </a:moveTo>
                  <a:lnTo>
                    <a:pt x="1227" y="6418"/>
                  </a:lnTo>
                  <a:cubicBezTo>
                    <a:pt x="536" y="6418"/>
                    <a:pt x="0" y="5870"/>
                    <a:pt x="0" y="5204"/>
                  </a:cubicBezTo>
                  <a:lnTo>
                    <a:pt x="0" y="1227"/>
                  </a:lnTo>
                  <a:cubicBezTo>
                    <a:pt x="0" y="548"/>
                    <a:pt x="548" y="1"/>
                    <a:pt x="1227" y="1"/>
                  </a:cubicBezTo>
                  <a:lnTo>
                    <a:pt x="5192" y="1"/>
                  </a:lnTo>
                  <a:cubicBezTo>
                    <a:pt x="5882" y="1"/>
                    <a:pt x="6418" y="560"/>
                    <a:pt x="6418" y="1227"/>
                  </a:cubicBezTo>
                  <a:lnTo>
                    <a:pt x="6418" y="5204"/>
                  </a:lnTo>
                  <a:cubicBezTo>
                    <a:pt x="6430" y="5870"/>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9">
              <a:extLst>
                <a:ext uri="{FF2B5EF4-FFF2-40B4-BE49-F238E27FC236}">
                  <a16:creationId xmlns:a16="http://schemas.microsoft.com/office/drawing/2014/main" id="{2EE2BD7E-7B67-05E8-F6F3-0E2F2AD11DCA}"/>
                </a:ext>
              </a:extLst>
            </p:cNvPr>
            <p:cNvSpPr/>
            <p:nvPr/>
          </p:nvSpPr>
          <p:spPr>
            <a:xfrm>
              <a:off x="2305675" y="3718102"/>
              <a:ext cx="251670" cy="251201"/>
            </a:xfrm>
            <a:custGeom>
              <a:avLst/>
              <a:gdLst/>
              <a:ahLst/>
              <a:cxnLst/>
              <a:rect l="l" t="t" r="r" b="b"/>
              <a:pathLst>
                <a:path w="6430" h="6418" fill="none" extrusionOk="0">
                  <a:moveTo>
                    <a:pt x="5216" y="6418"/>
                  </a:moveTo>
                  <a:lnTo>
                    <a:pt x="1227" y="6418"/>
                  </a:lnTo>
                  <a:cubicBezTo>
                    <a:pt x="536" y="6418"/>
                    <a:pt x="1" y="5870"/>
                    <a:pt x="1" y="5204"/>
                  </a:cubicBezTo>
                  <a:lnTo>
                    <a:pt x="1" y="1227"/>
                  </a:lnTo>
                  <a:cubicBezTo>
                    <a:pt x="1" y="548"/>
                    <a:pt x="548" y="1"/>
                    <a:pt x="1227" y="1"/>
                  </a:cubicBezTo>
                  <a:lnTo>
                    <a:pt x="5192" y="1"/>
                  </a:lnTo>
                  <a:cubicBezTo>
                    <a:pt x="5882" y="1"/>
                    <a:pt x="6418" y="560"/>
                    <a:pt x="6418" y="1227"/>
                  </a:cubicBezTo>
                  <a:lnTo>
                    <a:pt x="6418" y="5204"/>
                  </a:lnTo>
                  <a:cubicBezTo>
                    <a:pt x="6430" y="5870"/>
                    <a:pt x="5882" y="6418"/>
                    <a:pt x="521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9">
              <a:extLst>
                <a:ext uri="{FF2B5EF4-FFF2-40B4-BE49-F238E27FC236}">
                  <a16:creationId xmlns:a16="http://schemas.microsoft.com/office/drawing/2014/main" id="{F3E26534-3EDC-07D3-2286-AD9826249AC5}"/>
                </a:ext>
              </a:extLst>
            </p:cNvPr>
            <p:cNvSpPr/>
            <p:nvPr/>
          </p:nvSpPr>
          <p:spPr>
            <a:xfrm>
              <a:off x="1993455" y="4854218"/>
              <a:ext cx="251670" cy="251240"/>
            </a:xfrm>
            <a:custGeom>
              <a:avLst/>
              <a:gdLst/>
              <a:ahLst/>
              <a:cxnLst/>
              <a:rect l="l" t="t" r="r" b="b"/>
              <a:pathLst>
                <a:path w="6430" h="6419" fill="none" extrusionOk="0">
                  <a:moveTo>
                    <a:pt x="5192" y="6418"/>
                  </a:moveTo>
                  <a:lnTo>
                    <a:pt x="1227" y="6418"/>
                  </a:lnTo>
                  <a:cubicBezTo>
                    <a:pt x="536" y="6418"/>
                    <a:pt x="0" y="5871"/>
                    <a:pt x="0" y="5192"/>
                  </a:cubicBezTo>
                  <a:lnTo>
                    <a:pt x="0" y="1227"/>
                  </a:lnTo>
                  <a:cubicBezTo>
                    <a:pt x="0" y="537"/>
                    <a:pt x="548" y="1"/>
                    <a:pt x="1227" y="1"/>
                  </a:cubicBezTo>
                  <a:lnTo>
                    <a:pt x="5192" y="1"/>
                  </a:lnTo>
                  <a:cubicBezTo>
                    <a:pt x="5882" y="1"/>
                    <a:pt x="6418" y="549"/>
                    <a:pt x="6418" y="1227"/>
                  </a:cubicBezTo>
                  <a:lnTo>
                    <a:pt x="6418" y="5192"/>
                  </a:lnTo>
                  <a:cubicBezTo>
                    <a:pt x="6430" y="5871"/>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9">
              <a:extLst>
                <a:ext uri="{FF2B5EF4-FFF2-40B4-BE49-F238E27FC236}">
                  <a16:creationId xmlns:a16="http://schemas.microsoft.com/office/drawing/2014/main" id="{BF2D3C09-B8F8-268F-A25E-7182C369FE42}"/>
                </a:ext>
              </a:extLst>
            </p:cNvPr>
            <p:cNvSpPr/>
            <p:nvPr/>
          </p:nvSpPr>
          <p:spPr>
            <a:xfrm>
              <a:off x="2305675" y="4854218"/>
              <a:ext cx="251670" cy="251240"/>
            </a:xfrm>
            <a:custGeom>
              <a:avLst/>
              <a:gdLst/>
              <a:ahLst/>
              <a:cxnLst/>
              <a:rect l="l" t="t" r="r" b="b"/>
              <a:pathLst>
                <a:path w="6430" h="6419" fill="none" extrusionOk="0">
                  <a:moveTo>
                    <a:pt x="5216" y="6418"/>
                  </a:moveTo>
                  <a:lnTo>
                    <a:pt x="1227" y="6418"/>
                  </a:lnTo>
                  <a:cubicBezTo>
                    <a:pt x="536" y="6418"/>
                    <a:pt x="1" y="5871"/>
                    <a:pt x="1" y="5192"/>
                  </a:cubicBezTo>
                  <a:lnTo>
                    <a:pt x="1" y="1227"/>
                  </a:lnTo>
                  <a:cubicBezTo>
                    <a:pt x="1" y="537"/>
                    <a:pt x="548" y="1"/>
                    <a:pt x="1227" y="1"/>
                  </a:cubicBezTo>
                  <a:lnTo>
                    <a:pt x="5192" y="1"/>
                  </a:lnTo>
                  <a:cubicBezTo>
                    <a:pt x="5882" y="1"/>
                    <a:pt x="6418" y="549"/>
                    <a:pt x="6418" y="1227"/>
                  </a:cubicBezTo>
                  <a:lnTo>
                    <a:pt x="6418" y="5192"/>
                  </a:lnTo>
                  <a:cubicBezTo>
                    <a:pt x="6430" y="5871"/>
                    <a:pt x="5882" y="6418"/>
                    <a:pt x="521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9">
              <a:extLst>
                <a:ext uri="{FF2B5EF4-FFF2-40B4-BE49-F238E27FC236}">
                  <a16:creationId xmlns:a16="http://schemas.microsoft.com/office/drawing/2014/main" id="{63542BCE-3731-5D51-0E6B-58DF6604D98A}"/>
                </a:ext>
              </a:extLst>
            </p:cNvPr>
            <p:cNvSpPr/>
            <p:nvPr/>
          </p:nvSpPr>
          <p:spPr>
            <a:xfrm>
              <a:off x="1990206" y="4282892"/>
              <a:ext cx="492146" cy="251240"/>
            </a:xfrm>
            <a:custGeom>
              <a:avLst/>
              <a:gdLst/>
              <a:ahLst/>
              <a:cxnLst/>
              <a:rect l="l" t="t" r="r" b="b"/>
              <a:pathLst>
                <a:path w="12574" h="6419" fill="none" extrusionOk="0">
                  <a:moveTo>
                    <a:pt x="11347" y="6418"/>
                  </a:moveTo>
                  <a:lnTo>
                    <a:pt x="1215" y="6418"/>
                  </a:lnTo>
                  <a:cubicBezTo>
                    <a:pt x="524" y="6418"/>
                    <a:pt x="0" y="5859"/>
                    <a:pt x="0" y="5192"/>
                  </a:cubicBezTo>
                  <a:lnTo>
                    <a:pt x="0" y="1215"/>
                  </a:lnTo>
                  <a:cubicBezTo>
                    <a:pt x="0" y="537"/>
                    <a:pt x="548" y="1"/>
                    <a:pt x="1215" y="1"/>
                  </a:cubicBezTo>
                  <a:lnTo>
                    <a:pt x="11347" y="1"/>
                  </a:lnTo>
                  <a:cubicBezTo>
                    <a:pt x="12037" y="1"/>
                    <a:pt x="12573" y="549"/>
                    <a:pt x="12573" y="1215"/>
                  </a:cubicBezTo>
                  <a:lnTo>
                    <a:pt x="12573" y="5192"/>
                  </a:lnTo>
                  <a:cubicBezTo>
                    <a:pt x="12573" y="5859"/>
                    <a:pt x="12025" y="6418"/>
                    <a:pt x="11347"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9">
              <a:extLst>
                <a:ext uri="{FF2B5EF4-FFF2-40B4-BE49-F238E27FC236}">
                  <a16:creationId xmlns:a16="http://schemas.microsoft.com/office/drawing/2014/main" id="{14090ECF-C4B6-0517-A52A-0F387009341D}"/>
                </a:ext>
              </a:extLst>
            </p:cNvPr>
            <p:cNvSpPr/>
            <p:nvPr/>
          </p:nvSpPr>
          <p:spPr>
            <a:xfrm>
              <a:off x="2032125" y="4714449"/>
              <a:ext cx="80668" cy="69474"/>
            </a:xfrm>
            <a:custGeom>
              <a:avLst/>
              <a:gdLst/>
              <a:ahLst/>
              <a:cxnLst/>
              <a:rect l="l" t="t" r="r" b="b"/>
              <a:pathLst>
                <a:path w="2061" h="1775" fill="none" extrusionOk="0">
                  <a:moveTo>
                    <a:pt x="2060" y="1107"/>
                  </a:moveTo>
                  <a:lnTo>
                    <a:pt x="1037" y="0"/>
                  </a:lnTo>
                  <a:lnTo>
                    <a:pt x="1" y="1107"/>
                  </a:lnTo>
                  <a:lnTo>
                    <a:pt x="477" y="1107"/>
                  </a:lnTo>
                  <a:lnTo>
                    <a:pt x="477" y="1774"/>
                  </a:lnTo>
                  <a:lnTo>
                    <a:pt x="1584" y="1774"/>
                  </a:lnTo>
                  <a:lnTo>
                    <a:pt x="1584" y="110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9">
              <a:extLst>
                <a:ext uri="{FF2B5EF4-FFF2-40B4-BE49-F238E27FC236}">
                  <a16:creationId xmlns:a16="http://schemas.microsoft.com/office/drawing/2014/main" id="{F0148FEF-E721-FC6B-78A6-DEFD2B90A2A2}"/>
                </a:ext>
              </a:extLst>
            </p:cNvPr>
            <p:cNvSpPr/>
            <p:nvPr/>
          </p:nvSpPr>
          <p:spPr>
            <a:xfrm>
              <a:off x="2094123" y="4162223"/>
              <a:ext cx="34991" cy="37300"/>
            </a:xfrm>
            <a:custGeom>
              <a:avLst/>
              <a:gdLst/>
              <a:ahLst/>
              <a:cxnLst/>
              <a:rect l="l" t="t" r="r" b="b"/>
              <a:pathLst>
                <a:path w="894" h="953" fill="none" extrusionOk="0">
                  <a:moveTo>
                    <a:pt x="0" y="953"/>
                  </a:moveTo>
                  <a:lnTo>
                    <a:pt x="893" y="476"/>
                  </a:ln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9">
              <a:extLst>
                <a:ext uri="{FF2B5EF4-FFF2-40B4-BE49-F238E27FC236}">
                  <a16:creationId xmlns:a16="http://schemas.microsoft.com/office/drawing/2014/main" id="{55AC45B0-4DE1-24BA-E3C3-AC5C3B613B55}"/>
                </a:ext>
              </a:extLst>
            </p:cNvPr>
            <p:cNvSpPr/>
            <p:nvPr/>
          </p:nvSpPr>
          <p:spPr>
            <a:xfrm>
              <a:off x="2022810" y="4180854"/>
              <a:ext cx="104895" cy="39"/>
            </a:xfrm>
            <a:custGeom>
              <a:avLst/>
              <a:gdLst/>
              <a:ahLst/>
              <a:cxnLst/>
              <a:rect l="l" t="t" r="r" b="b"/>
              <a:pathLst>
                <a:path w="2680" h="1" fill="none" extrusionOk="0">
                  <a:moveTo>
                    <a:pt x="2679" y="0"/>
                  </a:moveTo>
                  <a:lnTo>
                    <a:pt x="1"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9">
              <a:extLst>
                <a:ext uri="{FF2B5EF4-FFF2-40B4-BE49-F238E27FC236}">
                  <a16:creationId xmlns:a16="http://schemas.microsoft.com/office/drawing/2014/main" id="{05A26A6E-D3E8-3F0A-1452-E4BD4CBBCEA1}"/>
                </a:ext>
              </a:extLst>
            </p:cNvPr>
            <p:cNvSpPr/>
            <p:nvPr/>
          </p:nvSpPr>
          <p:spPr>
            <a:xfrm>
              <a:off x="2141639" y="4156157"/>
              <a:ext cx="39" cy="49904"/>
            </a:xfrm>
            <a:custGeom>
              <a:avLst/>
              <a:gdLst/>
              <a:ahLst/>
              <a:cxnLst/>
              <a:rect l="l" t="t" r="r" b="b"/>
              <a:pathLst>
                <a:path w="1" h="1275" fill="none" extrusionOk="0">
                  <a:moveTo>
                    <a:pt x="1" y="1274"/>
                  </a:moveTo>
                  <a:lnTo>
                    <a:pt x="1"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9">
              <a:extLst>
                <a:ext uri="{FF2B5EF4-FFF2-40B4-BE49-F238E27FC236}">
                  <a16:creationId xmlns:a16="http://schemas.microsoft.com/office/drawing/2014/main" id="{D3F58EAA-7AF0-563B-98AF-E397019E6D6E}"/>
                </a:ext>
              </a:extLst>
            </p:cNvPr>
            <p:cNvSpPr/>
            <p:nvPr/>
          </p:nvSpPr>
          <p:spPr>
            <a:xfrm>
              <a:off x="2374639" y="4566226"/>
              <a:ext cx="250770" cy="251240"/>
            </a:xfrm>
            <a:custGeom>
              <a:avLst/>
              <a:gdLst/>
              <a:ahLst/>
              <a:cxnLst/>
              <a:rect l="l" t="t" r="r" b="b"/>
              <a:pathLst>
                <a:path w="6407" h="6419" fill="none" extrusionOk="0">
                  <a:moveTo>
                    <a:pt x="5192" y="6418"/>
                  </a:moveTo>
                  <a:lnTo>
                    <a:pt x="1215" y="6418"/>
                  </a:lnTo>
                  <a:cubicBezTo>
                    <a:pt x="537" y="6418"/>
                    <a:pt x="1" y="5871"/>
                    <a:pt x="1" y="5204"/>
                  </a:cubicBezTo>
                  <a:lnTo>
                    <a:pt x="1" y="1227"/>
                  </a:lnTo>
                  <a:cubicBezTo>
                    <a:pt x="1" y="537"/>
                    <a:pt x="548" y="1"/>
                    <a:pt x="1215" y="1"/>
                  </a:cubicBezTo>
                  <a:lnTo>
                    <a:pt x="5192" y="1"/>
                  </a:lnTo>
                  <a:cubicBezTo>
                    <a:pt x="5871" y="1"/>
                    <a:pt x="6406" y="560"/>
                    <a:pt x="6406" y="1227"/>
                  </a:cubicBezTo>
                  <a:lnTo>
                    <a:pt x="6406" y="5204"/>
                  </a:lnTo>
                  <a:cubicBezTo>
                    <a:pt x="6406" y="5871"/>
                    <a:pt x="5859"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9">
              <a:extLst>
                <a:ext uri="{FF2B5EF4-FFF2-40B4-BE49-F238E27FC236}">
                  <a16:creationId xmlns:a16="http://schemas.microsoft.com/office/drawing/2014/main" id="{D74C7B69-7E81-15F2-8ABF-530C0256AF44}"/>
                </a:ext>
              </a:extLst>
            </p:cNvPr>
            <p:cNvSpPr/>
            <p:nvPr/>
          </p:nvSpPr>
          <p:spPr>
            <a:xfrm>
              <a:off x="1993455" y="4566226"/>
              <a:ext cx="318326" cy="251240"/>
            </a:xfrm>
            <a:custGeom>
              <a:avLst/>
              <a:gdLst/>
              <a:ahLst/>
              <a:cxnLst/>
              <a:rect l="l" t="t" r="r" b="b"/>
              <a:pathLst>
                <a:path w="8133" h="6419" fill="none" extrusionOk="0">
                  <a:moveTo>
                    <a:pt x="6906" y="6418"/>
                  </a:moveTo>
                  <a:lnTo>
                    <a:pt x="1227" y="6418"/>
                  </a:lnTo>
                  <a:cubicBezTo>
                    <a:pt x="536" y="6418"/>
                    <a:pt x="0" y="5871"/>
                    <a:pt x="0" y="5204"/>
                  </a:cubicBezTo>
                  <a:lnTo>
                    <a:pt x="0" y="1227"/>
                  </a:lnTo>
                  <a:cubicBezTo>
                    <a:pt x="0" y="537"/>
                    <a:pt x="548" y="1"/>
                    <a:pt x="1227" y="1"/>
                  </a:cubicBezTo>
                  <a:lnTo>
                    <a:pt x="6906" y="1"/>
                  </a:lnTo>
                  <a:cubicBezTo>
                    <a:pt x="7597" y="1"/>
                    <a:pt x="8132" y="560"/>
                    <a:pt x="8132" y="1227"/>
                  </a:cubicBezTo>
                  <a:lnTo>
                    <a:pt x="8132" y="5204"/>
                  </a:lnTo>
                  <a:cubicBezTo>
                    <a:pt x="8132" y="5871"/>
                    <a:pt x="7597" y="6418"/>
                    <a:pt x="6906"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9">
              <a:extLst>
                <a:ext uri="{FF2B5EF4-FFF2-40B4-BE49-F238E27FC236}">
                  <a16:creationId xmlns:a16="http://schemas.microsoft.com/office/drawing/2014/main" id="{69057A8D-1737-1BF1-7D2C-BF9AF35A1F74}"/>
                </a:ext>
              </a:extLst>
            </p:cNvPr>
            <p:cNvSpPr/>
            <p:nvPr/>
          </p:nvSpPr>
          <p:spPr>
            <a:xfrm>
              <a:off x="2183597" y="3889613"/>
              <a:ext cx="20079" cy="49864"/>
            </a:xfrm>
            <a:custGeom>
              <a:avLst/>
              <a:gdLst/>
              <a:ahLst/>
              <a:cxnLst/>
              <a:rect l="l" t="t" r="r" b="b"/>
              <a:pathLst>
                <a:path w="513" h="1274" extrusionOk="0">
                  <a:moveTo>
                    <a:pt x="0" y="0"/>
                  </a:moveTo>
                  <a:lnTo>
                    <a:pt x="393" y="1274"/>
                  </a:lnTo>
                  <a:lnTo>
                    <a:pt x="512" y="1274"/>
                  </a:lnTo>
                  <a:lnTo>
                    <a:pt x="1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9">
              <a:extLst>
                <a:ext uri="{FF2B5EF4-FFF2-40B4-BE49-F238E27FC236}">
                  <a16:creationId xmlns:a16="http://schemas.microsoft.com/office/drawing/2014/main" id="{1CD5AB10-9AAB-2657-FD7B-D1B22AA1F9C4}"/>
                </a:ext>
              </a:extLst>
            </p:cNvPr>
            <p:cNvSpPr/>
            <p:nvPr/>
          </p:nvSpPr>
          <p:spPr>
            <a:xfrm>
              <a:off x="2414249" y="3857440"/>
              <a:ext cx="42467" cy="70883"/>
            </a:xfrm>
            <a:custGeom>
              <a:avLst/>
              <a:gdLst/>
              <a:ahLst/>
              <a:cxnLst/>
              <a:rect l="l" t="t" r="r" b="b"/>
              <a:pathLst>
                <a:path w="1085" h="1811" extrusionOk="0">
                  <a:moveTo>
                    <a:pt x="429" y="1"/>
                  </a:moveTo>
                  <a:lnTo>
                    <a:pt x="1" y="84"/>
                  </a:lnTo>
                  <a:lnTo>
                    <a:pt x="1" y="310"/>
                  </a:lnTo>
                  <a:lnTo>
                    <a:pt x="441" y="215"/>
                  </a:lnTo>
                  <a:lnTo>
                    <a:pt x="441" y="1608"/>
                  </a:lnTo>
                  <a:lnTo>
                    <a:pt x="37" y="1608"/>
                  </a:lnTo>
                  <a:lnTo>
                    <a:pt x="37" y="1810"/>
                  </a:lnTo>
                  <a:lnTo>
                    <a:pt x="1084" y="1810"/>
                  </a:lnTo>
                  <a:lnTo>
                    <a:pt x="1084" y="1608"/>
                  </a:lnTo>
                  <a:lnTo>
                    <a:pt x="679" y="1608"/>
                  </a:lnTo>
                  <a:lnTo>
                    <a:pt x="6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9">
              <a:extLst>
                <a:ext uri="{FF2B5EF4-FFF2-40B4-BE49-F238E27FC236}">
                  <a16:creationId xmlns:a16="http://schemas.microsoft.com/office/drawing/2014/main" id="{9F014DE7-C1E8-FDA8-E822-1A0B059F61D4}"/>
                </a:ext>
              </a:extLst>
            </p:cNvPr>
            <p:cNvSpPr/>
            <p:nvPr/>
          </p:nvSpPr>
          <p:spPr>
            <a:xfrm>
              <a:off x="2424034" y="3746987"/>
              <a:ext cx="6576" cy="49904"/>
            </a:xfrm>
            <a:custGeom>
              <a:avLst/>
              <a:gdLst/>
              <a:ahLst/>
              <a:cxnLst/>
              <a:rect l="l" t="t" r="r" b="b"/>
              <a:pathLst>
                <a:path w="168" h="1275" extrusionOk="0">
                  <a:moveTo>
                    <a:pt x="1" y="1"/>
                  </a:moveTo>
                  <a:lnTo>
                    <a:pt x="1" y="560"/>
                  </a:lnTo>
                  <a:lnTo>
                    <a:pt x="13" y="858"/>
                  </a:lnTo>
                  <a:lnTo>
                    <a:pt x="156" y="858"/>
                  </a:lnTo>
                  <a:lnTo>
                    <a:pt x="168" y="560"/>
                  </a:lnTo>
                  <a:lnTo>
                    <a:pt x="168" y="1"/>
                  </a:lnTo>
                  <a:close/>
                  <a:moveTo>
                    <a:pt x="1" y="1048"/>
                  </a:moveTo>
                  <a:lnTo>
                    <a:pt x="1" y="1275"/>
                  </a:lnTo>
                  <a:lnTo>
                    <a:pt x="168" y="1275"/>
                  </a:lnTo>
                  <a:lnTo>
                    <a:pt x="168" y="104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9">
              <a:extLst>
                <a:ext uri="{FF2B5EF4-FFF2-40B4-BE49-F238E27FC236}">
                  <a16:creationId xmlns:a16="http://schemas.microsoft.com/office/drawing/2014/main" id="{6320CA3A-BC01-3AB8-52B2-7E5B6011F28E}"/>
                </a:ext>
              </a:extLst>
            </p:cNvPr>
            <p:cNvSpPr/>
            <p:nvPr/>
          </p:nvSpPr>
          <p:spPr>
            <a:xfrm>
              <a:off x="2482783" y="3890983"/>
              <a:ext cx="52213" cy="53191"/>
            </a:xfrm>
            <a:custGeom>
              <a:avLst/>
              <a:gdLst/>
              <a:ahLst/>
              <a:cxnLst/>
              <a:rect l="l" t="t" r="r" b="b"/>
              <a:pathLst>
                <a:path w="1334" h="1359" extrusionOk="0">
                  <a:moveTo>
                    <a:pt x="667" y="453"/>
                  </a:moveTo>
                  <a:cubicBezTo>
                    <a:pt x="738" y="453"/>
                    <a:pt x="786" y="477"/>
                    <a:pt x="822" y="513"/>
                  </a:cubicBezTo>
                  <a:cubicBezTo>
                    <a:pt x="857" y="560"/>
                    <a:pt x="869" y="620"/>
                    <a:pt x="869" y="679"/>
                  </a:cubicBezTo>
                  <a:cubicBezTo>
                    <a:pt x="869" y="751"/>
                    <a:pt x="857" y="810"/>
                    <a:pt x="822" y="858"/>
                  </a:cubicBezTo>
                  <a:cubicBezTo>
                    <a:pt x="786" y="894"/>
                    <a:pt x="738" y="918"/>
                    <a:pt x="679" y="918"/>
                  </a:cubicBezTo>
                  <a:cubicBezTo>
                    <a:pt x="607" y="918"/>
                    <a:pt x="560" y="894"/>
                    <a:pt x="524" y="858"/>
                  </a:cubicBezTo>
                  <a:cubicBezTo>
                    <a:pt x="488" y="810"/>
                    <a:pt x="476" y="751"/>
                    <a:pt x="476" y="679"/>
                  </a:cubicBezTo>
                  <a:cubicBezTo>
                    <a:pt x="476" y="620"/>
                    <a:pt x="488" y="560"/>
                    <a:pt x="524" y="513"/>
                  </a:cubicBezTo>
                  <a:cubicBezTo>
                    <a:pt x="560" y="477"/>
                    <a:pt x="607" y="453"/>
                    <a:pt x="667" y="453"/>
                  </a:cubicBezTo>
                  <a:close/>
                  <a:moveTo>
                    <a:pt x="691" y="1"/>
                  </a:moveTo>
                  <a:cubicBezTo>
                    <a:pt x="595" y="1"/>
                    <a:pt x="512" y="25"/>
                    <a:pt x="417" y="48"/>
                  </a:cubicBezTo>
                  <a:cubicBezTo>
                    <a:pt x="333" y="84"/>
                    <a:pt x="262" y="132"/>
                    <a:pt x="202" y="203"/>
                  </a:cubicBezTo>
                  <a:cubicBezTo>
                    <a:pt x="131" y="263"/>
                    <a:pt x="83" y="334"/>
                    <a:pt x="48" y="417"/>
                  </a:cubicBezTo>
                  <a:cubicBezTo>
                    <a:pt x="12" y="501"/>
                    <a:pt x="0" y="584"/>
                    <a:pt x="0" y="679"/>
                  </a:cubicBezTo>
                  <a:cubicBezTo>
                    <a:pt x="0" y="775"/>
                    <a:pt x="12" y="870"/>
                    <a:pt x="48" y="953"/>
                  </a:cubicBezTo>
                  <a:cubicBezTo>
                    <a:pt x="83" y="1025"/>
                    <a:pt x="131" y="1108"/>
                    <a:pt x="202" y="1168"/>
                  </a:cubicBezTo>
                  <a:cubicBezTo>
                    <a:pt x="262" y="1227"/>
                    <a:pt x="333" y="1275"/>
                    <a:pt x="417" y="1310"/>
                  </a:cubicBezTo>
                  <a:cubicBezTo>
                    <a:pt x="500" y="1346"/>
                    <a:pt x="583" y="1358"/>
                    <a:pt x="679" y="1358"/>
                  </a:cubicBezTo>
                  <a:cubicBezTo>
                    <a:pt x="762" y="1358"/>
                    <a:pt x="833" y="1346"/>
                    <a:pt x="905" y="1322"/>
                  </a:cubicBezTo>
                  <a:cubicBezTo>
                    <a:pt x="976" y="1299"/>
                    <a:pt x="1048" y="1251"/>
                    <a:pt x="1107" y="1203"/>
                  </a:cubicBezTo>
                  <a:lnTo>
                    <a:pt x="1048" y="1120"/>
                  </a:lnTo>
                  <a:cubicBezTo>
                    <a:pt x="988" y="1168"/>
                    <a:pt x="929" y="1191"/>
                    <a:pt x="869" y="1215"/>
                  </a:cubicBezTo>
                  <a:cubicBezTo>
                    <a:pt x="810" y="1239"/>
                    <a:pt x="750" y="1251"/>
                    <a:pt x="679" y="1251"/>
                  </a:cubicBezTo>
                  <a:cubicBezTo>
                    <a:pt x="607" y="1251"/>
                    <a:pt x="524" y="1239"/>
                    <a:pt x="452" y="1203"/>
                  </a:cubicBezTo>
                  <a:cubicBezTo>
                    <a:pt x="393" y="1179"/>
                    <a:pt x="321" y="1144"/>
                    <a:pt x="274" y="1084"/>
                  </a:cubicBezTo>
                  <a:cubicBezTo>
                    <a:pt x="214" y="1037"/>
                    <a:pt x="179" y="977"/>
                    <a:pt x="143" y="906"/>
                  </a:cubicBezTo>
                  <a:cubicBezTo>
                    <a:pt x="119" y="834"/>
                    <a:pt x="107" y="763"/>
                    <a:pt x="107" y="679"/>
                  </a:cubicBezTo>
                  <a:cubicBezTo>
                    <a:pt x="107" y="584"/>
                    <a:pt x="131" y="489"/>
                    <a:pt x="167" y="406"/>
                  </a:cubicBezTo>
                  <a:cubicBezTo>
                    <a:pt x="214" y="322"/>
                    <a:pt x="274" y="263"/>
                    <a:pt x="357" y="203"/>
                  </a:cubicBezTo>
                  <a:cubicBezTo>
                    <a:pt x="405" y="179"/>
                    <a:pt x="452" y="156"/>
                    <a:pt x="512" y="132"/>
                  </a:cubicBezTo>
                  <a:cubicBezTo>
                    <a:pt x="572" y="120"/>
                    <a:pt x="631" y="108"/>
                    <a:pt x="691" y="108"/>
                  </a:cubicBezTo>
                  <a:cubicBezTo>
                    <a:pt x="786" y="108"/>
                    <a:pt x="869" y="132"/>
                    <a:pt x="941" y="167"/>
                  </a:cubicBezTo>
                  <a:cubicBezTo>
                    <a:pt x="1012" y="203"/>
                    <a:pt x="1083" y="251"/>
                    <a:pt x="1131" y="310"/>
                  </a:cubicBezTo>
                  <a:cubicBezTo>
                    <a:pt x="1167" y="358"/>
                    <a:pt x="1191" y="394"/>
                    <a:pt x="1203" y="441"/>
                  </a:cubicBezTo>
                  <a:cubicBezTo>
                    <a:pt x="1214" y="489"/>
                    <a:pt x="1226" y="548"/>
                    <a:pt x="1226" y="596"/>
                  </a:cubicBezTo>
                  <a:cubicBezTo>
                    <a:pt x="1226" y="691"/>
                    <a:pt x="1203" y="763"/>
                    <a:pt x="1167" y="810"/>
                  </a:cubicBezTo>
                  <a:cubicBezTo>
                    <a:pt x="1119" y="870"/>
                    <a:pt x="1060" y="906"/>
                    <a:pt x="988" y="918"/>
                  </a:cubicBezTo>
                  <a:lnTo>
                    <a:pt x="988" y="358"/>
                  </a:lnTo>
                  <a:lnTo>
                    <a:pt x="881" y="358"/>
                  </a:lnTo>
                  <a:lnTo>
                    <a:pt x="881" y="465"/>
                  </a:lnTo>
                  <a:cubicBezTo>
                    <a:pt x="857" y="417"/>
                    <a:pt x="822" y="394"/>
                    <a:pt x="786" y="370"/>
                  </a:cubicBezTo>
                  <a:cubicBezTo>
                    <a:pt x="738" y="358"/>
                    <a:pt x="691" y="346"/>
                    <a:pt x="643" y="346"/>
                  </a:cubicBezTo>
                  <a:cubicBezTo>
                    <a:pt x="560" y="346"/>
                    <a:pt x="488" y="382"/>
                    <a:pt x="429" y="441"/>
                  </a:cubicBezTo>
                  <a:cubicBezTo>
                    <a:pt x="381" y="501"/>
                    <a:pt x="357" y="584"/>
                    <a:pt x="357" y="679"/>
                  </a:cubicBezTo>
                  <a:cubicBezTo>
                    <a:pt x="357" y="787"/>
                    <a:pt x="381" y="870"/>
                    <a:pt x="429" y="929"/>
                  </a:cubicBezTo>
                  <a:cubicBezTo>
                    <a:pt x="488" y="989"/>
                    <a:pt x="560" y="1025"/>
                    <a:pt x="643" y="1025"/>
                  </a:cubicBezTo>
                  <a:cubicBezTo>
                    <a:pt x="691" y="1025"/>
                    <a:pt x="738" y="1013"/>
                    <a:pt x="774" y="1001"/>
                  </a:cubicBezTo>
                  <a:cubicBezTo>
                    <a:pt x="822" y="977"/>
                    <a:pt x="857" y="953"/>
                    <a:pt x="881" y="906"/>
                  </a:cubicBezTo>
                  <a:lnTo>
                    <a:pt x="881" y="1025"/>
                  </a:lnTo>
                  <a:cubicBezTo>
                    <a:pt x="1024" y="1025"/>
                    <a:pt x="1131" y="989"/>
                    <a:pt x="1214" y="906"/>
                  </a:cubicBezTo>
                  <a:cubicBezTo>
                    <a:pt x="1298" y="834"/>
                    <a:pt x="1334" y="727"/>
                    <a:pt x="1334" y="596"/>
                  </a:cubicBezTo>
                  <a:cubicBezTo>
                    <a:pt x="1334" y="537"/>
                    <a:pt x="1322" y="477"/>
                    <a:pt x="1310" y="417"/>
                  </a:cubicBezTo>
                  <a:cubicBezTo>
                    <a:pt x="1286" y="358"/>
                    <a:pt x="1250" y="298"/>
                    <a:pt x="1214" y="251"/>
                  </a:cubicBezTo>
                  <a:cubicBezTo>
                    <a:pt x="1155" y="179"/>
                    <a:pt x="1083" y="108"/>
                    <a:pt x="988" y="72"/>
                  </a:cubicBezTo>
                  <a:cubicBezTo>
                    <a:pt x="893" y="25"/>
                    <a:pt x="798" y="1"/>
                    <a:pt x="6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9">
              <a:extLst>
                <a:ext uri="{FF2B5EF4-FFF2-40B4-BE49-F238E27FC236}">
                  <a16:creationId xmlns:a16="http://schemas.microsoft.com/office/drawing/2014/main" id="{6CEC53C7-D8C4-ABD6-A911-86C4313F1899}"/>
                </a:ext>
              </a:extLst>
            </p:cNvPr>
            <p:cNvSpPr/>
            <p:nvPr/>
          </p:nvSpPr>
          <p:spPr>
            <a:xfrm>
              <a:off x="2033065" y="5030857"/>
              <a:ext cx="16361" cy="35461"/>
            </a:xfrm>
            <a:custGeom>
              <a:avLst/>
              <a:gdLst/>
              <a:ahLst/>
              <a:cxnLst/>
              <a:rect l="l" t="t" r="r" b="b"/>
              <a:pathLst>
                <a:path w="418" h="906" extrusionOk="0">
                  <a:moveTo>
                    <a:pt x="322" y="0"/>
                  </a:moveTo>
                  <a:cubicBezTo>
                    <a:pt x="239" y="0"/>
                    <a:pt x="191" y="12"/>
                    <a:pt x="155" y="48"/>
                  </a:cubicBezTo>
                  <a:cubicBezTo>
                    <a:pt x="120" y="84"/>
                    <a:pt x="108" y="131"/>
                    <a:pt x="108" y="203"/>
                  </a:cubicBezTo>
                  <a:lnTo>
                    <a:pt x="108" y="250"/>
                  </a:lnTo>
                  <a:lnTo>
                    <a:pt x="0" y="250"/>
                  </a:lnTo>
                  <a:lnTo>
                    <a:pt x="0" y="334"/>
                  </a:lnTo>
                  <a:lnTo>
                    <a:pt x="108" y="334"/>
                  </a:lnTo>
                  <a:lnTo>
                    <a:pt x="108" y="905"/>
                  </a:lnTo>
                  <a:lnTo>
                    <a:pt x="215" y="905"/>
                  </a:lnTo>
                  <a:lnTo>
                    <a:pt x="215" y="334"/>
                  </a:lnTo>
                  <a:lnTo>
                    <a:pt x="393" y="334"/>
                  </a:lnTo>
                  <a:lnTo>
                    <a:pt x="393" y="250"/>
                  </a:lnTo>
                  <a:lnTo>
                    <a:pt x="215" y="250"/>
                  </a:lnTo>
                  <a:lnTo>
                    <a:pt x="215" y="191"/>
                  </a:lnTo>
                  <a:cubicBezTo>
                    <a:pt x="215" y="155"/>
                    <a:pt x="227" y="119"/>
                    <a:pt x="239" y="108"/>
                  </a:cubicBezTo>
                  <a:cubicBezTo>
                    <a:pt x="251" y="96"/>
                    <a:pt x="274" y="84"/>
                    <a:pt x="322" y="84"/>
                  </a:cubicBezTo>
                  <a:lnTo>
                    <a:pt x="417" y="84"/>
                  </a:lnTo>
                  <a:lnTo>
                    <a:pt x="4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9">
              <a:extLst>
                <a:ext uri="{FF2B5EF4-FFF2-40B4-BE49-F238E27FC236}">
                  <a16:creationId xmlns:a16="http://schemas.microsoft.com/office/drawing/2014/main" id="{3EF4B79C-E7A5-E0D3-2EA5-7DB50E7C860B}"/>
                </a:ext>
              </a:extLst>
            </p:cNvPr>
            <p:cNvSpPr/>
            <p:nvPr/>
          </p:nvSpPr>
          <p:spPr>
            <a:xfrm>
              <a:off x="2052635" y="5040173"/>
              <a:ext cx="21488" cy="26146"/>
            </a:xfrm>
            <a:custGeom>
              <a:avLst/>
              <a:gdLst/>
              <a:ahLst/>
              <a:cxnLst/>
              <a:rect l="l" t="t" r="r" b="b"/>
              <a:pathLst>
                <a:path w="549" h="668" extrusionOk="0">
                  <a:moveTo>
                    <a:pt x="322" y="1"/>
                  </a:moveTo>
                  <a:cubicBezTo>
                    <a:pt x="274" y="1"/>
                    <a:pt x="239" y="1"/>
                    <a:pt x="203" y="24"/>
                  </a:cubicBezTo>
                  <a:cubicBezTo>
                    <a:pt x="167" y="48"/>
                    <a:pt x="143" y="72"/>
                    <a:pt x="108" y="120"/>
                  </a:cubicBezTo>
                  <a:lnTo>
                    <a:pt x="108" y="12"/>
                  </a:lnTo>
                  <a:lnTo>
                    <a:pt x="1" y="12"/>
                  </a:lnTo>
                  <a:lnTo>
                    <a:pt x="1" y="667"/>
                  </a:lnTo>
                  <a:lnTo>
                    <a:pt x="108" y="667"/>
                  </a:lnTo>
                  <a:lnTo>
                    <a:pt x="108" y="298"/>
                  </a:lnTo>
                  <a:cubicBezTo>
                    <a:pt x="108" y="227"/>
                    <a:pt x="132" y="179"/>
                    <a:pt x="167" y="143"/>
                  </a:cubicBezTo>
                  <a:cubicBezTo>
                    <a:pt x="191" y="108"/>
                    <a:pt x="239" y="96"/>
                    <a:pt x="298" y="96"/>
                  </a:cubicBezTo>
                  <a:cubicBezTo>
                    <a:pt x="346" y="96"/>
                    <a:pt x="382" y="108"/>
                    <a:pt x="405" y="131"/>
                  </a:cubicBezTo>
                  <a:cubicBezTo>
                    <a:pt x="429" y="167"/>
                    <a:pt x="441" y="215"/>
                    <a:pt x="441" y="274"/>
                  </a:cubicBezTo>
                  <a:lnTo>
                    <a:pt x="441" y="667"/>
                  </a:lnTo>
                  <a:lnTo>
                    <a:pt x="548" y="667"/>
                  </a:lnTo>
                  <a:lnTo>
                    <a:pt x="548" y="274"/>
                  </a:lnTo>
                  <a:cubicBezTo>
                    <a:pt x="548" y="179"/>
                    <a:pt x="536" y="108"/>
                    <a:pt x="489" y="72"/>
                  </a:cubicBezTo>
                  <a:cubicBezTo>
                    <a:pt x="453" y="24"/>
                    <a:pt x="393"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9">
              <a:extLst>
                <a:ext uri="{FF2B5EF4-FFF2-40B4-BE49-F238E27FC236}">
                  <a16:creationId xmlns:a16="http://schemas.microsoft.com/office/drawing/2014/main" id="{EC76772B-01A4-2220-536A-19DF1EBFDAE4}"/>
                </a:ext>
              </a:extLst>
            </p:cNvPr>
            <p:cNvSpPr/>
            <p:nvPr/>
          </p:nvSpPr>
          <p:spPr>
            <a:xfrm>
              <a:off x="2361606" y="5040173"/>
              <a:ext cx="20549" cy="26615"/>
            </a:xfrm>
            <a:custGeom>
              <a:avLst/>
              <a:gdLst/>
              <a:ahLst/>
              <a:cxnLst/>
              <a:rect l="l" t="t" r="r" b="b"/>
              <a:pathLst>
                <a:path w="525" h="680" extrusionOk="0">
                  <a:moveTo>
                    <a:pt x="334" y="1"/>
                  </a:moveTo>
                  <a:cubicBezTo>
                    <a:pt x="227" y="1"/>
                    <a:pt x="143" y="24"/>
                    <a:pt x="96" y="84"/>
                  </a:cubicBezTo>
                  <a:cubicBezTo>
                    <a:pt x="36" y="143"/>
                    <a:pt x="0" y="239"/>
                    <a:pt x="0" y="334"/>
                  </a:cubicBezTo>
                  <a:cubicBezTo>
                    <a:pt x="0" y="441"/>
                    <a:pt x="36" y="524"/>
                    <a:pt x="96" y="584"/>
                  </a:cubicBezTo>
                  <a:cubicBezTo>
                    <a:pt x="143" y="655"/>
                    <a:pt x="227" y="679"/>
                    <a:pt x="322" y="679"/>
                  </a:cubicBezTo>
                  <a:cubicBezTo>
                    <a:pt x="358" y="679"/>
                    <a:pt x="393" y="679"/>
                    <a:pt x="429" y="667"/>
                  </a:cubicBezTo>
                  <a:cubicBezTo>
                    <a:pt x="453" y="667"/>
                    <a:pt x="489" y="655"/>
                    <a:pt x="524" y="643"/>
                  </a:cubicBezTo>
                  <a:lnTo>
                    <a:pt x="524" y="536"/>
                  </a:lnTo>
                  <a:cubicBezTo>
                    <a:pt x="489" y="560"/>
                    <a:pt x="453" y="572"/>
                    <a:pt x="429" y="584"/>
                  </a:cubicBezTo>
                  <a:cubicBezTo>
                    <a:pt x="393" y="584"/>
                    <a:pt x="369" y="596"/>
                    <a:pt x="334" y="596"/>
                  </a:cubicBezTo>
                  <a:cubicBezTo>
                    <a:pt x="262" y="596"/>
                    <a:pt x="215" y="572"/>
                    <a:pt x="179" y="524"/>
                  </a:cubicBezTo>
                  <a:cubicBezTo>
                    <a:pt x="131" y="477"/>
                    <a:pt x="119" y="417"/>
                    <a:pt x="119" y="334"/>
                  </a:cubicBezTo>
                  <a:cubicBezTo>
                    <a:pt x="119" y="262"/>
                    <a:pt x="131" y="203"/>
                    <a:pt x="179" y="155"/>
                  </a:cubicBezTo>
                  <a:cubicBezTo>
                    <a:pt x="215" y="108"/>
                    <a:pt x="262" y="84"/>
                    <a:pt x="334" y="84"/>
                  </a:cubicBezTo>
                  <a:cubicBezTo>
                    <a:pt x="369" y="84"/>
                    <a:pt x="393" y="96"/>
                    <a:pt x="429" y="96"/>
                  </a:cubicBezTo>
                  <a:cubicBezTo>
                    <a:pt x="453" y="108"/>
                    <a:pt x="489" y="120"/>
                    <a:pt x="524" y="143"/>
                  </a:cubicBezTo>
                  <a:lnTo>
                    <a:pt x="524" y="36"/>
                  </a:lnTo>
                  <a:cubicBezTo>
                    <a:pt x="489" y="24"/>
                    <a:pt x="465" y="12"/>
                    <a:pt x="429" y="12"/>
                  </a:cubicBezTo>
                  <a:cubicBezTo>
                    <a:pt x="393" y="1"/>
                    <a:pt x="369" y="1"/>
                    <a:pt x="3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9">
              <a:extLst>
                <a:ext uri="{FF2B5EF4-FFF2-40B4-BE49-F238E27FC236}">
                  <a16:creationId xmlns:a16="http://schemas.microsoft.com/office/drawing/2014/main" id="{2CC81BC5-16BB-DD89-8869-774752B3EBC0}"/>
                </a:ext>
              </a:extLst>
            </p:cNvPr>
            <p:cNvSpPr/>
            <p:nvPr/>
          </p:nvSpPr>
          <p:spPr>
            <a:xfrm>
              <a:off x="2387243" y="5040173"/>
              <a:ext cx="23797" cy="26615"/>
            </a:xfrm>
            <a:custGeom>
              <a:avLst/>
              <a:gdLst/>
              <a:ahLst/>
              <a:cxnLst/>
              <a:rect l="l" t="t" r="r" b="b"/>
              <a:pathLst>
                <a:path w="608" h="680" extrusionOk="0">
                  <a:moveTo>
                    <a:pt x="310" y="84"/>
                  </a:moveTo>
                  <a:cubicBezTo>
                    <a:pt x="357" y="84"/>
                    <a:pt x="405" y="108"/>
                    <a:pt x="441" y="155"/>
                  </a:cubicBezTo>
                  <a:cubicBezTo>
                    <a:pt x="476" y="203"/>
                    <a:pt x="488" y="262"/>
                    <a:pt x="488" y="334"/>
                  </a:cubicBezTo>
                  <a:cubicBezTo>
                    <a:pt x="488" y="417"/>
                    <a:pt x="476" y="477"/>
                    <a:pt x="441" y="524"/>
                  </a:cubicBezTo>
                  <a:cubicBezTo>
                    <a:pt x="405" y="572"/>
                    <a:pt x="357" y="596"/>
                    <a:pt x="310" y="596"/>
                  </a:cubicBezTo>
                  <a:cubicBezTo>
                    <a:pt x="250" y="596"/>
                    <a:pt x="203" y="572"/>
                    <a:pt x="167" y="524"/>
                  </a:cubicBezTo>
                  <a:cubicBezTo>
                    <a:pt x="131" y="477"/>
                    <a:pt x="119" y="417"/>
                    <a:pt x="119" y="334"/>
                  </a:cubicBezTo>
                  <a:cubicBezTo>
                    <a:pt x="119" y="262"/>
                    <a:pt x="131" y="203"/>
                    <a:pt x="167" y="155"/>
                  </a:cubicBezTo>
                  <a:cubicBezTo>
                    <a:pt x="203" y="108"/>
                    <a:pt x="250" y="84"/>
                    <a:pt x="310" y="84"/>
                  </a:cubicBezTo>
                  <a:close/>
                  <a:moveTo>
                    <a:pt x="310" y="1"/>
                  </a:moveTo>
                  <a:cubicBezTo>
                    <a:pt x="215" y="1"/>
                    <a:pt x="131" y="24"/>
                    <a:pt x="84" y="84"/>
                  </a:cubicBezTo>
                  <a:cubicBezTo>
                    <a:pt x="36" y="143"/>
                    <a:pt x="0" y="227"/>
                    <a:pt x="0" y="334"/>
                  </a:cubicBezTo>
                  <a:cubicBezTo>
                    <a:pt x="0" y="441"/>
                    <a:pt x="36" y="524"/>
                    <a:pt x="84" y="596"/>
                  </a:cubicBezTo>
                  <a:cubicBezTo>
                    <a:pt x="131" y="655"/>
                    <a:pt x="215" y="679"/>
                    <a:pt x="310" y="679"/>
                  </a:cubicBezTo>
                  <a:cubicBezTo>
                    <a:pt x="393" y="679"/>
                    <a:pt x="465" y="655"/>
                    <a:pt x="524" y="596"/>
                  </a:cubicBezTo>
                  <a:cubicBezTo>
                    <a:pt x="572" y="524"/>
                    <a:pt x="607" y="441"/>
                    <a:pt x="607" y="334"/>
                  </a:cubicBezTo>
                  <a:cubicBezTo>
                    <a:pt x="607" y="227"/>
                    <a:pt x="572" y="143"/>
                    <a:pt x="524" y="84"/>
                  </a:cubicBezTo>
                  <a:cubicBezTo>
                    <a:pt x="465" y="24"/>
                    <a:pt x="393" y="1"/>
                    <a:pt x="3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9">
              <a:extLst>
                <a:ext uri="{FF2B5EF4-FFF2-40B4-BE49-F238E27FC236}">
                  <a16:creationId xmlns:a16="http://schemas.microsoft.com/office/drawing/2014/main" id="{BD03D08D-D039-07D7-3E2D-A4B231004097}"/>
                </a:ext>
              </a:extLst>
            </p:cNvPr>
            <p:cNvSpPr/>
            <p:nvPr/>
          </p:nvSpPr>
          <p:spPr>
            <a:xfrm>
              <a:off x="2417537" y="5040173"/>
              <a:ext cx="21449" cy="26146"/>
            </a:xfrm>
            <a:custGeom>
              <a:avLst/>
              <a:gdLst/>
              <a:ahLst/>
              <a:cxnLst/>
              <a:rect l="l" t="t" r="r" b="b"/>
              <a:pathLst>
                <a:path w="548" h="668" extrusionOk="0">
                  <a:moveTo>
                    <a:pt x="322" y="1"/>
                  </a:moveTo>
                  <a:cubicBezTo>
                    <a:pt x="274" y="1"/>
                    <a:pt x="238" y="1"/>
                    <a:pt x="203" y="24"/>
                  </a:cubicBezTo>
                  <a:cubicBezTo>
                    <a:pt x="167" y="48"/>
                    <a:pt x="131" y="72"/>
                    <a:pt x="107" y="120"/>
                  </a:cubicBezTo>
                  <a:lnTo>
                    <a:pt x="107" y="12"/>
                  </a:lnTo>
                  <a:lnTo>
                    <a:pt x="0" y="12"/>
                  </a:lnTo>
                  <a:lnTo>
                    <a:pt x="0" y="667"/>
                  </a:lnTo>
                  <a:lnTo>
                    <a:pt x="107" y="667"/>
                  </a:lnTo>
                  <a:lnTo>
                    <a:pt x="107" y="298"/>
                  </a:lnTo>
                  <a:cubicBezTo>
                    <a:pt x="107" y="227"/>
                    <a:pt x="131" y="179"/>
                    <a:pt x="167" y="143"/>
                  </a:cubicBezTo>
                  <a:cubicBezTo>
                    <a:pt x="191" y="108"/>
                    <a:pt x="238" y="96"/>
                    <a:pt x="298" y="96"/>
                  </a:cubicBezTo>
                  <a:cubicBezTo>
                    <a:pt x="345" y="96"/>
                    <a:pt x="381" y="108"/>
                    <a:pt x="405" y="131"/>
                  </a:cubicBezTo>
                  <a:cubicBezTo>
                    <a:pt x="429" y="167"/>
                    <a:pt x="441" y="215"/>
                    <a:pt x="441" y="274"/>
                  </a:cubicBezTo>
                  <a:lnTo>
                    <a:pt x="441" y="667"/>
                  </a:lnTo>
                  <a:lnTo>
                    <a:pt x="548" y="667"/>
                  </a:lnTo>
                  <a:lnTo>
                    <a:pt x="548" y="274"/>
                  </a:lnTo>
                  <a:cubicBezTo>
                    <a:pt x="548" y="179"/>
                    <a:pt x="536" y="108"/>
                    <a:pt x="488" y="72"/>
                  </a:cubicBezTo>
                  <a:cubicBezTo>
                    <a:pt x="453" y="24"/>
                    <a:pt x="393"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9">
              <a:extLst>
                <a:ext uri="{FF2B5EF4-FFF2-40B4-BE49-F238E27FC236}">
                  <a16:creationId xmlns:a16="http://schemas.microsoft.com/office/drawing/2014/main" id="{F311EE97-5992-C7C7-AC5A-B6301840F892}"/>
                </a:ext>
              </a:extLst>
            </p:cNvPr>
            <p:cNvSpPr/>
            <p:nvPr/>
          </p:nvSpPr>
          <p:spPr>
            <a:xfrm>
              <a:off x="2444074" y="5033167"/>
              <a:ext cx="16361" cy="33152"/>
            </a:xfrm>
            <a:custGeom>
              <a:avLst/>
              <a:gdLst/>
              <a:ahLst/>
              <a:cxnLst/>
              <a:rect l="l" t="t" r="r" b="b"/>
              <a:pathLst>
                <a:path w="418" h="847" extrusionOk="0">
                  <a:moveTo>
                    <a:pt x="84" y="1"/>
                  </a:moveTo>
                  <a:lnTo>
                    <a:pt x="84" y="191"/>
                  </a:lnTo>
                  <a:lnTo>
                    <a:pt x="1" y="191"/>
                  </a:lnTo>
                  <a:lnTo>
                    <a:pt x="1" y="275"/>
                  </a:lnTo>
                  <a:lnTo>
                    <a:pt x="84" y="275"/>
                  </a:lnTo>
                  <a:lnTo>
                    <a:pt x="84" y="632"/>
                  </a:lnTo>
                  <a:cubicBezTo>
                    <a:pt x="84" y="715"/>
                    <a:pt x="96" y="763"/>
                    <a:pt x="132" y="799"/>
                  </a:cubicBezTo>
                  <a:cubicBezTo>
                    <a:pt x="167" y="834"/>
                    <a:pt x="215" y="846"/>
                    <a:pt x="298" y="846"/>
                  </a:cubicBezTo>
                  <a:lnTo>
                    <a:pt x="418" y="846"/>
                  </a:lnTo>
                  <a:lnTo>
                    <a:pt x="418" y="751"/>
                  </a:lnTo>
                  <a:lnTo>
                    <a:pt x="298" y="751"/>
                  </a:lnTo>
                  <a:cubicBezTo>
                    <a:pt x="263" y="751"/>
                    <a:pt x="227" y="751"/>
                    <a:pt x="215" y="727"/>
                  </a:cubicBezTo>
                  <a:cubicBezTo>
                    <a:pt x="203" y="715"/>
                    <a:pt x="191" y="680"/>
                    <a:pt x="191" y="632"/>
                  </a:cubicBezTo>
                  <a:lnTo>
                    <a:pt x="191" y="275"/>
                  </a:lnTo>
                  <a:lnTo>
                    <a:pt x="418" y="275"/>
                  </a:lnTo>
                  <a:lnTo>
                    <a:pt x="418" y="191"/>
                  </a:lnTo>
                  <a:lnTo>
                    <a:pt x="191" y="191"/>
                  </a:lnTo>
                  <a:lnTo>
                    <a:pt x="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9">
              <a:extLst>
                <a:ext uri="{FF2B5EF4-FFF2-40B4-BE49-F238E27FC236}">
                  <a16:creationId xmlns:a16="http://schemas.microsoft.com/office/drawing/2014/main" id="{D60F1467-D4D4-D9A1-2A01-19D8A72A1CBD}"/>
                </a:ext>
              </a:extLst>
            </p:cNvPr>
            <p:cNvSpPr/>
            <p:nvPr/>
          </p:nvSpPr>
          <p:spPr>
            <a:xfrm>
              <a:off x="2465523" y="5040173"/>
              <a:ext cx="14951" cy="26146"/>
            </a:xfrm>
            <a:custGeom>
              <a:avLst/>
              <a:gdLst/>
              <a:ahLst/>
              <a:cxnLst/>
              <a:rect l="l" t="t" r="r" b="b"/>
              <a:pathLst>
                <a:path w="382" h="668" extrusionOk="0">
                  <a:moveTo>
                    <a:pt x="334" y="1"/>
                  </a:moveTo>
                  <a:cubicBezTo>
                    <a:pt x="274" y="1"/>
                    <a:pt x="239" y="1"/>
                    <a:pt x="203" y="24"/>
                  </a:cubicBezTo>
                  <a:cubicBezTo>
                    <a:pt x="167" y="48"/>
                    <a:pt x="131" y="72"/>
                    <a:pt x="108" y="120"/>
                  </a:cubicBezTo>
                  <a:lnTo>
                    <a:pt x="108" y="12"/>
                  </a:lnTo>
                  <a:lnTo>
                    <a:pt x="0" y="12"/>
                  </a:lnTo>
                  <a:lnTo>
                    <a:pt x="0" y="667"/>
                  </a:lnTo>
                  <a:lnTo>
                    <a:pt x="108" y="667"/>
                  </a:lnTo>
                  <a:lnTo>
                    <a:pt x="108" y="322"/>
                  </a:lnTo>
                  <a:cubicBezTo>
                    <a:pt x="108" y="251"/>
                    <a:pt x="131" y="191"/>
                    <a:pt x="155" y="155"/>
                  </a:cubicBezTo>
                  <a:cubicBezTo>
                    <a:pt x="191" y="108"/>
                    <a:pt x="239" y="96"/>
                    <a:pt x="298" y="96"/>
                  </a:cubicBezTo>
                  <a:lnTo>
                    <a:pt x="346" y="96"/>
                  </a:lnTo>
                  <a:cubicBezTo>
                    <a:pt x="358" y="96"/>
                    <a:pt x="370" y="108"/>
                    <a:pt x="381" y="108"/>
                  </a:cubicBezTo>
                  <a:lnTo>
                    <a:pt x="3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9">
              <a:extLst>
                <a:ext uri="{FF2B5EF4-FFF2-40B4-BE49-F238E27FC236}">
                  <a16:creationId xmlns:a16="http://schemas.microsoft.com/office/drawing/2014/main" id="{7FEEEE1E-CF51-94DE-DE11-723835CB25E6}"/>
                </a:ext>
              </a:extLst>
            </p:cNvPr>
            <p:cNvSpPr/>
            <p:nvPr/>
          </p:nvSpPr>
          <p:spPr>
            <a:xfrm>
              <a:off x="2482314" y="5040173"/>
              <a:ext cx="23327" cy="26615"/>
            </a:xfrm>
            <a:custGeom>
              <a:avLst/>
              <a:gdLst/>
              <a:ahLst/>
              <a:cxnLst/>
              <a:rect l="l" t="t" r="r" b="b"/>
              <a:pathLst>
                <a:path w="596" h="680" extrusionOk="0">
                  <a:moveTo>
                    <a:pt x="298" y="84"/>
                  </a:moveTo>
                  <a:cubicBezTo>
                    <a:pt x="357" y="84"/>
                    <a:pt x="393" y="108"/>
                    <a:pt x="429" y="155"/>
                  </a:cubicBezTo>
                  <a:cubicBezTo>
                    <a:pt x="464" y="203"/>
                    <a:pt x="476" y="262"/>
                    <a:pt x="476" y="334"/>
                  </a:cubicBezTo>
                  <a:cubicBezTo>
                    <a:pt x="476" y="417"/>
                    <a:pt x="464" y="477"/>
                    <a:pt x="429" y="524"/>
                  </a:cubicBezTo>
                  <a:cubicBezTo>
                    <a:pt x="393" y="572"/>
                    <a:pt x="357" y="596"/>
                    <a:pt x="298" y="596"/>
                  </a:cubicBezTo>
                  <a:cubicBezTo>
                    <a:pt x="238" y="596"/>
                    <a:pt x="191" y="572"/>
                    <a:pt x="155" y="524"/>
                  </a:cubicBezTo>
                  <a:cubicBezTo>
                    <a:pt x="119" y="477"/>
                    <a:pt x="107" y="417"/>
                    <a:pt x="107" y="334"/>
                  </a:cubicBezTo>
                  <a:cubicBezTo>
                    <a:pt x="107" y="262"/>
                    <a:pt x="119" y="203"/>
                    <a:pt x="155" y="155"/>
                  </a:cubicBezTo>
                  <a:cubicBezTo>
                    <a:pt x="191" y="108"/>
                    <a:pt x="238" y="84"/>
                    <a:pt x="298" y="84"/>
                  </a:cubicBezTo>
                  <a:close/>
                  <a:moveTo>
                    <a:pt x="298" y="1"/>
                  </a:moveTo>
                  <a:cubicBezTo>
                    <a:pt x="203" y="1"/>
                    <a:pt x="131" y="24"/>
                    <a:pt x="72" y="84"/>
                  </a:cubicBezTo>
                  <a:cubicBezTo>
                    <a:pt x="24" y="143"/>
                    <a:pt x="0" y="227"/>
                    <a:pt x="0" y="334"/>
                  </a:cubicBezTo>
                  <a:cubicBezTo>
                    <a:pt x="0" y="441"/>
                    <a:pt x="24" y="524"/>
                    <a:pt x="72" y="596"/>
                  </a:cubicBezTo>
                  <a:cubicBezTo>
                    <a:pt x="131" y="655"/>
                    <a:pt x="203" y="679"/>
                    <a:pt x="298" y="679"/>
                  </a:cubicBezTo>
                  <a:cubicBezTo>
                    <a:pt x="393" y="679"/>
                    <a:pt x="464" y="655"/>
                    <a:pt x="512" y="596"/>
                  </a:cubicBezTo>
                  <a:cubicBezTo>
                    <a:pt x="572" y="524"/>
                    <a:pt x="595" y="441"/>
                    <a:pt x="595" y="334"/>
                  </a:cubicBezTo>
                  <a:cubicBezTo>
                    <a:pt x="595" y="227"/>
                    <a:pt x="572" y="143"/>
                    <a:pt x="512" y="84"/>
                  </a:cubicBezTo>
                  <a:cubicBezTo>
                    <a:pt x="464" y="24"/>
                    <a:pt x="393" y="1"/>
                    <a:pt x="2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9">
              <a:extLst>
                <a:ext uri="{FF2B5EF4-FFF2-40B4-BE49-F238E27FC236}">
                  <a16:creationId xmlns:a16="http://schemas.microsoft.com/office/drawing/2014/main" id="{8022D6AA-68F5-FCB5-8A40-9734558D0F63}"/>
                </a:ext>
              </a:extLst>
            </p:cNvPr>
            <p:cNvSpPr/>
            <p:nvPr/>
          </p:nvSpPr>
          <p:spPr>
            <a:xfrm>
              <a:off x="2512608" y="5030857"/>
              <a:ext cx="4227" cy="35461"/>
            </a:xfrm>
            <a:custGeom>
              <a:avLst/>
              <a:gdLst/>
              <a:ahLst/>
              <a:cxnLst/>
              <a:rect l="l" t="t" r="r" b="b"/>
              <a:pathLst>
                <a:path w="108" h="906" extrusionOk="0">
                  <a:moveTo>
                    <a:pt x="0" y="0"/>
                  </a:moveTo>
                  <a:lnTo>
                    <a:pt x="0" y="905"/>
                  </a:lnTo>
                  <a:lnTo>
                    <a:pt x="107" y="905"/>
                  </a:lnTo>
                  <a:lnTo>
                    <a:pt x="1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9">
              <a:extLst>
                <a:ext uri="{FF2B5EF4-FFF2-40B4-BE49-F238E27FC236}">
                  <a16:creationId xmlns:a16="http://schemas.microsoft.com/office/drawing/2014/main" id="{247D3A51-46DC-BA42-BD34-1172F480EF87}"/>
                </a:ext>
              </a:extLst>
            </p:cNvPr>
            <p:cNvSpPr/>
            <p:nvPr/>
          </p:nvSpPr>
          <p:spPr>
            <a:xfrm>
              <a:off x="2454328" y="4893398"/>
              <a:ext cx="63876" cy="33582"/>
            </a:xfrm>
            <a:custGeom>
              <a:avLst/>
              <a:gdLst/>
              <a:ahLst/>
              <a:cxnLst/>
              <a:rect l="l" t="t" r="r" b="b"/>
              <a:pathLst>
                <a:path w="1632" h="858" fill="none" extrusionOk="0">
                  <a:moveTo>
                    <a:pt x="1632" y="857"/>
                  </a:moveTo>
                  <a:lnTo>
                    <a:pt x="822" y="0"/>
                  </a:lnTo>
                  <a:lnTo>
                    <a:pt x="1" y="857"/>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9">
              <a:extLst>
                <a:ext uri="{FF2B5EF4-FFF2-40B4-BE49-F238E27FC236}">
                  <a16:creationId xmlns:a16="http://schemas.microsoft.com/office/drawing/2014/main" id="{D0FCBBF5-5D1A-D451-6983-20DB1E2373CE}"/>
                </a:ext>
              </a:extLst>
            </p:cNvPr>
            <p:cNvSpPr/>
            <p:nvPr/>
          </p:nvSpPr>
          <p:spPr>
            <a:xfrm>
              <a:off x="2480905" y="4614251"/>
              <a:ext cx="34052" cy="63407"/>
            </a:xfrm>
            <a:custGeom>
              <a:avLst/>
              <a:gdLst/>
              <a:ahLst/>
              <a:cxnLst/>
              <a:rect l="l" t="t" r="r" b="b"/>
              <a:pathLst>
                <a:path w="870" h="1620" fill="none" extrusionOk="0">
                  <a:moveTo>
                    <a:pt x="0" y="1619"/>
                  </a:moveTo>
                  <a:lnTo>
                    <a:pt x="870" y="822"/>
                  </a:lnTo>
                  <a:lnTo>
                    <a:pt x="0" y="0"/>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9">
              <a:extLst>
                <a:ext uri="{FF2B5EF4-FFF2-40B4-BE49-F238E27FC236}">
                  <a16:creationId xmlns:a16="http://schemas.microsoft.com/office/drawing/2014/main" id="{7C5AD14A-73A6-BBB3-67A8-AACFF3434CC8}"/>
                </a:ext>
              </a:extLst>
            </p:cNvPr>
            <p:cNvSpPr/>
            <p:nvPr/>
          </p:nvSpPr>
          <p:spPr>
            <a:xfrm>
              <a:off x="2480905" y="4706974"/>
              <a:ext cx="34052" cy="63876"/>
            </a:xfrm>
            <a:custGeom>
              <a:avLst/>
              <a:gdLst/>
              <a:ahLst/>
              <a:cxnLst/>
              <a:rect l="l" t="t" r="r" b="b"/>
              <a:pathLst>
                <a:path w="870" h="1632" fill="none" extrusionOk="0">
                  <a:moveTo>
                    <a:pt x="870" y="1"/>
                  </a:moveTo>
                  <a:lnTo>
                    <a:pt x="0" y="822"/>
                  </a:lnTo>
                  <a:lnTo>
                    <a:pt x="870" y="1632"/>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9">
              <a:extLst>
                <a:ext uri="{FF2B5EF4-FFF2-40B4-BE49-F238E27FC236}">
                  <a16:creationId xmlns:a16="http://schemas.microsoft.com/office/drawing/2014/main" id="{9711E016-63D0-111D-5E8E-C58E9F76849F}"/>
                </a:ext>
              </a:extLst>
            </p:cNvPr>
            <p:cNvSpPr/>
            <p:nvPr/>
          </p:nvSpPr>
          <p:spPr>
            <a:xfrm>
              <a:off x="2032125" y="4397533"/>
              <a:ext cx="80668" cy="69943"/>
            </a:xfrm>
            <a:custGeom>
              <a:avLst/>
              <a:gdLst/>
              <a:ahLst/>
              <a:cxnLst/>
              <a:rect l="l" t="t" r="r" b="b"/>
              <a:pathLst>
                <a:path w="2061" h="1787" fill="none" extrusionOk="0">
                  <a:moveTo>
                    <a:pt x="2060" y="1108"/>
                  </a:moveTo>
                  <a:lnTo>
                    <a:pt x="1037" y="1"/>
                  </a:lnTo>
                  <a:lnTo>
                    <a:pt x="1" y="1108"/>
                  </a:lnTo>
                  <a:lnTo>
                    <a:pt x="477" y="1108"/>
                  </a:lnTo>
                  <a:lnTo>
                    <a:pt x="477" y="1787"/>
                  </a:lnTo>
                  <a:lnTo>
                    <a:pt x="1584" y="1787"/>
                  </a:lnTo>
                  <a:lnTo>
                    <a:pt x="1584" y="1108"/>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9">
              <a:extLst>
                <a:ext uri="{FF2B5EF4-FFF2-40B4-BE49-F238E27FC236}">
                  <a16:creationId xmlns:a16="http://schemas.microsoft.com/office/drawing/2014/main" id="{2D4E59E7-61C0-3E2C-E8C2-BD91A55C3FFF}"/>
                </a:ext>
              </a:extLst>
            </p:cNvPr>
            <p:cNvSpPr/>
            <p:nvPr/>
          </p:nvSpPr>
          <p:spPr>
            <a:xfrm>
              <a:off x="2050756" y="4479570"/>
              <a:ext cx="43406" cy="14012"/>
            </a:xfrm>
            <a:custGeom>
              <a:avLst/>
              <a:gdLst/>
              <a:ahLst/>
              <a:cxnLst/>
              <a:rect l="l" t="t" r="r" b="b"/>
              <a:pathLst>
                <a:path w="1109" h="358" fill="none" extrusionOk="0">
                  <a:moveTo>
                    <a:pt x="1" y="0"/>
                  </a:moveTo>
                  <a:lnTo>
                    <a:pt x="1108" y="0"/>
                  </a:lnTo>
                  <a:lnTo>
                    <a:pt x="1108" y="358"/>
                  </a:lnTo>
                  <a:lnTo>
                    <a:pt x="1" y="358"/>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3" name="Google Shape;873;p39">
            <a:extLst>
              <a:ext uri="{FF2B5EF4-FFF2-40B4-BE49-F238E27FC236}">
                <a16:creationId xmlns:a16="http://schemas.microsoft.com/office/drawing/2014/main" id="{A75E1A0D-BBDA-32B4-097B-48A03C0F4A81}"/>
              </a:ext>
            </a:extLst>
          </p:cNvPr>
          <p:cNvGrpSpPr/>
          <p:nvPr/>
        </p:nvGrpSpPr>
        <p:grpSpPr>
          <a:xfrm>
            <a:off x="7041509" y="962160"/>
            <a:ext cx="915918" cy="915918"/>
            <a:chOff x="6998874" y="164307"/>
            <a:chExt cx="409678" cy="409678"/>
          </a:xfrm>
        </p:grpSpPr>
        <p:sp>
          <p:nvSpPr>
            <p:cNvPr id="874" name="Google Shape;874;p39">
              <a:extLst>
                <a:ext uri="{FF2B5EF4-FFF2-40B4-BE49-F238E27FC236}">
                  <a16:creationId xmlns:a16="http://schemas.microsoft.com/office/drawing/2014/main" id="{1E5A4C79-80D9-7CF7-2296-2C12DE205DE0}"/>
                </a:ext>
              </a:extLst>
            </p:cNvPr>
            <p:cNvSpPr/>
            <p:nvPr/>
          </p:nvSpPr>
          <p:spPr>
            <a:xfrm>
              <a:off x="7048269" y="214171"/>
              <a:ext cx="360284" cy="359814"/>
            </a:xfrm>
            <a:custGeom>
              <a:avLst/>
              <a:gdLst/>
              <a:ahLst/>
              <a:cxnLst/>
              <a:rect l="l" t="t" r="r" b="b"/>
              <a:pathLst>
                <a:path w="9205" h="9193" fill="none" extrusionOk="0">
                  <a:moveTo>
                    <a:pt x="9204" y="4596"/>
                  </a:moveTo>
                  <a:cubicBezTo>
                    <a:pt x="9204" y="2049"/>
                    <a:pt x="7156" y="1"/>
                    <a:pt x="4608" y="1"/>
                  </a:cubicBezTo>
                  <a:cubicBezTo>
                    <a:pt x="2060" y="1"/>
                    <a:pt x="1" y="2049"/>
                    <a:pt x="1" y="4596"/>
                  </a:cubicBezTo>
                  <a:cubicBezTo>
                    <a:pt x="1" y="7144"/>
                    <a:pt x="2060" y="9192"/>
                    <a:pt x="4608" y="9192"/>
                  </a:cubicBezTo>
                  <a:cubicBezTo>
                    <a:pt x="7156" y="9192"/>
                    <a:pt x="9204" y="7144"/>
                    <a:pt x="9204" y="4596"/>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9">
              <a:extLst>
                <a:ext uri="{FF2B5EF4-FFF2-40B4-BE49-F238E27FC236}">
                  <a16:creationId xmlns:a16="http://schemas.microsoft.com/office/drawing/2014/main" id="{B93B0640-F70D-0232-ED12-3092A83FA18A}"/>
                </a:ext>
              </a:extLst>
            </p:cNvPr>
            <p:cNvSpPr/>
            <p:nvPr/>
          </p:nvSpPr>
          <p:spPr>
            <a:xfrm>
              <a:off x="6998874" y="164307"/>
              <a:ext cx="229791" cy="229791"/>
            </a:xfrm>
            <a:custGeom>
              <a:avLst/>
              <a:gdLst/>
              <a:ahLst/>
              <a:cxnLst/>
              <a:rect l="l" t="t" r="r" b="b"/>
              <a:pathLst>
                <a:path w="5871" h="5871" fill="none" extrusionOk="0">
                  <a:moveTo>
                    <a:pt x="5870" y="1"/>
                  </a:moveTo>
                  <a:cubicBezTo>
                    <a:pt x="2644" y="1"/>
                    <a:pt x="0" y="2620"/>
                    <a:pt x="0" y="5870"/>
                  </a:cubicBezTo>
                  <a:lnTo>
                    <a:pt x="5870" y="5870"/>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9">
              <a:extLst>
                <a:ext uri="{FF2B5EF4-FFF2-40B4-BE49-F238E27FC236}">
                  <a16:creationId xmlns:a16="http://schemas.microsoft.com/office/drawing/2014/main" id="{0FD92F4E-EF0B-3FE7-3B34-9BA2261BC45D}"/>
                </a:ext>
              </a:extLst>
            </p:cNvPr>
            <p:cNvSpPr/>
            <p:nvPr/>
          </p:nvSpPr>
          <p:spPr>
            <a:xfrm>
              <a:off x="7124239" y="289672"/>
              <a:ext cx="208812" cy="208812"/>
            </a:xfrm>
            <a:custGeom>
              <a:avLst/>
              <a:gdLst/>
              <a:ahLst/>
              <a:cxnLst/>
              <a:rect l="l" t="t" r="r" b="b"/>
              <a:pathLst>
                <a:path w="5335" h="5335" fill="none" extrusionOk="0">
                  <a:moveTo>
                    <a:pt x="5334" y="2667"/>
                  </a:moveTo>
                  <a:cubicBezTo>
                    <a:pt x="5334" y="4144"/>
                    <a:pt x="4144" y="5334"/>
                    <a:pt x="2667" y="5334"/>
                  </a:cubicBezTo>
                  <a:cubicBezTo>
                    <a:pt x="1191" y="5334"/>
                    <a:pt x="0" y="4144"/>
                    <a:pt x="0" y="2667"/>
                  </a:cubicBezTo>
                  <a:cubicBezTo>
                    <a:pt x="0" y="1191"/>
                    <a:pt x="1191" y="0"/>
                    <a:pt x="2667" y="0"/>
                  </a:cubicBezTo>
                  <a:lnTo>
                    <a:pt x="2667" y="266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9">
              <a:extLst>
                <a:ext uri="{FF2B5EF4-FFF2-40B4-BE49-F238E27FC236}">
                  <a16:creationId xmlns:a16="http://schemas.microsoft.com/office/drawing/2014/main" id="{7F727969-8570-5CEE-6FC7-8719067F262B}"/>
                </a:ext>
              </a:extLst>
            </p:cNvPr>
            <p:cNvSpPr/>
            <p:nvPr/>
          </p:nvSpPr>
          <p:spPr>
            <a:xfrm>
              <a:off x="7182010" y="347443"/>
              <a:ext cx="93231" cy="93271"/>
            </a:xfrm>
            <a:custGeom>
              <a:avLst/>
              <a:gdLst/>
              <a:ahLst/>
              <a:cxnLst/>
              <a:rect l="l" t="t" r="r" b="b"/>
              <a:pathLst>
                <a:path w="2382" h="2383" fill="none" extrusionOk="0">
                  <a:moveTo>
                    <a:pt x="2382" y="1191"/>
                  </a:moveTo>
                  <a:cubicBezTo>
                    <a:pt x="2382" y="537"/>
                    <a:pt x="1846" y="1"/>
                    <a:pt x="1191" y="1"/>
                  </a:cubicBezTo>
                  <a:cubicBezTo>
                    <a:pt x="536" y="1"/>
                    <a:pt x="1" y="537"/>
                    <a:pt x="1" y="1191"/>
                  </a:cubicBezTo>
                  <a:cubicBezTo>
                    <a:pt x="1" y="1846"/>
                    <a:pt x="536" y="2382"/>
                    <a:pt x="1191" y="2382"/>
                  </a:cubicBezTo>
                  <a:cubicBezTo>
                    <a:pt x="1846" y="2382"/>
                    <a:pt x="2382" y="1846"/>
                    <a:pt x="2382" y="1191"/>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8" name="Google Shape;878;p39">
            <a:extLst>
              <a:ext uri="{FF2B5EF4-FFF2-40B4-BE49-F238E27FC236}">
                <a16:creationId xmlns:a16="http://schemas.microsoft.com/office/drawing/2014/main" id="{EB70E180-1FF6-021D-ABAE-27A83ACC4E13}"/>
              </a:ext>
            </a:extLst>
          </p:cNvPr>
          <p:cNvSpPr/>
          <p:nvPr/>
        </p:nvSpPr>
        <p:spPr>
          <a:xfrm>
            <a:off x="1267946" y="3310979"/>
            <a:ext cx="172921" cy="179457"/>
          </a:xfrm>
          <a:custGeom>
            <a:avLst/>
            <a:gdLst/>
            <a:ahLst/>
            <a:cxnLst/>
            <a:rect l="l" t="t" r="r" b="b"/>
            <a:pathLst>
              <a:path w="4418" h="4585" extrusionOk="0">
                <a:moveTo>
                  <a:pt x="1" y="0"/>
                </a:moveTo>
                <a:lnTo>
                  <a:pt x="1632" y="4584"/>
                </a:lnTo>
                <a:lnTo>
                  <a:pt x="2453" y="2727"/>
                </a:lnTo>
                <a:lnTo>
                  <a:pt x="4418" y="2167"/>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05428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135">
          <a:extLst>
            <a:ext uri="{FF2B5EF4-FFF2-40B4-BE49-F238E27FC236}">
              <a16:creationId xmlns:a16="http://schemas.microsoft.com/office/drawing/2014/main" id="{F55C1F4E-AF3E-E42F-4C8E-64C0A86492FD}"/>
            </a:ext>
          </a:extLst>
        </p:cNvPr>
        <p:cNvGrpSpPr/>
        <p:nvPr/>
      </p:nvGrpSpPr>
      <p:grpSpPr>
        <a:xfrm>
          <a:off x="0" y="0"/>
          <a:ext cx="0" cy="0"/>
          <a:chOff x="0" y="0"/>
          <a:chExt cx="0" cy="0"/>
        </a:xfrm>
      </p:grpSpPr>
      <p:sp>
        <p:nvSpPr>
          <p:cNvPr id="1136" name="Google Shape;1136;p46">
            <a:extLst>
              <a:ext uri="{FF2B5EF4-FFF2-40B4-BE49-F238E27FC236}">
                <a16:creationId xmlns:a16="http://schemas.microsoft.com/office/drawing/2014/main" id="{60D7343E-29BC-E2FD-84EB-506FF0350D15}"/>
              </a:ext>
            </a:extLst>
          </p:cNvPr>
          <p:cNvSpPr txBox="1">
            <a:spLocks noGrp="1"/>
          </p:cNvSpPr>
          <p:nvPr>
            <p:ph type="title"/>
          </p:nvPr>
        </p:nvSpPr>
        <p:spPr>
          <a:xfrm>
            <a:off x="1768550" y="1307100"/>
            <a:ext cx="5607000" cy="252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800" dirty="0"/>
              <a:t>Vielen Dank!</a:t>
            </a:r>
            <a:br>
              <a:rPr lang="en" dirty="0"/>
            </a:br>
            <a:endParaRPr sz="2400" b="0" dirty="0">
              <a:latin typeface="Lexend Deca Light"/>
              <a:ea typeface="Lexend Deca Light"/>
              <a:cs typeface="Lexend Deca Light"/>
              <a:sym typeface="Lexend Deca Light"/>
            </a:endParaRPr>
          </a:p>
        </p:txBody>
      </p:sp>
      <p:grpSp>
        <p:nvGrpSpPr>
          <p:cNvPr id="1137" name="Google Shape;1137;p46">
            <a:extLst>
              <a:ext uri="{FF2B5EF4-FFF2-40B4-BE49-F238E27FC236}">
                <a16:creationId xmlns:a16="http://schemas.microsoft.com/office/drawing/2014/main" id="{CEB9FFEA-651B-55A4-899B-43AE6E1DBD81}"/>
              </a:ext>
            </a:extLst>
          </p:cNvPr>
          <p:cNvGrpSpPr/>
          <p:nvPr/>
        </p:nvGrpSpPr>
        <p:grpSpPr>
          <a:xfrm rot="5400000">
            <a:off x="5593353" y="3738503"/>
            <a:ext cx="1516533" cy="2452954"/>
            <a:chOff x="-2958372" y="902978"/>
            <a:chExt cx="1516533" cy="2452954"/>
          </a:xfrm>
        </p:grpSpPr>
        <p:sp>
          <p:nvSpPr>
            <p:cNvPr id="1138" name="Google Shape;1138;p46">
              <a:extLst>
                <a:ext uri="{FF2B5EF4-FFF2-40B4-BE49-F238E27FC236}">
                  <a16:creationId xmlns:a16="http://schemas.microsoft.com/office/drawing/2014/main" id="{F84E1F5D-173F-3B0E-2506-32356628F02B}"/>
                </a:ext>
              </a:extLst>
            </p:cNvPr>
            <p:cNvSpPr/>
            <p:nvPr/>
          </p:nvSpPr>
          <p:spPr>
            <a:xfrm>
              <a:off x="-1465760" y="2123443"/>
              <a:ext cx="3820" cy="6763"/>
            </a:xfrm>
            <a:custGeom>
              <a:avLst/>
              <a:gdLst/>
              <a:ahLst/>
              <a:cxnLst/>
              <a:rect l="l" t="t" r="r" b="b"/>
              <a:pathLst>
                <a:path w="61" h="108" extrusionOk="0">
                  <a:moveTo>
                    <a:pt x="1" y="1"/>
                  </a:moveTo>
                  <a:lnTo>
                    <a:pt x="1" y="108"/>
                  </a:lnTo>
                  <a:lnTo>
                    <a:pt x="60" y="108"/>
                  </a:lnTo>
                  <a:lnTo>
                    <a:pt x="60" y="1"/>
                  </a:lnTo>
                  <a:close/>
                </a:path>
              </a:pathLst>
            </a:custGeom>
            <a:solidFill>
              <a:srgbClr val="FC27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6">
              <a:extLst>
                <a:ext uri="{FF2B5EF4-FFF2-40B4-BE49-F238E27FC236}">
                  <a16:creationId xmlns:a16="http://schemas.microsoft.com/office/drawing/2014/main" id="{9CA64D0B-DF94-30B3-040F-AAB8EF37B771}"/>
                </a:ext>
              </a:extLst>
            </p:cNvPr>
            <p:cNvSpPr/>
            <p:nvPr/>
          </p:nvSpPr>
          <p:spPr>
            <a:xfrm>
              <a:off x="-1465009" y="941740"/>
              <a:ext cx="3820" cy="1169868"/>
            </a:xfrm>
            <a:custGeom>
              <a:avLst/>
              <a:gdLst/>
              <a:ahLst/>
              <a:cxnLst/>
              <a:rect l="l" t="t" r="r" b="b"/>
              <a:pathLst>
                <a:path w="61" h="18682" extrusionOk="0">
                  <a:moveTo>
                    <a:pt x="1" y="0"/>
                  </a:moveTo>
                  <a:lnTo>
                    <a:pt x="1" y="203"/>
                  </a:lnTo>
                  <a:lnTo>
                    <a:pt x="60" y="203"/>
                  </a:lnTo>
                  <a:lnTo>
                    <a:pt x="60" y="0"/>
                  </a:lnTo>
                  <a:close/>
                  <a:moveTo>
                    <a:pt x="1" y="393"/>
                  </a:moveTo>
                  <a:lnTo>
                    <a:pt x="1" y="584"/>
                  </a:lnTo>
                  <a:lnTo>
                    <a:pt x="60" y="584"/>
                  </a:lnTo>
                  <a:lnTo>
                    <a:pt x="60" y="393"/>
                  </a:lnTo>
                  <a:close/>
                  <a:moveTo>
                    <a:pt x="1" y="798"/>
                  </a:moveTo>
                  <a:lnTo>
                    <a:pt x="1" y="989"/>
                  </a:lnTo>
                  <a:lnTo>
                    <a:pt x="60" y="989"/>
                  </a:lnTo>
                  <a:lnTo>
                    <a:pt x="60" y="798"/>
                  </a:lnTo>
                  <a:close/>
                  <a:moveTo>
                    <a:pt x="1" y="1179"/>
                  </a:moveTo>
                  <a:lnTo>
                    <a:pt x="1" y="1370"/>
                  </a:lnTo>
                  <a:lnTo>
                    <a:pt x="60" y="1370"/>
                  </a:lnTo>
                  <a:lnTo>
                    <a:pt x="60" y="1179"/>
                  </a:lnTo>
                  <a:close/>
                  <a:moveTo>
                    <a:pt x="1" y="1584"/>
                  </a:moveTo>
                  <a:lnTo>
                    <a:pt x="1" y="1774"/>
                  </a:lnTo>
                  <a:lnTo>
                    <a:pt x="60" y="1774"/>
                  </a:lnTo>
                  <a:lnTo>
                    <a:pt x="60" y="1584"/>
                  </a:lnTo>
                  <a:close/>
                  <a:moveTo>
                    <a:pt x="1" y="1965"/>
                  </a:moveTo>
                  <a:lnTo>
                    <a:pt x="1" y="2167"/>
                  </a:lnTo>
                  <a:lnTo>
                    <a:pt x="60" y="2167"/>
                  </a:lnTo>
                  <a:lnTo>
                    <a:pt x="60" y="1965"/>
                  </a:lnTo>
                  <a:close/>
                  <a:moveTo>
                    <a:pt x="1" y="2358"/>
                  </a:moveTo>
                  <a:lnTo>
                    <a:pt x="1" y="2548"/>
                  </a:lnTo>
                  <a:lnTo>
                    <a:pt x="60" y="2548"/>
                  </a:lnTo>
                  <a:lnTo>
                    <a:pt x="60" y="2358"/>
                  </a:lnTo>
                  <a:close/>
                  <a:moveTo>
                    <a:pt x="1" y="2763"/>
                  </a:moveTo>
                  <a:lnTo>
                    <a:pt x="1" y="2953"/>
                  </a:lnTo>
                  <a:lnTo>
                    <a:pt x="60" y="2953"/>
                  </a:lnTo>
                  <a:lnTo>
                    <a:pt x="60" y="2763"/>
                  </a:lnTo>
                  <a:close/>
                  <a:moveTo>
                    <a:pt x="1" y="3144"/>
                  </a:moveTo>
                  <a:lnTo>
                    <a:pt x="1" y="3334"/>
                  </a:lnTo>
                  <a:lnTo>
                    <a:pt x="60" y="3334"/>
                  </a:lnTo>
                  <a:lnTo>
                    <a:pt x="60" y="3144"/>
                  </a:lnTo>
                  <a:close/>
                  <a:moveTo>
                    <a:pt x="1" y="3548"/>
                  </a:moveTo>
                  <a:lnTo>
                    <a:pt x="1" y="3739"/>
                  </a:lnTo>
                  <a:lnTo>
                    <a:pt x="60" y="3739"/>
                  </a:lnTo>
                  <a:lnTo>
                    <a:pt x="60" y="3548"/>
                  </a:lnTo>
                  <a:close/>
                  <a:moveTo>
                    <a:pt x="1" y="3929"/>
                  </a:moveTo>
                  <a:lnTo>
                    <a:pt x="1" y="4132"/>
                  </a:lnTo>
                  <a:lnTo>
                    <a:pt x="60" y="4132"/>
                  </a:lnTo>
                  <a:lnTo>
                    <a:pt x="60" y="3929"/>
                  </a:lnTo>
                  <a:close/>
                  <a:moveTo>
                    <a:pt x="1" y="4334"/>
                  </a:moveTo>
                  <a:lnTo>
                    <a:pt x="1" y="4525"/>
                  </a:lnTo>
                  <a:lnTo>
                    <a:pt x="60" y="4525"/>
                  </a:lnTo>
                  <a:lnTo>
                    <a:pt x="60" y="4334"/>
                  </a:lnTo>
                  <a:close/>
                  <a:moveTo>
                    <a:pt x="1" y="4727"/>
                  </a:moveTo>
                  <a:lnTo>
                    <a:pt x="1" y="4918"/>
                  </a:lnTo>
                  <a:lnTo>
                    <a:pt x="60" y="4918"/>
                  </a:lnTo>
                  <a:lnTo>
                    <a:pt x="60" y="4727"/>
                  </a:lnTo>
                  <a:close/>
                  <a:moveTo>
                    <a:pt x="1" y="5108"/>
                  </a:moveTo>
                  <a:lnTo>
                    <a:pt x="1" y="5299"/>
                  </a:lnTo>
                  <a:lnTo>
                    <a:pt x="60" y="5299"/>
                  </a:lnTo>
                  <a:lnTo>
                    <a:pt x="60" y="5108"/>
                  </a:lnTo>
                  <a:close/>
                  <a:moveTo>
                    <a:pt x="1" y="5513"/>
                  </a:moveTo>
                  <a:lnTo>
                    <a:pt x="1" y="5704"/>
                  </a:lnTo>
                  <a:lnTo>
                    <a:pt x="60" y="5704"/>
                  </a:lnTo>
                  <a:lnTo>
                    <a:pt x="60" y="5513"/>
                  </a:lnTo>
                  <a:close/>
                  <a:moveTo>
                    <a:pt x="1" y="5894"/>
                  </a:moveTo>
                  <a:lnTo>
                    <a:pt x="1" y="6096"/>
                  </a:lnTo>
                  <a:lnTo>
                    <a:pt x="60" y="6096"/>
                  </a:lnTo>
                  <a:lnTo>
                    <a:pt x="60" y="5894"/>
                  </a:lnTo>
                  <a:close/>
                  <a:moveTo>
                    <a:pt x="1" y="6299"/>
                  </a:moveTo>
                  <a:lnTo>
                    <a:pt x="1" y="6489"/>
                  </a:lnTo>
                  <a:lnTo>
                    <a:pt x="60" y="6489"/>
                  </a:lnTo>
                  <a:lnTo>
                    <a:pt x="60" y="6299"/>
                  </a:lnTo>
                  <a:close/>
                  <a:moveTo>
                    <a:pt x="1" y="6692"/>
                  </a:moveTo>
                  <a:lnTo>
                    <a:pt x="1" y="6882"/>
                  </a:lnTo>
                  <a:lnTo>
                    <a:pt x="60" y="6882"/>
                  </a:lnTo>
                  <a:lnTo>
                    <a:pt x="60" y="6692"/>
                  </a:lnTo>
                  <a:close/>
                  <a:moveTo>
                    <a:pt x="1" y="7085"/>
                  </a:moveTo>
                  <a:lnTo>
                    <a:pt x="1" y="7287"/>
                  </a:lnTo>
                  <a:lnTo>
                    <a:pt x="60" y="7287"/>
                  </a:lnTo>
                  <a:lnTo>
                    <a:pt x="60" y="7085"/>
                  </a:lnTo>
                  <a:close/>
                  <a:moveTo>
                    <a:pt x="1" y="7478"/>
                  </a:moveTo>
                  <a:lnTo>
                    <a:pt x="1" y="7668"/>
                  </a:lnTo>
                  <a:lnTo>
                    <a:pt x="60" y="7668"/>
                  </a:lnTo>
                  <a:lnTo>
                    <a:pt x="60" y="7478"/>
                  </a:lnTo>
                  <a:close/>
                  <a:moveTo>
                    <a:pt x="1" y="7859"/>
                  </a:moveTo>
                  <a:lnTo>
                    <a:pt x="1" y="8061"/>
                  </a:lnTo>
                  <a:lnTo>
                    <a:pt x="60" y="8061"/>
                  </a:lnTo>
                  <a:lnTo>
                    <a:pt x="60" y="7859"/>
                  </a:lnTo>
                  <a:close/>
                  <a:moveTo>
                    <a:pt x="1" y="8263"/>
                  </a:moveTo>
                  <a:lnTo>
                    <a:pt x="1" y="8454"/>
                  </a:lnTo>
                  <a:lnTo>
                    <a:pt x="60" y="8454"/>
                  </a:lnTo>
                  <a:lnTo>
                    <a:pt x="60" y="8263"/>
                  </a:lnTo>
                  <a:close/>
                  <a:moveTo>
                    <a:pt x="1" y="8656"/>
                  </a:moveTo>
                  <a:lnTo>
                    <a:pt x="1" y="8847"/>
                  </a:lnTo>
                  <a:lnTo>
                    <a:pt x="60" y="8847"/>
                  </a:lnTo>
                  <a:lnTo>
                    <a:pt x="60" y="8656"/>
                  </a:lnTo>
                  <a:close/>
                  <a:moveTo>
                    <a:pt x="1" y="9049"/>
                  </a:moveTo>
                  <a:lnTo>
                    <a:pt x="1" y="9252"/>
                  </a:lnTo>
                  <a:lnTo>
                    <a:pt x="60" y="9252"/>
                  </a:lnTo>
                  <a:lnTo>
                    <a:pt x="60" y="9049"/>
                  </a:lnTo>
                  <a:close/>
                  <a:moveTo>
                    <a:pt x="1" y="9442"/>
                  </a:moveTo>
                  <a:lnTo>
                    <a:pt x="1" y="9633"/>
                  </a:lnTo>
                  <a:lnTo>
                    <a:pt x="60" y="9633"/>
                  </a:lnTo>
                  <a:lnTo>
                    <a:pt x="60" y="9442"/>
                  </a:lnTo>
                  <a:close/>
                  <a:moveTo>
                    <a:pt x="1" y="9847"/>
                  </a:moveTo>
                  <a:lnTo>
                    <a:pt x="1" y="10037"/>
                  </a:lnTo>
                  <a:lnTo>
                    <a:pt x="60" y="10037"/>
                  </a:lnTo>
                  <a:lnTo>
                    <a:pt x="60" y="9847"/>
                  </a:lnTo>
                  <a:close/>
                  <a:moveTo>
                    <a:pt x="1" y="10228"/>
                  </a:moveTo>
                  <a:lnTo>
                    <a:pt x="1" y="10418"/>
                  </a:lnTo>
                  <a:lnTo>
                    <a:pt x="60" y="10418"/>
                  </a:lnTo>
                  <a:lnTo>
                    <a:pt x="60" y="10228"/>
                  </a:lnTo>
                  <a:close/>
                  <a:moveTo>
                    <a:pt x="1" y="10621"/>
                  </a:moveTo>
                  <a:lnTo>
                    <a:pt x="1" y="10811"/>
                  </a:lnTo>
                  <a:lnTo>
                    <a:pt x="60" y="10811"/>
                  </a:lnTo>
                  <a:lnTo>
                    <a:pt x="60" y="10621"/>
                  </a:lnTo>
                  <a:close/>
                  <a:moveTo>
                    <a:pt x="1" y="11014"/>
                  </a:moveTo>
                  <a:lnTo>
                    <a:pt x="1" y="11216"/>
                  </a:lnTo>
                  <a:lnTo>
                    <a:pt x="60" y="11216"/>
                  </a:lnTo>
                  <a:lnTo>
                    <a:pt x="60" y="11014"/>
                  </a:lnTo>
                  <a:close/>
                  <a:moveTo>
                    <a:pt x="1" y="11407"/>
                  </a:moveTo>
                  <a:lnTo>
                    <a:pt x="1" y="11597"/>
                  </a:lnTo>
                  <a:lnTo>
                    <a:pt x="60" y="11597"/>
                  </a:lnTo>
                  <a:lnTo>
                    <a:pt x="60" y="11407"/>
                  </a:lnTo>
                  <a:close/>
                  <a:moveTo>
                    <a:pt x="1" y="11811"/>
                  </a:moveTo>
                  <a:lnTo>
                    <a:pt x="1" y="12002"/>
                  </a:lnTo>
                  <a:lnTo>
                    <a:pt x="60" y="12002"/>
                  </a:lnTo>
                  <a:lnTo>
                    <a:pt x="60" y="11811"/>
                  </a:lnTo>
                  <a:close/>
                  <a:moveTo>
                    <a:pt x="1" y="12192"/>
                  </a:moveTo>
                  <a:lnTo>
                    <a:pt x="1" y="12383"/>
                  </a:lnTo>
                  <a:lnTo>
                    <a:pt x="60" y="12383"/>
                  </a:lnTo>
                  <a:lnTo>
                    <a:pt x="60" y="12192"/>
                  </a:lnTo>
                  <a:close/>
                  <a:moveTo>
                    <a:pt x="1" y="12597"/>
                  </a:moveTo>
                  <a:lnTo>
                    <a:pt x="1" y="12788"/>
                  </a:lnTo>
                  <a:lnTo>
                    <a:pt x="60" y="12788"/>
                  </a:lnTo>
                  <a:lnTo>
                    <a:pt x="60" y="12597"/>
                  </a:lnTo>
                  <a:close/>
                  <a:moveTo>
                    <a:pt x="1" y="12978"/>
                  </a:moveTo>
                  <a:lnTo>
                    <a:pt x="1" y="13181"/>
                  </a:lnTo>
                  <a:lnTo>
                    <a:pt x="60" y="13181"/>
                  </a:lnTo>
                  <a:lnTo>
                    <a:pt x="60" y="12978"/>
                  </a:lnTo>
                  <a:close/>
                  <a:moveTo>
                    <a:pt x="1" y="13371"/>
                  </a:moveTo>
                  <a:lnTo>
                    <a:pt x="1" y="13562"/>
                  </a:lnTo>
                  <a:lnTo>
                    <a:pt x="60" y="13562"/>
                  </a:lnTo>
                  <a:lnTo>
                    <a:pt x="60" y="13371"/>
                  </a:lnTo>
                  <a:close/>
                  <a:moveTo>
                    <a:pt x="1" y="13776"/>
                  </a:moveTo>
                  <a:lnTo>
                    <a:pt x="1" y="13966"/>
                  </a:lnTo>
                  <a:lnTo>
                    <a:pt x="60" y="13966"/>
                  </a:lnTo>
                  <a:lnTo>
                    <a:pt x="60" y="13776"/>
                  </a:lnTo>
                  <a:close/>
                  <a:moveTo>
                    <a:pt x="1" y="14157"/>
                  </a:moveTo>
                  <a:lnTo>
                    <a:pt x="1" y="14347"/>
                  </a:lnTo>
                  <a:lnTo>
                    <a:pt x="60" y="14347"/>
                  </a:lnTo>
                  <a:lnTo>
                    <a:pt x="60" y="14157"/>
                  </a:lnTo>
                  <a:close/>
                  <a:moveTo>
                    <a:pt x="1" y="14562"/>
                  </a:moveTo>
                  <a:lnTo>
                    <a:pt x="1" y="14752"/>
                  </a:lnTo>
                  <a:lnTo>
                    <a:pt x="60" y="14752"/>
                  </a:lnTo>
                  <a:lnTo>
                    <a:pt x="60" y="14562"/>
                  </a:lnTo>
                  <a:close/>
                  <a:moveTo>
                    <a:pt x="1" y="14943"/>
                  </a:moveTo>
                  <a:lnTo>
                    <a:pt x="1" y="15145"/>
                  </a:lnTo>
                  <a:lnTo>
                    <a:pt x="60" y="15145"/>
                  </a:lnTo>
                  <a:lnTo>
                    <a:pt x="60" y="14943"/>
                  </a:lnTo>
                  <a:close/>
                  <a:moveTo>
                    <a:pt x="1" y="15348"/>
                  </a:moveTo>
                  <a:lnTo>
                    <a:pt x="1" y="15538"/>
                  </a:lnTo>
                  <a:lnTo>
                    <a:pt x="60" y="15538"/>
                  </a:lnTo>
                  <a:lnTo>
                    <a:pt x="60" y="15348"/>
                  </a:lnTo>
                  <a:close/>
                  <a:moveTo>
                    <a:pt x="1" y="15740"/>
                  </a:moveTo>
                  <a:lnTo>
                    <a:pt x="1" y="15931"/>
                  </a:lnTo>
                  <a:lnTo>
                    <a:pt x="60" y="15931"/>
                  </a:lnTo>
                  <a:lnTo>
                    <a:pt x="60" y="15740"/>
                  </a:lnTo>
                  <a:close/>
                  <a:moveTo>
                    <a:pt x="1" y="16121"/>
                  </a:moveTo>
                  <a:lnTo>
                    <a:pt x="1" y="16312"/>
                  </a:lnTo>
                  <a:lnTo>
                    <a:pt x="60" y="16312"/>
                  </a:lnTo>
                  <a:lnTo>
                    <a:pt x="60" y="16121"/>
                  </a:lnTo>
                  <a:close/>
                  <a:moveTo>
                    <a:pt x="1" y="16526"/>
                  </a:moveTo>
                  <a:lnTo>
                    <a:pt x="1" y="16717"/>
                  </a:lnTo>
                  <a:lnTo>
                    <a:pt x="60" y="16717"/>
                  </a:lnTo>
                  <a:lnTo>
                    <a:pt x="60" y="16526"/>
                  </a:lnTo>
                  <a:close/>
                  <a:moveTo>
                    <a:pt x="1" y="16907"/>
                  </a:moveTo>
                  <a:lnTo>
                    <a:pt x="1" y="17110"/>
                  </a:lnTo>
                  <a:lnTo>
                    <a:pt x="60" y="17110"/>
                  </a:lnTo>
                  <a:lnTo>
                    <a:pt x="60" y="16907"/>
                  </a:lnTo>
                  <a:close/>
                  <a:moveTo>
                    <a:pt x="1" y="17312"/>
                  </a:moveTo>
                  <a:lnTo>
                    <a:pt x="1" y="17503"/>
                  </a:lnTo>
                  <a:lnTo>
                    <a:pt x="60" y="17503"/>
                  </a:lnTo>
                  <a:lnTo>
                    <a:pt x="60" y="17312"/>
                  </a:lnTo>
                  <a:close/>
                  <a:moveTo>
                    <a:pt x="1" y="17705"/>
                  </a:moveTo>
                  <a:lnTo>
                    <a:pt x="1" y="17895"/>
                  </a:lnTo>
                  <a:lnTo>
                    <a:pt x="60" y="17895"/>
                  </a:lnTo>
                  <a:lnTo>
                    <a:pt x="60" y="17705"/>
                  </a:lnTo>
                  <a:close/>
                  <a:moveTo>
                    <a:pt x="1" y="18098"/>
                  </a:moveTo>
                  <a:lnTo>
                    <a:pt x="1" y="18300"/>
                  </a:lnTo>
                  <a:lnTo>
                    <a:pt x="60" y="18300"/>
                  </a:lnTo>
                  <a:lnTo>
                    <a:pt x="60" y="18098"/>
                  </a:lnTo>
                  <a:close/>
                  <a:moveTo>
                    <a:pt x="1" y="18491"/>
                  </a:moveTo>
                  <a:lnTo>
                    <a:pt x="1" y="18681"/>
                  </a:lnTo>
                  <a:lnTo>
                    <a:pt x="60" y="18681"/>
                  </a:lnTo>
                  <a:lnTo>
                    <a:pt x="60" y="1849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6">
              <a:extLst>
                <a:ext uri="{FF2B5EF4-FFF2-40B4-BE49-F238E27FC236}">
                  <a16:creationId xmlns:a16="http://schemas.microsoft.com/office/drawing/2014/main" id="{485A250D-4E30-72FF-5204-8D230D2E56C4}"/>
                </a:ext>
              </a:extLst>
            </p:cNvPr>
            <p:cNvSpPr/>
            <p:nvPr/>
          </p:nvSpPr>
          <p:spPr>
            <a:xfrm>
              <a:off x="-1465760" y="923079"/>
              <a:ext cx="3820" cy="6763"/>
            </a:xfrm>
            <a:custGeom>
              <a:avLst/>
              <a:gdLst/>
              <a:ahLst/>
              <a:cxnLst/>
              <a:rect l="l" t="t" r="r" b="b"/>
              <a:pathLst>
                <a:path w="61" h="108" extrusionOk="0">
                  <a:moveTo>
                    <a:pt x="1" y="1"/>
                  </a:moveTo>
                  <a:lnTo>
                    <a:pt x="1" y="108"/>
                  </a:lnTo>
                  <a:lnTo>
                    <a:pt x="60" y="108"/>
                  </a:lnTo>
                  <a:lnTo>
                    <a:pt x="60" y="1"/>
                  </a:lnTo>
                  <a:close/>
                </a:path>
              </a:pathLst>
            </a:custGeom>
            <a:solidFill>
              <a:srgbClr val="FC27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46">
              <a:extLst>
                <a:ext uri="{FF2B5EF4-FFF2-40B4-BE49-F238E27FC236}">
                  <a16:creationId xmlns:a16="http://schemas.microsoft.com/office/drawing/2014/main" id="{9C885D48-1387-5BF8-219D-F80FB145A7A9}"/>
                </a:ext>
              </a:extLst>
            </p:cNvPr>
            <p:cNvSpPr/>
            <p:nvPr/>
          </p:nvSpPr>
          <p:spPr>
            <a:xfrm>
              <a:off x="-2937520" y="2130144"/>
              <a:ext cx="1476331" cy="1207190"/>
            </a:xfrm>
            <a:custGeom>
              <a:avLst/>
              <a:gdLst/>
              <a:ahLst/>
              <a:cxnLst/>
              <a:rect l="l" t="t" r="r" b="b"/>
              <a:pathLst>
                <a:path w="23576" h="19278" fill="none" extrusionOk="0">
                  <a:moveTo>
                    <a:pt x="1" y="19277"/>
                  </a:moveTo>
                  <a:lnTo>
                    <a:pt x="23516" y="19218"/>
                  </a:lnTo>
                  <a:lnTo>
                    <a:pt x="23575" y="1"/>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46">
              <a:extLst>
                <a:ext uri="{FF2B5EF4-FFF2-40B4-BE49-F238E27FC236}">
                  <a16:creationId xmlns:a16="http://schemas.microsoft.com/office/drawing/2014/main" id="{A2C39687-6D7C-550F-E998-2B142ABB818F}"/>
                </a:ext>
              </a:extLst>
            </p:cNvPr>
            <p:cNvSpPr/>
            <p:nvPr/>
          </p:nvSpPr>
          <p:spPr>
            <a:xfrm>
              <a:off x="-2939712" y="925333"/>
              <a:ext cx="1476269" cy="2409746"/>
            </a:xfrm>
            <a:custGeom>
              <a:avLst/>
              <a:gdLst/>
              <a:ahLst/>
              <a:cxnLst/>
              <a:rect l="l" t="t" r="r" b="b"/>
              <a:pathLst>
                <a:path w="23575" h="38482" fill="none" extrusionOk="0">
                  <a:moveTo>
                    <a:pt x="23575" y="0"/>
                  </a:moveTo>
                  <a:lnTo>
                    <a:pt x="60" y="0"/>
                  </a:lnTo>
                  <a:lnTo>
                    <a:pt x="60" y="29766"/>
                  </a:lnTo>
                  <a:lnTo>
                    <a:pt x="0" y="38481"/>
                  </a:lnTo>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6">
              <a:extLst>
                <a:ext uri="{FF2B5EF4-FFF2-40B4-BE49-F238E27FC236}">
                  <a16:creationId xmlns:a16="http://schemas.microsoft.com/office/drawing/2014/main" id="{81CBB961-83A0-D948-393A-77F0C8C1EA52}"/>
                </a:ext>
              </a:extLst>
            </p:cNvPr>
            <p:cNvSpPr/>
            <p:nvPr/>
          </p:nvSpPr>
          <p:spPr>
            <a:xfrm>
              <a:off x="-2956869" y="904481"/>
              <a:ext cx="37322" cy="37322"/>
            </a:xfrm>
            <a:custGeom>
              <a:avLst/>
              <a:gdLst/>
              <a:ahLst/>
              <a:cxnLst/>
              <a:rect l="l" t="t" r="r" b="b"/>
              <a:pathLst>
                <a:path w="596" h="596" extrusionOk="0">
                  <a:moveTo>
                    <a:pt x="0" y="0"/>
                  </a:moveTo>
                  <a:lnTo>
                    <a:pt x="0" y="595"/>
                  </a:lnTo>
                  <a:lnTo>
                    <a:pt x="596" y="595"/>
                  </a:lnTo>
                  <a:lnTo>
                    <a:pt x="5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6">
              <a:extLst>
                <a:ext uri="{FF2B5EF4-FFF2-40B4-BE49-F238E27FC236}">
                  <a16:creationId xmlns:a16="http://schemas.microsoft.com/office/drawing/2014/main" id="{0040E43D-F0B8-DAD4-081C-1D48AB8A8533}"/>
                </a:ext>
              </a:extLst>
            </p:cNvPr>
            <p:cNvSpPr/>
            <p:nvPr/>
          </p:nvSpPr>
          <p:spPr>
            <a:xfrm>
              <a:off x="-2958372" y="902978"/>
              <a:ext cx="41079" cy="41079"/>
            </a:xfrm>
            <a:custGeom>
              <a:avLst/>
              <a:gdLst/>
              <a:ahLst/>
              <a:cxnLst/>
              <a:rect l="l" t="t" r="r" b="b"/>
              <a:pathLst>
                <a:path w="656" h="656" extrusionOk="0">
                  <a:moveTo>
                    <a:pt x="584" y="72"/>
                  </a:moveTo>
                  <a:lnTo>
                    <a:pt x="584" y="596"/>
                  </a:lnTo>
                  <a:lnTo>
                    <a:pt x="60" y="596"/>
                  </a:lnTo>
                  <a:lnTo>
                    <a:pt x="60" y="72"/>
                  </a:lnTo>
                  <a:close/>
                  <a:moveTo>
                    <a:pt x="0" y="0"/>
                  </a:moveTo>
                  <a:lnTo>
                    <a:pt x="0" y="655"/>
                  </a:lnTo>
                  <a:lnTo>
                    <a:pt x="655" y="655"/>
                  </a:lnTo>
                  <a:lnTo>
                    <a:pt x="65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6">
              <a:extLst>
                <a:ext uri="{FF2B5EF4-FFF2-40B4-BE49-F238E27FC236}">
                  <a16:creationId xmlns:a16="http://schemas.microsoft.com/office/drawing/2014/main" id="{179BCDB7-841B-7B17-7ACA-029443E7011E}"/>
                </a:ext>
              </a:extLst>
            </p:cNvPr>
            <p:cNvSpPr/>
            <p:nvPr/>
          </p:nvSpPr>
          <p:spPr>
            <a:xfrm>
              <a:off x="-2956869" y="3316356"/>
              <a:ext cx="37322" cy="37384"/>
            </a:xfrm>
            <a:custGeom>
              <a:avLst/>
              <a:gdLst/>
              <a:ahLst/>
              <a:cxnLst/>
              <a:rect l="l" t="t" r="r" b="b"/>
              <a:pathLst>
                <a:path w="596" h="597" extrusionOk="0">
                  <a:moveTo>
                    <a:pt x="0" y="1"/>
                  </a:moveTo>
                  <a:lnTo>
                    <a:pt x="0" y="596"/>
                  </a:lnTo>
                  <a:lnTo>
                    <a:pt x="596" y="596"/>
                  </a:lnTo>
                  <a:lnTo>
                    <a:pt x="5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6">
              <a:extLst>
                <a:ext uri="{FF2B5EF4-FFF2-40B4-BE49-F238E27FC236}">
                  <a16:creationId xmlns:a16="http://schemas.microsoft.com/office/drawing/2014/main" id="{EE006083-49C7-296F-486E-B860C6056699}"/>
                </a:ext>
              </a:extLst>
            </p:cNvPr>
            <p:cNvSpPr/>
            <p:nvPr/>
          </p:nvSpPr>
          <p:spPr>
            <a:xfrm>
              <a:off x="-2958372" y="3314853"/>
              <a:ext cx="41079" cy="41079"/>
            </a:xfrm>
            <a:custGeom>
              <a:avLst/>
              <a:gdLst/>
              <a:ahLst/>
              <a:cxnLst/>
              <a:rect l="l" t="t" r="r" b="b"/>
              <a:pathLst>
                <a:path w="656" h="656" extrusionOk="0">
                  <a:moveTo>
                    <a:pt x="584" y="60"/>
                  </a:moveTo>
                  <a:lnTo>
                    <a:pt x="584" y="584"/>
                  </a:lnTo>
                  <a:lnTo>
                    <a:pt x="60" y="584"/>
                  </a:lnTo>
                  <a:lnTo>
                    <a:pt x="60" y="60"/>
                  </a:lnTo>
                  <a:close/>
                  <a:moveTo>
                    <a:pt x="0" y="1"/>
                  </a:moveTo>
                  <a:lnTo>
                    <a:pt x="0" y="656"/>
                  </a:lnTo>
                  <a:lnTo>
                    <a:pt x="655" y="656"/>
                  </a:lnTo>
                  <a:lnTo>
                    <a:pt x="6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6">
              <a:extLst>
                <a:ext uri="{FF2B5EF4-FFF2-40B4-BE49-F238E27FC236}">
                  <a16:creationId xmlns:a16="http://schemas.microsoft.com/office/drawing/2014/main" id="{4D5EBCF1-FEAB-1D9F-16D2-A69AEF077501}"/>
                </a:ext>
              </a:extLst>
            </p:cNvPr>
            <p:cNvSpPr/>
            <p:nvPr/>
          </p:nvSpPr>
          <p:spPr>
            <a:xfrm>
              <a:off x="-2950921" y="2115992"/>
              <a:ext cx="25424" cy="25424"/>
            </a:xfrm>
            <a:custGeom>
              <a:avLst/>
              <a:gdLst/>
              <a:ahLst/>
              <a:cxnLst/>
              <a:rect l="l" t="t" r="r" b="b"/>
              <a:pathLst>
                <a:path w="406" h="406" extrusionOk="0">
                  <a:moveTo>
                    <a:pt x="1" y="1"/>
                  </a:moveTo>
                  <a:lnTo>
                    <a:pt x="1" y="406"/>
                  </a:lnTo>
                  <a:lnTo>
                    <a:pt x="405" y="406"/>
                  </a:lnTo>
                  <a:lnTo>
                    <a:pt x="4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6">
              <a:extLst>
                <a:ext uri="{FF2B5EF4-FFF2-40B4-BE49-F238E27FC236}">
                  <a16:creationId xmlns:a16="http://schemas.microsoft.com/office/drawing/2014/main" id="{0B5A6E92-3DD6-9F72-38D7-274EDB722117}"/>
                </a:ext>
              </a:extLst>
            </p:cNvPr>
            <p:cNvSpPr/>
            <p:nvPr/>
          </p:nvSpPr>
          <p:spPr>
            <a:xfrm>
              <a:off x="-2953175" y="2114489"/>
              <a:ext cx="30621" cy="29932"/>
            </a:xfrm>
            <a:custGeom>
              <a:avLst/>
              <a:gdLst/>
              <a:ahLst/>
              <a:cxnLst/>
              <a:rect l="l" t="t" r="r" b="b"/>
              <a:pathLst>
                <a:path w="489" h="478" extrusionOk="0">
                  <a:moveTo>
                    <a:pt x="406" y="60"/>
                  </a:moveTo>
                  <a:lnTo>
                    <a:pt x="406" y="406"/>
                  </a:lnTo>
                  <a:lnTo>
                    <a:pt x="72" y="406"/>
                  </a:lnTo>
                  <a:lnTo>
                    <a:pt x="72" y="60"/>
                  </a:lnTo>
                  <a:close/>
                  <a:moveTo>
                    <a:pt x="1" y="1"/>
                  </a:moveTo>
                  <a:lnTo>
                    <a:pt x="1" y="477"/>
                  </a:lnTo>
                  <a:lnTo>
                    <a:pt x="489" y="477"/>
                  </a:lnTo>
                  <a:lnTo>
                    <a:pt x="4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6">
              <a:extLst>
                <a:ext uri="{FF2B5EF4-FFF2-40B4-BE49-F238E27FC236}">
                  <a16:creationId xmlns:a16="http://schemas.microsoft.com/office/drawing/2014/main" id="{71CD9375-2FE4-5BBB-8719-1F29CC57D1DC}"/>
                </a:ext>
              </a:extLst>
            </p:cNvPr>
            <p:cNvSpPr/>
            <p:nvPr/>
          </p:nvSpPr>
          <p:spPr>
            <a:xfrm>
              <a:off x="-1476155" y="2115992"/>
              <a:ext cx="24610" cy="25424"/>
            </a:xfrm>
            <a:custGeom>
              <a:avLst/>
              <a:gdLst/>
              <a:ahLst/>
              <a:cxnLst/>
              <a:rect l="l" t="t" r="r" b="b"/>
              <a:pathLst>
                <a:path w="393" h="406" extrusionOk="0">
                  <a:moveTo>
                    <a:pt x="0" y="1"/>
                  </a:moveTo>
                  <a:lnTo>
                    <a:pt x="0" y="406"/>
                  </a:lnTo>
                  <a:lnTo>
                    <a:pt x="393" y="406"/>
                  </a:lnTo>
                  <a:lnTo>
                    <a:pt x="3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46">
              <a:extLst>
                <a:ext uri="{FF2B5EF4-FFF2-40B4-BE49-F238E27FC236}">
                  <a16:creationId xmlns:a16="http://schemas.microsoft.com/office/drawing/2014/main" id="{FE13C771-6D1F-0553-94E0-3F6755E57161}"/>
                </a:ext>
              </a:extLst>
            </p:cNvPr>
            <p:cNvSpPr/>
            <p:nvPr/>
          </p:nvSpPr>
          <p:spPr>
            <a:xfrm>
              <a:off x="-1478409" y="2114489"/>
              <a:ext cx="29870" cy="29932"/>
            </a:xfrm>
            <a:custGeom>
              <a:avLst/>
              <a:gdLst/>
              <a:ahLst/>
              <a:cxnLst/>
              <a:rect l="l" t="t" r="r" b="b"/>
              <a:pathLst>
                <a:path w="477" h="478" extrusionOk="0">
                  <a:moveTo>
                    <a:pt x="405" y="60"/>
                  </a:moveTo>
                  <a:lnTo>
                    <a:pt x="405" y="406"/>
                  </a:lnTo>
                  <a:lnTo>
                    <a:pt x="60" y="406"/>
                  </a:lnTo>
                  <a:lnTo>
                    <a:pt x="60" y="60"/>
                  </a:lnTo>
                  <a:close/>
                  <a:moveTo>
                    <a:pt x="0" y="1"/>
                  </a:moveTo>
                  <a:lnTo>
                    <a:pt x="0" y="477"/>
                  </a:lnTo>
                  <a:lnTo>
                    <a:pt x="477" y="477"/>
                  </a:lnTo>
                  <a:lnTo>
                    <a:pt x="4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46">
              <a:extLst>
                <a:ext uri="{FF2B5EF4-FFF2-40B4-BE49-F238E27FC236}">
                  <a16:creationId xmlns:a16="http://schemas.microsoft.com/office/drawing/2014/main" id="{2A1D0DBE-0080-57CB-FB5B-6E7744410CFA}"/>
                </a:ext>
              </a:extLst>
            </p:cNvPr>
            <p:cNvSpPr/>
            <p:nvPr/>
          </p:nvSpPr>
          <p:spPr>
            <a:xfrm>
              <a:off x="-2213569" y="3322305"/>
              <a:ext cx="25424" cy="24672"/>
            </a:xfrm>
            <a:custGeom>
              <a:avLst/>
              <a:gdLst/>
              <a:ahLst/>
              <a:cxnLst/>
              <a:rect l="l" t="t" r="r" b="b"/>
              <a:pathLst>
                <a:path w="406" h="394" extrusionOk="0">
                  <a:moveTo>
                    <a:pt x="1" y="1"/>
                  </a:moveTo>
                  <a:lnTo>
                    <a:pt x="1" y="394"/>
                  </a:lnTo>
                  <a:lnTo>
                    <a:pt x="406" y="394"/>
                  </a:lnTo>
                  <a:lnTo>
                    <a:pt x="4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6">
              <a:extLst>
                <a:ext uri="{FF2B5EF4-FFF2-40B4-BE49-F238E27FC236}">
                  <a16:creationId xmlns:a16="http://schemas.microsoft.com/office/drawing/2014/main" id="{68153768-7AF2-C968-0866-5BDE74FECA9A}"/>
                </a:ext>
              </a:extLst>
            </p:cNvPr>
            <p:cNvSpPr/>
            <p:nvPr/>
          </p:nvSpPr>
          <p:spPr>
            <a:xfrm>
              <a:off x="-2215761" y="3320113"/>
              <a:ext cx="29870" cy="29870"/>
            </a:xfrm>
            <a:custGeom>
              <a:avLst/>
              <a:gdLst/>
              <a:ahLst/>
              <a:cxnLst/>
              <a:rect l="l" t="t" r="r" b="b"/>
              <a:pathLst>
                <a:path w="477" h="477" extrusionOk="0">
                  <a:moveTo>
                    <a:pt x="405" y="60"/>
                  </a:moveTo>
                  <a:lnTo>
                    <a:pt x="405" y="405"/>
                  </a:lnTo>
                  <a:lnTo>
                    <a:pt x="60" y="405"/>
                  </a:lnTo>
                  <a:lnTo>
                    <a:pt x="60" y="60"/>
                  </a:lnTo>
                  <a:close/>
                  <a:moveTo>
                    <a:pt x="0" y="0"/>
                  </a:moveTo>
                  <a:lnTo>
                    <a:pt x="0" y="477"/>
                  </a:lnTo>
                  <a:lnTo>
                    <a:pt x="476" y="477"/>
                  </a:lnTo>
                  <a:lnTo>
                    <a:pt x="47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6">
              <a:extLst>
                <a:ext uri="{FF2B5EF4-FFF2-40B4-BE49-F238E27FC236}">
                  <a16:creationId xmlns:a16="http://schemas.microsoft.com/office/drawing/2014/main" id="{D9D95195-E56A-B615-1674-701189055C8F}"/>
                </a:ext>
              </a:extLst>
            </p:cNvPr>
            <p:cNvSpPr/>
            <p:nvPr/>
          </p:nvSpPr>
          <p:spPr>
            <a:xfrm>
              <a:off x="-1481415" y="904481"/>
              <a:ext cx="37384" cy="37322"/>
            </a:xfrm>
            <a:custGeom>
              <a:avLst/>
              <a:gdLst/>
              <a:ahLst/>
              <a:cxnLst/>
              <a:rect l="l" t="t" r="r" b="b"/>
              <a:pathLst>
                <a:path w="597" h="596" extrusionOk="0">
                  <a:moveTo>
                    <a:pt x="1" y="0"/>
                  </a:moveTo>
                  <a:lnTo>
                    <a:pt x="1" y="595"/>
                  </a:lnTo>
                  <a:lnTo>
                    <a:pt x="596" y="595"/>
                  </a:lnTo>
                  <a:lnTo>
                    <a:pt x="5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6">
              <a:extLst>
                <a:ext uri="{FF2B5EF4-FFF2-40B4-BE49-F238E27FC236}">
                  <a16:creationId xmlns:a16="http://schemas.microsoft.com/office/drawing/2014/main" id="{7B54230D-974C-A166-1622-EDE56C36646B}"/>
                </a:ext>
              </a:extLst>
            </p:cNvPr>
            <p:cNvSpPr/>
            <p:nvPr/>
          </p:nvSpPr>
          <p:spPr>
            <a:xfrm>
              <a:off x="-1482918" y="902978"/>
              <a:ext cx="41079" cy="41079"/>
            </a:xfrm>
            <a:custGeom>
              <a:avLst/>
              <a:gdLst/>
              <a:ahLst/>
              <a:cxnLst/>
              <a:rect l="l" t="t" r="r" b="b"/>
              <a:pathLst>
                <a:path w="656" h="656" extrusionOk="0">
                  <a:moveTo>
                    <a:pt x="584" y="72"/>
                  </a:moveTo>
                  <a:lnTo>
                    <a:pt x="584" y="596"/>
                  </a:lnTo>
                  <a:lnTo>
                    <a:pt x="60" y="596"/>
                  </a:lnTo>
                  <a:lnTo>
                    <a:pt x="60" y="72"/>
                  </a:lnTo>
                  <a:close/>
                  <a:moveTo>
                    <a:pt x="1" y="0"/>
                  </a:moveTo>
                  <a:lnTo>
                    <a:pt x="1" y="655"/>
                  </a:lnTo>
                  <a:lnTo>
                    <a:pt x="656" y="655"/>
                  </a:lnTo>
                  <a:lnTo>
                    <a:pt x="6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46">
              <a:extLst>
                <a:ext uri="{FF2B5EF4-FFF2-40B4-BE49-F238E27FC236}">
                  <a16:creationId xmlns:a16="http://schemas.microsoft.com/office/drawing/2014/main" id="{2DC6379E-5440-3C06-45C8-CD7423CBDCA2}"/>
                </a:ext>
              </a:extLst>
            </p:cNvPr>
            <p:cNvSpPr/>
            <p:nvPr/>
          </p:nvSpPr>
          <p:spPr>
            <a:xfrm>
              <a:off x="-1481415" y="3316356"/>
              <a:ext cx="37384" cy="37384"/>
            </a:xfrm>
            <a:custGeom>
              <a:avLst/>
              <a:gdLst/>
              <a:ahLst/>
              <a:cxnLst/>
              <a:rect l="l" t="t" r="r" b="b"/>
              <a:pathLst>
                <a:path w="597" h="597" extrusionOk="0">
                  <a:moveTo>
                    <a:pt x="1" y="1"/>
                  </a:moveTo>
                  <a:lnTo>
                    <a:pt x="1" y="596"/>
                  </a:lnTo>
                  <a:lnTo>
                    <a:pt x="596" y="596"/>
                  </a:lnTo>
                  <a:lnTo>
                    <a:pt x="5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46">
              <a:extLst>
                <a:ext uri="{FF2B5EF4-FFF2-40B4-BE49-F238E27FC236}">
                  <a16:creationId xmlns:a16="http://schemas.microsoft.com/office/drawing/2014/main" id="{142D2191-8B4F-F1E7-0CB1-3FA589D61554}"/>
                </a:ext>
              </a:extLst>
            </p:cNvPr>
            <p:cNvSpPr/>
            <p:nvPr/>
          </p:nvSpPr>
          <p:spPr>
            <a:xfrm>
              <a:off x="-1482918" y="3314853"/>
              <a:ext cx="41079" cy="41079"/>
            </a:xfrm>
            <a:custGeom>
              <a:avLst/>
              <a:gdLst/>
              <a:ahLst/>
              <a:cxnLst/>
              <a:rect l="l" t="t" r="r" b="b"/>
              <a:pathLst>
                <a:path w="656" h="656" extrusionOk="0">
                  <a:moveTo>
                    <a:pt x="584" y="60"/>
                  </a:moveTo>
                  <a:lnTo>
                    <a:pt x="584" y="584"/>
                  </a:lnTo>
                  <a:lnTo>
                    <a:pt x="60" y="584"/>
                  </a:lnTo>
                  <a:lnTo>
                    <a:pt x="60" y="60"/>
                  </a:lnTo>
                  <a:close/>
                  <a:moveTo>
                    <a:pt x="1" y="1"/>
                  </a:moveTo>
                  <a:lnTo>
                    <a:pt x="1" y="656"/>
                  </a:lnTo>
                  <a:lnTo>
                    <a:pt x="656" y="656"/>
                  </a:lnTo>
                  <a:lnTo>
                    <a:pt x="6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6">
              <a:extLst>
                <a:ext uri="{FF2B5EF4-FFF2-40B4-BE49-F238E27FC236}">
                  <a16:creationId xmlns:a16="http://schemas.microsoft.com/office/drawing/2014/main" id="{1AD8C78B-B45E-12C0-5591-3BD5D8F82EB4}"/>
                </a:ext>
              </a:extLst>
            </p:cNvPr>
            <p:cNvSpPr/>
            <p:nvPr/>
          </p:nvSpPr>
          <p:spPr>
            <a:xfrm>
              <a:off x="-2213569" y="910430"/>
              <a:ext cx="25424" cy="24672"/>
            </a:xfrm>
            <a:custGeom>
              <a:avLst/>
              <a:gdLst/>
              <a:ahLst/>
              <a:cxnLst/>
              <a:rect l="l" t="t" r="r" b="b"/>
              <a:pathLst>
                <a:path w="406" h="394" extrusionOk="0">
                  <a:moveTo>
                    <a:pt x="1" y="0"/>
                  </a:moveTo>
                  <a:lnTo>
                    <a:pt x="1" y="393"/>
                  </a:lnTo>
                  <a:lnTo>
                    <a:pt x="406" y="393"/>
                  </a:lnTo>
                  <a:lnTo>
                    <a:pt x="4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46">
              <a:extLst>
                <a:ext uri="{FF2B5EF4-FFF2-40B4-BE49-F238E27FC236}">
                  <a16:creationId xmlns:a16="http://schemas.microsoft.com/office/drawing/2014/main" id="{CED4025D-32BE-B8F7-7140-354ABB63008C}"/>
                </a:ext>
              </a:extLst>
            </p:cNvPr>
            <p:cNvSpPr/>
            <p:nvPr/>
          </p:nvSpPr>
          <p:spPr>
            <a:xfrm>
              <a:off x="-2215761" y="908175"/>
              <a:ext cx="29870" cy="29870"/>
            </a:xfrm>
            <a:custGeom>
              <a:avLst/>
              <a:gdLst/>
              <a:ahLst/>
              <a:cxnLst/>
              <a:rect l="l" t="t" r="r" b="b"/>
              <a:pathLst>
                <a:path w="477" h="477" extrusionOk="0">
                  <a:moveTo>
                    <a:pt x="405" y="60"/>
                  </a:moveTo>
                  <a:lnTo>
                    <a:pt x="405" y="405"/>
                  </a:lnTo>
                  <a:lnTo>
                    <a:pt x="60" y="405"/>
                  </a:lnTo>
                  <a:lnTo>
                    <a:pt x="60" y="60"/>
                  </a:lnTo>
                  <a:close/>
                  <a:moveTo>
                    <a:pt x="0" y="1"/>
                  </a:moveTo>
                  <a:lnTo>
                    <a:pt x="0" y="477"/>
                  </a:lnTo>
                  <a:lnTo>
                    <a:pt x="476" y="477"/>
                  </a:lnTo>
                  <a:lnTo>
                    <a:pt x="4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9" name="Google Shape;1159;p46">
            <a:extLst>
              <a:ext uri="{FF2B5EF4-FFF2-40B4-BE49-F238E27FC236}">
                <a16:creationId xmlns:a16="http://schemas.microsoft.com/office/drawing/2014/main" id="{DF2EEAB3-ED10-10E1-077C-9CDEA1F7195F}"/>
              </a:ext>
            </a:extLst>
          </p:cNvPr>
          <p:cNvGrpSpPr/>
          <p:nvPr/>
        </p:nvGrpSpPr>
        <p:grpSpPr>
          <a:xfrm>
            <a:off x="7141867" y="3045284"/>
            <a:ext cx="1576210" cy="1812538"/>
            <a:chOff x="-2309883" y="2100134"/>
            <a:chExt cx="1576210" cy="1812538"/>
          </a:xfrm>
        </p:grpSpPr>
        <p:sp>
          <p:nvSpPr>
            <p:cNvPr id="1160" name="Google Shape;1160;p46">
              <a:extLst>
                <a:ext uri="{FF2B5EF4-FFF2-40B4-BE49-F238E27FC236}">
                  <a16:creationId xmlns:a16="http://schemas.microsoft.com/office/drawing/2014/main" id="{5E275A49-4C9A-7207-04EB-2F1B0A57710C}"/>
                </a:ext>
              </a:extLst>
            </p:cNvPr>
            <p:cNvSpPr/>
            <p:nvPr/>
          </p:nvSpPr>
          <p:spPr>
            <a:xfrm>
              <a:off x="-2309883" y="2100134"/>
              <a:ext cx="1576210" cy="1812538"/>
            </a:xfrm>
            <a:custGeom>
              <a:avLst/>
              <a:gdLst/>
              <a:ahLst/>
              <a:cxnLst/>
              <a:rect l="l" t="t" r="r" b="b"/>
              <a:pathLst>
                <a:path w="25171" h="28945" fill="none" extrusionOk="0">
                  <a:moveTo>
                    <a:pt x="1" y="1"/>
                  </a:moveTo>
                  <a:lnTo>
                    <a:pt x="25171" y="1"/>
                  </a:lnTo>
                  <a:lnTo>
                    <a:pt x="25171" y="28945"/>
                  </a:lnTo>
                  <a:lnTo>
                    <a:pt x="1" y="28945"/>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46">
              <a:extLst>
                <a:ext uri="{FF2B5EF4-FFF2-40B4-BE49-F238E27FC236}">
                  <a16:creationId xmlns:a16="http://schemas.microsoft.com/office/drawing/2014/main" id="{C969ED38-E1D4-2023-F76F-BE27BFF94A5B}"/>
                </a:ext>
              </a:extLst>
            </p:cNvPr>
            <p:cNvSpPr/>
            <p:nvPr/>
          </p:nvSpPr>
          <p:spPr>
            <a:xfrm>
              <a:off x="-2245760" y="2153862"/>
              <a:ext cx="69446" cy="69383"/>
            </a:xfrm>
            <a:custGeom>
              <a:avLst/>
              <a:gdLst/>
              <a:ahLst/>
              <a:cxnLst/>
              <a:rect l="l" t="t" r="r" b="b"/>
              <a:pathLst>
                <a:path w="1109" h="1108" fill="none" extrusionOk="0">
                  <a:moveTo>
                    <a:pt x="668" y="60"/>
                  </a:moveTo>
                  <a:cubicBezTo>
                    <a:pt x="941" y="119"/>
                    <a:pt x="1108" y="393"/>
                    <a:pt x="1049" y="667"/>
                  </a:cubicBezTo>
                  <a:cubicBezTo>
                    <a:pt x="989" y="941"/>
                    <a:pt x="715" y="1107"/>
                    <a:pt x="441" y="1048"/>
                  </a:cubicBezTo>
                  <a:cubicBezTo>
                    <a:pt x="168" y="988"/>
                    <a:pt x="1" y="715"/>
                    <a:pt x="60" y="441"/>
                  </a:cubicBezTo>
                  <a:cubicBezTo>
                    <a:pt x="120" y="167"/>
                    <a:pt x="394" y="0"/>
                    <a:pt x="668" y="60"/>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46">
              <a:extLst>
                <a:ext uri="{FF2B5EF4-FFF2-40B4-BE49-F238E27FC236}">
                  <a16:creationId xmlns:a16="http://schemas.microsoft.com/office/drawing/2014/main" id="{EF7A1E31-1A64-A321-86DD-2B660AFBBC8A}"/>
                </a:ext>
              </a:extLst>
            </p:cNvPr>
            <p:cNvSpPr/>
            <p:nvPr/>
          </p:nvSpPr>
          <p:spPr>
            <a:xfrm>
              <a:off x="-2146570" y="2153862"/>
              <a:ext cx="69383" cy="70134"/>
            </a:xfrm>
            <a:custGeom>
              <a:avLst/>
              <a:gdLst/>
              <a:ahLst/>
              <a:cxnLst/>
              <a:rect l="l" t="t" r="r" b="b"/>
              <a:pathLst>
                <a:path w="1108" h="1120" fill="none" extrusionOk="0">
                  <a:moveTo>
                    <a:pt x="667" y="72"/>
                  </a:moveTo>
                  <a:cubicBezTo>
                    <a:pt x="941" y="131"/>
                    <a:pt x="1108" y="405"/>
                    <a:pt x="1048" y="679"/>
                  </a:cubicBezTo>
                  <a:cubicBezTo>
                    <a:pt x="977" y="941"/>
                    <a:pt x="715" y="1119"/>
                    <a:pt x="441" y="1048"/>
                  </a:cubicBezTo>
                  <a:cubicBezTo>
                    <a:pt x="167" y="988"/>
                    <a:pt x="0" y="715"/>
                    <a:pt x="60" y="441"/>
                  </a:cubicBezTo>
                  <a:cubicBezTo>
                    <a:pt x="119" y="167"/>
                    <a:pt x="393" y="0"/>
                    <a:pt x="667" y="72"/>
                  </a:cubicBezTo>
                  <a:close/>
                </a:path>
              </a:pathLst>
            </a:custGeom>
            <a:noFill/>
            <a:ln w="35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46">
              <a:extLst>
                <a:ext uri="{FF2B5EF4-FFF2-40B4-BE49-F238E27FC236}">
                  <a16:creationId xmlns:a16="http://schemas.microsoft.com/office/drawing/2014/main" id="{6466B203-E0DE-DD38-C014-A1487328EE01}"/>
                </a:ext>
              </a:extLst>
            </p:cNvPr>
            <p:cNvSpPr/>
            <p:nvPr/>
          </p:nvSpPr>
          <p:spPr>
            <a:xfrm>
              <a:off x="-2047443" y="2154614"/>
              <a:ext cx="69446" cy="69383"/>
            </a:xfrm>
            <a:custGeom>
              <a:avLst/>
              <a:gdLst/>
              <a:ahLst/>
              <a:cxnLst/>
              <a:rect l="l" t="t" r="r" b="b"/>
              <a:pathLst>
                <a:path w="1109" h="1108" fill="none" extrusionOk="0">
                  <a:moveTo>
                    <a:pt x="668" y="60"/>
                  </a:moveTo>
                  <a:cubicBezTo>
                    <a:pt x="942" y="131"/>
                    <a:pt x="1108" y="405"/>
                    <a:pt x="1049" y="667"/>
                  </a:cubicBezTo>
                  <a:cubicBezTo>
                    <a:pt x="989" y="941"/>
                    <a:pt x="715" y="1107"/>
                    <a:pt x="441" y="1048"/>
                  </a:cubicBezTo>
                  <a:cubicBezTo>
                    <a:pt x="168" y="988"/>
                    <a:pt x="1" y="714"/>
                    <a:pt x="60" y="441"/>
                  </a:cubicBezTo>
                  <a:cubicBezTo>
                    <a:pt x="132" y="167"/>
                    <a:pt x="394" y="0"/>
                    <a:pt x="668" y="60"/>
                  </a:cubicBezTo>
                  <a:close/>
                </a:path>
              </a:pathLst>
            </a:custGeom>
            <a:noFill/>
            <a:ln w="35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46">
              <a:extLst>
                <a:ext uri="{FF2B5EF4-FFF2-40B4-BE49-F238E27FC236}">
                  <a16:creationId xmlns:a16="http://schemas.microsoft.com/office/drawing/2014/main" id="{DC09CFE1-6C45-7F02-21B1-C4157B76C37A}"/>
                </a:ext>
              </a:extLst>
            </p:cNvPr>
            <p:cNvSpPr/>
            <p:nvPr/>
          </p:nvSpPr>
          <p:spPr>
            <a:xfrm>
              <a:off x="-2309883" y="2100134"/>
              <a:ext cx="1576210" cy="176025"/>
            </a:xfrm>
            <a:custGeom>
              <a:avLst/>
              <a:gdLst/>
              <a:ahLst/>
              <a:cxnLst/>
              <a:rect l="l" t="t" r="r" b="b"/>
              <a:pathLst>
                <a:path w="25171" h="2811" fill="none" extrusionOk="0">
                  <a:moveTo>
                    <a:pt x="25171" y="2811"/>
                  </a:moveTo>
                  <a:lnTo>
                    <a:pt x="1" y="2811"/>
                  </a:lnTo>
                  <a:lnTo>
                    <a:pt x="1" y="1"/>
                  </a:lnTo>
                  <a:lnTo>
                    <a:pt x="25111" y="1"/>
                  </a:lnTo>
                  <a:cubicBezTo>
                    <a:pt x="25135" y="1"/>
                    <a:pt x="25171" y="25"/>
                    <a:pt x="25171" y="60"/>
                  </a:cubicBezTo>
                  <a:lnTo>
                    <a:pt x="25171" y="2811"/>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5" name="Google Shape;1165;p46">
            <a:extLst>
              <a:ext uri="{FF2B5EF4-FFF2-40B4-BE49-F238E27FC236}">
                <a16:creationId xmlns:a16="http://schemas.microsoft.com/office/drawing/2014/main" id="{E32D1D3B-EB35-3A49-7417-F8F15840EEC7}"/>
              </a:ext>
            </a:extLst>
          </p:cNvPr>
          <p:cNvGrpSpPr/>
          <p:nvPr/>
        </p:nvGrpSpPr>
        <p:grpSpPr>
          <a:xfrm>
            <a:off x="3871156" y="905198"/>
            <a:ext cx="1401688" cy="401896"/>
            <a:chOff x="5106416" y="3013503"/>
            <a:chExt cx="876110" cy="251201"/>
          </a:xfrm>
        </p:grpSpPr>
        <p:sp>
          <p:nvSpPr>
            <p:cNvPr id="1166" name="Google Shape;1166;p46">
              <a:extLst>
                <a:ext uri="{FF2B5EF4-FFF2-40B4-BE49-F238E27FC236}">
                  <a16:creationId xmlns:a16="http://schemas.microsoft.com/office/drawing/2014/main" id="{F5BC5224-608B-8551-25EC-D74F18D52BCB}"/>
                </a:ext>
              </a:extLst>
            </p:cNvPr>
            <p:cNvSpPr/>
            <p:nvPr/>
          </p:nvSpPr>
          <p:spPr>
            <a:xfrm>
              <a:off x="5205205" y="3182666"/>
              <a:ext cx="36831" cy="50373"/>
            </a:xfrm>
            <a:custGeom>
              <a:avLst/>
              <a:gdLst/>
              <a:ahLst/>
              <a:cxnLst/>
              <a:rect l="l" t="t" r="r" b="b"/>
              <a:pathLst>
                <a:path w="941" h="1287" extrusionOk="0">
                  <a:moveTo>
                    <a:pt x="477" y="143"/>
                  </a:moveTo>
                  <a:cubicBezTo>
                    <a:pt x="560" y="143"/>
                    <a:pt x="631" y="179"/>
                    <a:pt x="679" y="238"/>
                  </a:cubicBezTo>
                  <a:cubicBezTo>
                    <a:pt x="727" y="298"/>
                    <a:pt x="750" y="393"/>
                    <a:pt x="750" y="500"/>
                  </a:cubicBezTo>
                  <a:cubicBezTo>
                    <a:pt x="750" y="608"/>
                    <a:pt x="727" y="703"/>
                    <a:pt x="679" y="762"/>
                  </a:cubicBezTo>
                  <a:cubicBezTo>
                    <a:pt x="631" y="822"/>
                    <a:pt x="560" y="858"/>
                    <a:pt x="477" y="858"/>
                  </a:cubicBezTo>
                  <a:cubicBezTo>
                    <a:pt x="393" y="858"/>
                    <a:pt x="322" y="822"/>
                    <a:pt x="274" y="762"/>
                  </a:cubicBezTo>
                  <a:cubicBezTo>
                    <a:pt x="215" y="703"/>
                    <a:pt x="191" y="608"/>
                    <a:pt x="191" y="500"/>
                  </a:cubicBezTo>
                  <a:cubicBezTo>
                    <a:pt x="191" y="393"/>
                    <a:pt x="215" y="310"/>
                    <a:pt x="274" y="238"/>
                  </a:cubicBezTo>
                  <a:cubicBezTo>
                    <a:pt x="322" y="179"/>
                    <a:pt x="393" y="143"/>
                    <a:pt x="477" y="143"/>
                  </a:cubicBezTo>
                  <a:close/>
                  <a:moveTo>
                    <a:pt x="477" y="0"/>
                  </a:moveTo>
                  <a:cubicBezTo>
                    <a:pt x="334" y="0"/>
                    <a:pt x="215" y="48"/>
                    <a:pt x="131" y="131"/>
                  </a:cubicBezTo>
                  <a:cubicBezTo>
                    <a:pt x="48" y="227"/>
                    <a:pt x="0" y="346"/>
                    <a:pt x="0" y="500"/>
                  </a:cubicBezTo>
                  <a:cubicBezTo>
                    <a:pt x="0" y="655"/>
                    <a:pt x="48" y="774"/>
                    <a:pt x="131" y="869"/>
                  </a:cubicBezTo>
                  <a:cubicBezTo>
                    <a:pt x="215" y="953"/>
                    <a:pt x="334" y="1000"/>
                    <a:pt x="477" y="1000"/>
                  </a:cubicBezTo>
                  <a:cubicBezTo>
                    <a:pt x="619" y="1000"/>
                    <a:pt x="739" y="953"/>
                    <a:pt x="822" y="869"/>
                  </a:cubicBezTo>
                  <a:cubicBezTo>
                    <a:pt x="905" y="774"/>
                    <a:pt x="941" y="655"/>
                    <a:pt x="941" y="500"/>
                  </a:cubicBezTo>
                  <a:cubicBezTo>
                    <a:pt x="941" y="346"/>
                    <a:pt x="905" y="227"/>
                    <a:pt x="822" y="131"/>
                  </a:cubicBezTo>
                  <a:cubicBezTo>
                    <a:pt x="739" y="48"/>
                    <a:pt x="619" y="0"/>
                    <a:pt x="477" y="0"/>
                  </a:cubicBezTo>
                  <a:close/>
                  <a:moveTo>
                    <a:pt x="60" y="1131"/>
                  </a:moveTo>
                  <a:lnTo>
                    <a:pt x="60" y="1286"/>
                  </a:lnTo>
                  <a:lnTo>
                    <a:pt x="893" y="1286"/>
                  </a:lnTo>
                  <a:lnTo>
                    <a:pt x="893" y="113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46">
              <a:extLst>
                <a:ext uri="{FF2B5EF4-FFF2-40B4-BE49-F238E27FC236}">
                  <a16:creationId xmlns:a16="http://schemas.microsoft.com/office/drawing/2014/main" id="{D7ACF788-8D80-FF38-8A3F-EA96D444D1EA}"/>
                </a:ext>
              </a:extLst>
            </p:cNvPr>
            <p:cNvSpPr/>
            <p:nvPr/>
          </p:nvSpPr>
          <p:spPr>
            <a:xfrm>
              <a:off x="5206144" y="3061489"/>
              <a:ext cx="34052" cy="49903"/>
            </a:xfrm>
            <a:custGeom>
              <a:avLst/>
              <a:gdLst/>
              <a:ahLst/>
              <a:cxnLst/>
              <a:rect l="l" t="t" r="r" b="b"/>
              <a:pathLst>
                <a:path w="870" h="1275" extrusionOk="0">
                  <a:moveTo>
                    <a:pt x="691" y="501"/>
                  </a:moveTo>
                  <a:lnTo>
                    <a:pt x="691" y="536"/>
                  </a:lnTo>
                  <a:cubicBezTo>
                    <a:pt x="691" y="632"/>
                    <a:pt x="655" y="703"/>
                    <a:pt x="607" y="763"/>
                  </a:cubicBezTo>
                  <a:cubicBezTo>
                    <a:pt x="548" y="822"/>
                    <a:pt x="488" y="858"/>
                    <a:pt x="405" y="858"/>
                  </a:cubicBezTo>
                  <a:cubicBezTo>
                    <a:pt x="334" y="858"/>
                    <a:pt x="286" y="834"/>
                    <a:pt x="238" y="810"/>
                  </a:cubicBezTo>
                  <a:cubicBezTo>
                    <a:pt x="203" y="775"/>
                    <a:pt x="179" y="739"/>
                    <a:pt x="179" y="679"/>
                  </a:cubicBezTo>
                  <a:cubicBezTo>
                    <a:pt x="179" y="620"/>
                    <a:pt x="203" y="572"/>
                    <a:pt x="262" y="548"/>
                  </a:cubicBezTo>
                  <a:cubicBezTo>
                    <a:pt x="310" y="525"/>
                    <a:pt x="405" y="501"/>
                    <a:pt x="536" y="501"/>
                  </a:cubicBezTo>
                  <a:close/>
                  <a:moveTo>
                    <a:pt x="429" y="1"/>
                  </a:moveTo>
                  <a:cubicBezTo>
                    <a:pt x="369" y="1"/>
                    <a:pt x="310" y="1"/>
                    <a:pt x="250" y="13"/>
                  </a:cubicBezTo>
                  <a:cubicBezTo>
                    <a:pt x="191" y="24"/>
                    <a:pt x="131" y="48"/>
                    <a:pt x="72" y="72"/>
                  </a:cubicBezTo>
                  <a:lnTo>
                    <a:pt x="72" y="227"/>
                  </a:lnTo>
                  <a:cubicBezTo>
                    <a:pt x="131" y="191"/>
                    <a:pt x="191" y="179"/>
                    <a:pt x="238" y="155"/>
                  </a:cubicBezTo>
                  <a:cubicBezTo>
                    <a:pt x="298" y="144"/>
                    <a:pt x="345" y="144"/>
                    <a:pt x="405" y="144"/>
                  </a:cubicBezTo>
                  <a:cubicBezTo>
                    <a:pt x="500" y="144"/>
                    <a:pt x="572" y="155"/>
                    <a:pt x="619" y="191"/>
                  </a:cubicBezTo>
                  <a:cubicBezTo>
                    <a:pt x="667" y="227"/>
                    <a:pt x="691" y="286"/>
                    <a:pt x="691" y="358"/>
                  </a:cubicBezTo>
                  <a:lnTo>
                    <a:pt x="691" y="370"/>
                  </a:lnTo>
                  <a:lnTo>
                    <a:pt x="464" y="370"/>
                  </a:lnTo>
                  <a:cubicBezTo>
                    <a:pt x="310" y="370"/>
                    <a:pt x="191" y="394"/>
                    <a:pt x="119" y="453"/>
                  </a:cubicBezTo>
                  <a:cubicBezTo>
                    <a:pt x="36" y="501"/>
                    <a:pt x="0" y="584"/>
                    <a:pt x="0" y="703"/>
                  </a:cubicBezTo>
                  <a:cubicBezTo>
                    <a:pt x="0" y="786"/>
                    <a:pt x="36" y="858"/>
                    <a:pt x="95" y="917"/>
                  </a:cubicBezTo>
                  <a:cubicBezTo>
                    <a:pt x="155" y="977"/>
                    <a:pt x="238" y="1001"/>
                    <a:pt x="345" y="1001"/>
                  </a:cubicBezTo>
                  <a:cubicBezTo>
                    <a:pt x="417" y="1001"/>
                    <a:pt x="488" y="989"/>
                    <a:pt x="548" y="953"/>
                  </a:cubicBezTo>
                  <a:cubicBezTo>
                    <a:pt x="607" y="929"/>
                    <a:pt x="655" y="894"/>
                    <a:pt x="691" y="846"/>
                  </a:cubicBezTo>
                  <a:lnTo>
                    <a:pt x="691" y="977"/>
                  </a:lnTo>
                  <a:lnTo>
                    <a:pt x="869" y="977"/>
                  </a:lnTo>
                  <a:lnTo>
                    <a:pt x="869" y="429"/>
                  </a:lnTo>
                  <a:cubicBezTo>
                    <a:pt x="869" y="286"/>
                    <a:pt x="834" y="179"/>
                    <a:pt x="762" y="108"/>
                  </a:cubicBezTo>
                  <a:cubicBezTo>
                    <a:pt x="691" y="36"/>
                    <a:pt x="572" y="1"/>
                    <a:pt x="429" y="1"/>
                  </a:cubicBezTo>
                  <a:close/>
                  <a:moveTo>
                    <a:pt x="36" y="1132"/>
                  </a:moveTo>
                  <a:lnTo>
                    <a:pt x="36" y="1275"/>
                  </a:lnTo>
                  <a:lnTo>
                    <a:pt x="869" y="1275"/>
                  </a:lnTo>
                  <a:lnTo>
                    <a:pt x="869" y="113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46">
              <a:extLst>
                <a:ext uri="{FF2B5EF4-FFF2-40B4-BE49-F238E27FC236}">
                  <a16:creationId xmlns:a16="http://schemas.microsoft.com/office/drawing/2014/main" id="{DEC0467E-C405-413D-CE94-2578CE96B746}"/>
                </a:ext>
              </a:extLst>
            </p:cNvPr>
            <p:cNvSpPr/>
            <p:nvPr/>
          </p:nvSpPr>
          <p:spPr>
            <a:xfrm>
              <a:off x="5106416" y="3013503"/>
              <a:ext cx="251201" cy="251201"/>
            </a:xfrm>
            <a:custGeom>
              <a:avLst/>
              <a:gdLst/>
              <a:ahLst/>
              <a:cxnLst/>
              <a:rect l="l" t="t" r="r" b="b"/>
              <a:pathLst>
                <a:path w="6418" h="6418" fill="none" extrusionOk="0">
                  <a:moveTo>
                    <a:pt x="5191" y="6418"/>
                  </a:moveTo>
                  <a:lnTo>
                    <a:pt x="1227" y="6418"/>
                  </a:lnTo>
                  <a:cubicBezTo>
                    <a:pt x="536" y="6418"/>
                    <a:pt x="0" y="5870"/>
                    <a:pt x="0" y="5191"/>
                  </a:cubicBezTo>
                  <a:lnTo>
                    <a:pt x="0" y="1215"/>
                  </a:lnTo>
                  <a:cubicBezTo>
                    <a:pt x="0" y="536"/>
                    <a:pt x="548" y="0"/>
                    <a:pt x="1227" y="0"/>
                  </a:cubicBezTo>
                  <a:lnTo>
                    <a:pt x="5191" y="0"/>
                  </a:lnTo>
                  <a:cubicBezTo>
                    <a:pt x="5882" y="0"/>
                    <a:pt x="6418" y="548"/>
                    <a:pt x="6418" y="1215"/>
                  </a:cubicBezTo>
                  <a:lnTo>
                    <a:pt x="6418" y="5191"/>
                  </a:lnTo>
                  <a:cubicBezTo>
                    <a:pt x="6418" y="5870"/>
                    <a:pt x="5870" y="6418"/>
                    <a:pt x="5191"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6">
              <a:extLst>
                <a:ext uri="{FF2B5EF4-FFF2-40B4-BE49-F238E27FC236}">
                  <a16:creationId xmlns:a16="http://schemas.microsoft.com/office/drawing/2014/main" id="{B6AADD02-9C2E-8E13-EC4F-73182853A324}"/>
                </a:ext>
              </a:extLst>
            </p:cNvPr>
            <p:cNvSpPr/>
            <p:nvPr/>
          </p:nvSpPr>
          <p:spPr>
            <a:xfrm>
              <a:off x="5418636" y="3013503"/>
              <a:ext cx="251670" cy="251201"/>
            </a:xfrm>
            <a:custGeom>
              <a:avLst/>
              <a:gdLst/>
              <a:ahLst/>
              <a:cxnLst/>
              <a:rect l="l" t="t" r="r" b="b"/>
              <a:pathLst>
                <a:path w="6430" h="6418" fill="none" extrusionOk="0">
                  <a:moveTo>
                    <a:pt x="5192" y="6418"/>
                  </a:moveTo>
                  <a:lnTo>
                    <a:pt x="1227" y="6418"/>
                  </a:lnTo>
                  <a:cubicBezTo>
                    <a:pt x="536" y="6418"/>
                    <a:pt x="0" y="5870"/>
                    <a:pt x="0" y="5191"/>
                  </a:cubicBezTo>
                  <a:lnTo>
                    <a:pt x="0" y="1215"/>
                  </a:lnTo>
                  <a:cubicBezTo>
                    <a:pt x="0" y="536"/>
                    <a:pt x="548" y="0"/>
                    <a:pt x="1227" y="0"/>
                  </a:cubicBezTo>
                  <a:lnTo>
                    <a:pt x="5192" y="0"/>
                  </a:lnTo>
                  <a:cubicBezTo>
                    <a:pt x="5882" y="0"/>
                    <a:pt x="6418" y="548"/>
                    <a:pt x="6418" y="1215"/>
                  </a:cubicBezTo>
                  <a:lnTo>
                    <a:pt x="6418" y="5191"/>
                  </a:lnTo>
                  <a:cubicBezTo>
                    <a:pt x="6430" y="5870"/>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6">
              <a:extLst>
                <a:ext uri="{FF2B5EF4-FFF2-40B4-BE49-F238E27FC236}">
                  <a16:creationId xmlns:a16="http://schemas.microsoft.com/office/drawing/2014/main" id="{05E29D6D-EB2B-5C21-C546-F601A54A88CC}"/>
                </a:ext>
              </a:extLst>
            </p:cNvPr>
            <p:cNvSpPr/>
            <p:nvPr/>
          </p:nvSpPr>
          <p:spPr>
            <a:xfrm>
              <a:off x="5730855" y="3013503"/>
              <a:ext cx="251670" cy="251201"/>
            </a:xfrm>
            <a:custGeom>
              <a:avLst/>
              <a:gdLst/>
              <a:ahLst/>
              <a:cxnLst/>
              <a:rect l="l" t="t" r="r" b="b"/>
              <a:pathLst>
                <a:path w="6430" h="6418" fill="none" extrusionOk="0">
                  <a:moveTo>
                    <a:pt x="5192" y="6418"/>
                  </a:moveTo>
                  <a:lnTo>
                    <a:pt x="1227" y="6418"/>
                  </a:lnTo>
                  <a:cubicBezTo>
                    <a:pt x="536" y="6418"/>
                    <a:pt x="1" y="5870"/>
                    <a:pt x="1" y="5191"/>
                  </a:cubicBezTo>
                  <a:lnTo>
                    <a:pt x="1" y="1215"/>
                  </a:lnTo>
                  <a:cubicBezTo>
                    <a:pt x="1" y="536"/>
                    <a:pt x="548" y="0"/>
                    <a:pt x="1227" y="0"/>
                  </a:cubicBezTo>
                  <a:lnTo>
                    <a:pt x="5192" y="0"/>
                  </a:lnTo>
                  <a:cubicBezTo>
                    <a:pt x="5882" y="0"/>
                    <a:pt x="6418" y="548"/>
                    <a:pt x="6418" y="1215"/>
                  </a:cubicBezTo>
                  <a:lnTo>
                    <a:pt x="6418" y="5191"/>
                  </a:lnTo>
                  <a:cubicBezTo>
                    <a:pt x="6430" y="5870"/>
                    <a:pt x="5882" y="6418"/>
                    <a:pt x="5192"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46">
              <a:extLst>
                <a:ext uri="{FF2B5EF4-FFF2-40B4-BE49-F238E27FC236}">
                  <a16:creationId xmlns:a16="http://schemas.microsoft.com/office/drawing/2014/main" id="{F02F7951-590F-F613-1CC0-AA1B4AAB5093}"/>
                </a:ext>
              </a:extLst>
            </p:cNvPr>
            <p:cNvSpPr/>
            <p:nvPr/>
          </p:nvSpPr>
          <p:spPr>
            <a:xfrm>
              <a:off x="5296088" y="3184506"/>
              <a:ext cx="20509" cy="49903"/>
            </a:xfrm>
            <a:custGeom>
              <a:avLst/>
              <a:gdLst/>
              <a:ahLst/>
              <a:cxnLst/>
              <a:rect l="l" t="t" r="r" b="b"/>
              <a:pathLst>
                <a:path w="524" h="1275" extrusionOk="0">
                  <a:moveTo>
                    <a:pt x="0" y="1"/>
                  </a:moveTo>
                  <a:lnTo>
                    <a:pt x="393" y="1275"/>
                  </a:lnTo>
                  <a:lnTo>
                    <a:pt x="524" y="1275"/>
                  </a:lnTo>
                  <a:lnTo>
                    <a:pt x="13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6">
              <a:extLst>
                <a:ext uri="{FF2B5EF4-FFF2-40B4-BE49-F238E27FC236}">
                  <a16:creationId xmlns:a16="http://schemas.microsoft.com/office/drawing/2014/main" id="{F46724CF-240C-516B-D86B-46D15FDC62F9}"/>
                </a:ext>
              </a:extLst>
            </p:cNvPr>
            <p:cNvSpPr/>
            <p:nvPr/>
          </p:nvSpPr>
          <p:spPr>
            <a:xfrm>
              <a:off x="5526740" y="3152372"/>
              <a:ext cx="42467" cy="71352"/>
            </a:xfrm>
            <a:custGeom>
              <a:avLst/>
              <a:gdLst/>
              <a:ahLst/>
              <a:cxnLst/>
              <a:rect l="l" t="t" r="r" b="b"/>
              <a:pathLst>
                <a:path w="1085" h="1823" extrusionOk="0">
                  <a:moveTo>
                    <a:pt x="441" y="0"/>
                  </a:moveTo>
                  <a:lnTo>
                    <a:pt x="1" y="96"/>
                  </a:lnTo>
                  <a:lnTo>
                    <a:pt x="1" y="310"/>
                  </a:lnTo>
                  <a:lnTo>
                    <a:pt x="441" y="227"/>
                  </a:lnTo>
                  <a:lnTo>
                    <a:pt x="441" y="1608"/>
                  </a:lnTo>
                  <a:lnTo>
                    <a:pt x="36" y="1608"/>
                  </a:lnTo>
                  <a:lnTo>
                    <a:pt x="36" y="1822"/>
                  </a:lnTo>
                  <a:lnTo>
                    <a:pt x="1084" y="1822"/>
                  </a:lnTo>
                  <a:lnTo>
                    <a:pt x="1084" y="1608"/>
                  </a:lnTo>
                  <a:lnTo>
                    <a:pt x="679" y="1608"/>
                  </a:lnTo>
                  <a:lnTo>
                    <a:pt x="6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46">
              <a:extLst>
                <a:ext uri="{FF2B5EF4-FFF2-40B4-BE49-F238E27FC236}">
                  <a16:creationId xmlns:a16="http://schemas.microsoft.com/office/drawing/2014/main" id="{6CD9ACAD-2097-6C08-60C7-7DFAA8767FE7}"/>
                </a:ext>
              </a:extLst>
            </p:cNvPr>
            <p:cNvSpPr/>
            <p:nvPr/>
          </p:nvSpPr>
          <p:spPr>
            <a:xfrm>
              <a:off x="5536525" y="3041919"/>
              <a:ext cx="7045" cy="49903"/>
            </a:xfrm>
            <a:custGeom>
              <a:avLst/>
              <a:gdLst/>
              <a:ahLst/>
              <a:cxnLst/>
              <a:rect l="l" t="t" r="r" b="b"/>
              <a:pathLst>
                <a:path w="180" h="1275" extrusionOk="0">
                  <a:moveTo>
                    <a:pt x="1" y="1"/>
                  </a:moveTo>
                  <a:lnTo>
                    <a:pt x="1" y="560"/>
                  </a:lnTo>
                  <a:lnTo>
                    <a:pt x="24" y="870"/>
                  </a:lnTo>
                  <a:lnTo>
                    <a:pt x="155" y="870"/>
                  </a:lnTo>
                  <a:lnTo>
                    <a:pt x="179" y="560"/>
                  </a:lnTo>
                  <a:lnTo>
                    <a:pt x="179" y="1"/>
                  </a:lnTo>
                  <a:close/>
                  <a:moveTo>
                    <a:pt x="1" y="1060"/>
                  </a:moveTo>
                  <a:lnTo>
                    <a:pt x="1" y="1275"/>
                  </a:lnTo>
                  <a:lnTo>
                    <a:pt x="179" y="1275"/>
                  </a:lnTo>
                  <a:lnTo>
                    <a:pt x="179" y="106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46">
              <a:extLst>
                <a:ext uri="{FF2B5EF4-FFF2-40B4-BE49-F238E27FC236}">
                  <a16:creationId xmlns:a16="http://schemas.microsoft.com/office/drawing/2014/main" id="{848D3FED-8E85-4EA4-41FB-72A2855DB327}"/>
                </a:ext>
              </a:extLst>
            </p:cNvPr>
            <p:cNvSpPr/>
            <p:nvPr/>
          </p:nvSpPr>
          <p:spPr>
            <a:xfrm>
              <a:off x="5595235" y="3186385"/>
              <a:ext cx="52252" cy="53152"/>
            </a:xfrm>
            <a:custGeom>
              <a:avLst/>
              <a:gdLst/>
              <a:ahLst/>
              <a:cxnLst/>
              <a:rect l="l" t="t" r="r" b="b"/>
              <a:pathLst>
                <a:path w="1335" h="1358" extrusionOk="0">
                  <a:moveTo>
                    <a:pt x="680" y="453"/>
                  </a:moveTo>
                  <a:cubicBezTo>
                    <a:pt x="739" y="453"/>
                    <a:pt x="787" y="465"/>
                    <a:pt x="822" y="513"/>
                  </a:cubicBezTo>
                  <a:cubicBezTo>
                    <a:pt x="858" y="548"/>
                    <a:pt x="882" y="608"/>
                    <a:pt x="882" y="679"/>
                  </a:cubicBezTo>
                  <a:cubicBezTo>
                    <a:pt x="882" y="751"/>
                    <a:pt x="858" y="810"/>
                    <a:pt x="822" y="846"/>
                  </a:cubicBezTo>
                  <a:cubicBezTo>
                    <a:pt x="787" y="894"/>
                    <a:pt x="739" y="905"/>
                    <a:pt x="680" y="905"/>
                  </a:cubicBezTo>
                  <a:cubicBezTo>
                    <a:pt x="620" y="905"/>
                    <a:pt x="560" y="894"/>
                    <a:pt x="525" y="846"/>
                  </a:cubicBezTo>
                  <a:cubicBezTo>
                    <a:pt x="489" y="810"/>
                    <a:pt x="477" y="751"/>
                    <a:pt x="477" y="679"/>
                  </a:cubicBezTo>
                  <a:cubicBezTo>
                    <a:pt x="477" y="608"/>
                    <a:pt x="489" y="548"/>
                    <a:pt x="525" y="513"/>
                  </a:cubicBezTo>
                  <a:cubicBezTo>
                    <a:pt x="572" y="465"/>
                    <a:pt x="620" y="453"/>
                    <a:pt x="680" y="453"/>
                  </a:cubicBezTo>
                  <a:close/>
                  <a:moveTo>
                    <a:pt x="691" y="1"/>
                  </a:moveTo>
                  <a:cubicBezTo>
                    <a:pt x="596" y="1"/>
                    <a:pt x="513" y="12"/>
                    <a:pt x="429" y="48"/>
                  </a:cubicBezTo>
                  <a:cubicBezTo>
                    <a:pt x="346" y="84"/>
                    <a:pt x="263" y="132"/>
                    <a:pt x="203" y="191"/>
                  </a:cubicBezTo>
                  <a:cubicBezTo>
                    <a:pt x="144" y="251"/>
                    <a:pt x="84" y="334"/>
                    <a:pt x="60" y="417"/>
                  </a:cubicBezTo>
                  <a:cubicBezTo>
                    <a:pt x="25" y="501"/>
                    <a:pt x="1" y="584"/>
                    <a:pt x="1" y="679"/>
                  </a:cubicBezTo>
                  <a:cubicBezTo>
                    <a:pt x="1" y="774"/>
                    <a:pt x="25" y="858"/>
                    <a:pt x="60" y="941"/>
                  </a:cubicBezTo>
                  <a:cubicBezTo>
                    <a:pt x="84" y="1024"/>
                    <a:pt x="132" y="1096"/>
                    <a:pt x="203" y="1155"/>
                  </a:cubicBezTo>
                  <a:cubicBezTo>
                    <a:pt x="263" y="1227"/>
                    <a:pt x="334" y="1275"/>
                    <a:pt x="418" y="1298"/>
                  </a:cubicBezTo>
                  <a:cubicBezTo>
                    <a:pt x="501" y="1334"/>
                    <a:pt x="596" y="1358"/>
                    <a:pt x="680" y="1358"/>
                  </a:cubicBezTo>
                  <a:cubicBezTo>
                    <a:pt x="763" y="1358"/>
                    <a:pt x="834" y="1334"/>
                    <a:pt x="906" y="1310"/>
                  </a:cubicBezTo>
                  <a:cubicBezTo>
                    <a:pt x="989" y="1286"/>
                    <a:pt x="1049" y="1251"/>
                    <a:pt x="1120" y="1203"/>
                  </a:cubicBezTo>
                  <a:lnTo>
                    <a:pt x="1049" y="1120"/>
                  </a:lnTo>
                  <a:cubicBezTo>
                    <a:pt x="1001" y="1155"/>
                    <a:pt x="941" y="1191"/>
                    <a:pt x="882" y="1215"/>
                  </a:cubicBezTo>
                  <a:cubicBezTo>
                    <a:pt x="810" y="1239"/>
                    <a:pt x="751" y="1239"/>
                    <a:pt x="680" y="1239"/>
                  </a:cubicBezTo>
                  <a:cubicBezTo>
                    <a:pt x="608" y="1239"/>
                    <a:pt x="537" y="1227"/>
                    <a:pt x="465" y="1203"/>
                  </a:cubicBezTo>
                  <a:cubicBezTo>
                    <a:pt x="394" y="1179"/>
                    <a:pt x="334" y="1132"/>
                    <a:pt x="275" y="1084"/>
                  </a:cubicBezTo>
                  <a:cubicBezTo>
                    <a:pt x="227" y="1024"/>
                    <a:pt x="179" y="965"/>
                    <a:pt x="156" y="894"/>
                  </a:cubicBezTo>
                  <a:cubicBezTo>
                    <a:pt x="120" y="834"/>
                    <a:pt x="108" y="751"/>
                    <a:pt x="108" y="679"/>
                  </a:cubicBezTo>
                  <a:cubicBezTo>
                    <a:pt x="108" y="572"/>
                    <a:pt x="132" y="489"/>
                    <a:pt x="179" y="405"/>
                  </a:cubicBezTo>
                  <a:cubicBezTo>
                    <a:pt x="227" y="322"/>
                    <a:pt x="287" y="251"/>
                    <a:pt x="358" y="203"/>
                  </a:cubicBezTo>
                  <a:cubicBezTo>
                    <a:pt x="406" y="167"/>
                    <a:pt x="465" y="143"/>
                    <a:pt x="525" y="132"/>
                  </a:cubicBezTo>
                  <a:cubicBezTo>
                    <a:pt x="572" y="108"/>
                    <a:pt x="632" y="108"/>
                    <a:pt x="703" y="108"/>
                  </a:cubicBezTo>
                  <a:cubicBezTo>
                    <a:pt x="787" y="108"/>
                    <a:pt x="870" y="120"/>
                    <a:pt x="941" y="155"/>
                  </a:cubicBezTo>
                  <a:cubicBezTo>
                    <a:pt x="1013" y="191"/>
                    <a:pt x="1084" y="239"/>
                    <a:pt x="1132" y="310"/>
                  </a:cubicBezTo>
                  <a:cubicBezTo>
                    <a:pt x="1168" y="346"/>
                    <a:pt x="1191" y="393"/>
                    <a:pt x="1203" y="441"/>
                  </a:cubicBezTo>
                  <a:cubicBezTo>
                    <a:pt x="1227" y="489"/>
                    <a:pt x="1227" y="536"/>
                    <a:pt x="1227" y="596"/>
                  </a:cubicBezTo>
                  <a:cubicBezTo>
                    <a:pt x="1227" y="679"/>
                    <a:pt x="1215" y="751"/>
                    <a:pt x="1168" y="810"/>
                  </a:cubicBezTo>
                  <a:cubicBezTo>
                    <a:pt x="1132" y="870"/>
                    <a:pt x="1072" y="894"/>
                    <a:pt x="1001" y="905"/>
                  </a:cubicBezTo>
                  <a:lnTo>
                    <a:pt x="1001" y="358"/>
                  </a:lnTo>
                  <a:lnTo>
                    <a:pt x="894" y="358"/>
                  </a:lnTo>
                  <a:lnTo>
                    <a:pt x="894" y="453"/>
                  </a:lnTo>
                  <a:cubicBezTo>
                    <a:pt x="858" y="417"/>
                    <a:pt x="822" y="382"/>
                    <a:pt x="787" y="370"/>
                  </a:cubicBezTo>
                  <a:cubicBezTo>
                    <a:pt x="751" y="346"/>
                    <a:pt x="703" y="334"/>
                    <a:pt x="644" y="334"/>
                  </a:cubicBezTo>
                  <a:cubicBezTo>
                    <a:pt x="560" y="334"/>
                    <a:pt x="489" y="370"/>
                    <a:pt x="441" y="429"/>
                  </a:cubicBezTo>
                  <a:cubicBezTo>
                    <a:pt x="382" y="501"/>
                    <a:pt x="358" y="584"/>
                    <a:pt x="358" y="679"/>
                  </a:cubicBezTo>
                  <a:cubicBezTo>
                    <a:pt x="358" y="774"/>
                    <a:pt x="382" y="858"/>
                    <a:pt x="441" y="929"/>
                  </a:cubicBezTo>
                  <a:cubicBezTo>
                    <a:pt x="489" y="989"/>
                    <a:pt x="560" y="1013"/>
                    <a:pt x="644" y="1013"/>
                  </a:cubicBezTo>
                  <a:cubicBezTo>
                    <a:pt x="703" y="1013"/>
                    <a:pt x="751" y="1013"/>
                    <a:pt x="787" y="989"/>
                  </a:cubicBezTo>
                  <a:cubicBezTo>
                    <a:pt x="822" y="977"/>
                    <a:pt x="858" y="941"/>
                    <a:pt x="894" y="905"/>
                  </a:cubicBezTo>
                  <a:lnTo>
                    <a:pt x="894" y="1024"/>
                  </a:lnTo>
                  <a:cubicBezTo>
                    <a:pt x="1025" y="1013"/>
                    <a:pt x="1144" y="977"/>
                    <a:pt x="1215" y="905"/>
                  </a:cubicBezTo>
                  <a:cubicBezTo>
                    <a:pt x="1299" y="822"/>
                    <a:pt x="1334" y="715"/>
                    <a:pt x="1334" y="584"/>
                  </a:cubicBezTo>
                  <a:cubicBezTo>
                    <a:pt x="1334" y="524"/>
                    <a:pt x="1334" y="465"/>
                    <a:pt x="1311" y="405"/>
                  </a:cubicBezTo>
                  <a:cubicBezTo>
                    <a:pt x="1287" y="346"/>
                    <a:pt x="1263" y="298"/>
                    <a:pt x="1227" y="251"/>
                  </a:cubicBezTo>
                  <a:cubicBezTo>
                    <a:pt x="1156" y="167"/>
                    <a:pt x="1084" y="108"/>
                    <a:pt x="989" y="60"/>
                  </a:cubicBezTo>
                  <a:cubicBezTo>
                    <a:pt x="906" y="12"/>
                    <a:pt x="799" y="1"/>
                    <a:pt x="6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46">
              <a:extLst>
                <a:ext uri="{FF2B5EF4-FFF2-40B4-BE49-F238E27FC236}">
                  <a16:creationId xmlns:a16="http://schemas.microsoft.com/office/drawing/2014/main" id="{743531B3-B788-CB49-847E-33C847F87B4A}"/>
                </a:ext>
              </a:extLst>
            </p:cNvPr>
            <p:cNvSpPr/>
            <p:nvPr/>
          </p:nvSpPr>
          <p:spPr>
            <a:xfrm>
              <a:off x="5828705" y="3150963"/>
              <a:ext cx="45246" cy="72761"/>
            </a:xfrm>
            <a:custGeom>
              <a:avLst/>
              <a:gdLst/>
              <a:ahLst/>
              <a:cxnLst/>
              <a:rect l="l" t="t" r="r" b="b"/>
              <a:pathLst>
                <a:path w="1156" h="1859" extrusionOk="0">
                  <a:moveTo>
                    <a:pt x="525" y="1"/>
                  </a:moveTo>
                  <a:cubicBezTo>
                    <a:pt x="453" y="1"/>
                    <a:pt x="382" y="13"/>
                    <a:pt x="299" y="36"/>
                  </a:cubicBezTo>
                  <a:cubicBezTo>
                    <a:pt x="203" y="60"/>
                    <a:pt x="120" y="84"/>
                    <a:pt x="13" y="132"/>
                  </a:cubicBezTo>
                  <a:lnTo>
                    <a:pt x="13" y="370"/>
                  </a:lnTo>
                  <a:cubicBezTo>
                    <a:pt x="120" y="322"/>
                    <a:pt x="203" y="275"/>
                    <a:pt x="287" y="251"/>
                  </a:cubicBezTo>
                  <a:cubicBezTo>
                    <a:pt x="382" y="227"/>
                    <a:pt x="453" y="215"/>
                    <a:pt x="537" y="215"/>
                  </a:cubicBezTo>
                  <a:cubicBezTo>
                    <a:pt x="644" y="215"/>
                    <a:pt x="727" y="239"/>
                    <a:pt x="799" y="298"/>
                  </a:cubicBezTo>
                  <a:cubicBezTo>
                    <a:pt x="870" y="370"/>
                    <a:pt x="906" y="441"/>
                    <a:pt x="906" y="536"/>
                  </a:cubicBezTo>
                  <a:cubicBezTo>
                    <a:pt x="906" y="596"/>
                    <a:pt x="882" y="656"/>
                    <a:pt x="858" y="715"/>
                  </a:cubicBezTo>
                  <a:cubicBezTo>
                    <a:pt x="822" y="786"/>
                    <a:pt x="763" y="858"/>
                    <a:pt x="691" y="941"/>
                  </a:cubicBezTo>
                  <a:cubicBezTo>
                    <a:pt x="644" y="989"/>
                    <a:pt x="549" y="1096"/>
                    <a:pt x="382" y="1263"/>
                  </a:cubicBezTo>
                  <a:cubicBezTo>
                    <a:pt x="227" y="1418"/>
                    <a:pt x="96" y="1548"/>
                    <a:pt x="1" y="1644"/>
                  </a:cubicBezTo>
                  <a:lnTo>
                    <a:pt x="1" y="1858"/>
                  </a:lnTo>
                  <a:lnTo>
                    <a:pt x="1156" y="1858"/>
                  </a:lnTo>
                  <a:lnTo>
                    <a:pt x="1156" y="1644"/>
                  </a:lnTo>
                  <a:lnTo>
                    <a:pt x="299" y="1644"/>
                  </a:lnTo>
                  <a:cubicBezTo>
                    <a:pt x="501" y="1441"/>
                    <a:pt x="656" y="1287"/>
                    <a:pt x="763" y="1179"/>
                  </a:cubicBezTo>
                  <a:cubicBezTo>
                    <a:pt x="870" y="1060"/>
                    <a:pt x="930" y="1001"/>
                    <a:pt x="953" y="977"/>
                  </a:cubicBezTo>
                  <a:cubicBezTo>
                    <a:pt x="1025" y="882"/>
                    <a:pt x="1072" y="798"/>
                    <a:pt x="1108" y="739"/>
                  </a:cubicBezTo>
                  <a:cubicBezTo>
                    <a:pt x="1132" y="667"/>
                    <a:pt x="1144" y="596"/>
                    <a:pt x="1144" y="525"/>
                  </a:cubicBezTo>
                  <a:cubicBezTo>
                    <a:pt x="1144" y="370"/>
                    <a:pt x="1096" y="239"/>
                    <a:pt x="977" y="144"/>
                  </a:cubicBezTo>
                  <a:cubicBezTo>
                    <a:pt x="870" y="48"/>
                    <a:pt x="715" y="1"/>
                    <a:pt x="5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46">
              <a:extLst>
                <a:ext uri="{FF2B5EF4-FFF2-40B4-BE49-F238E27FC236}">
                  <a16:creationId xmlns:a16="http://schemas.microsoft.com/office/drawing/2014/main" id="{36EBD7F6-06EC-4099-241F-15960F71B739}"/>
                </a:ext>
              </a:extLst>
            </p:cNvPr>
            <p:cNvSpPr/>
            <p:nvPr/>
          </p:nvSpPr>
          <p:spPr>
            <a:xfrm>
              <a:off x="5837590" y="3060550"/>
              <a:ext cx="23327" cy="16361"/>
            </a:xfrm>
            <a:custGeom>
              <a:avLst/>
              <a:gdLst/>
              <a:ahLst/>
              <a:cxnLst/>
              <a:rect l="l" t="t" r="r" b="b"/>
              <a:pathLst>
                <a:path w="596" h="418" extrusionOk="0">
                  <a:moveTo>
                    <a:pt x="131" y="1"/>
                  </a:moveTo>
                  <a:lnTo>
                    <a:pt x="0" y="275"/>
                  </a:lnTo>
                  <a:lnTo>
                    <a:pt x="0" y="418"/>
                  </a:lnTo>
                  <a:lnTo>
                    <a:pt x="179" y="418"/>
                  </a:lnTo>
                  <a:lnTo>
                    <a:pt x="179" y="275"/>
                  </a:lnTo>
                  <a:lnTo>
                    <a:pt x="250" y="1"/>
                  </a:lnTo>
                  <a:close/>
                  <a:moveTo>
                    <a:pt x="488" y="1"/>
                  </a:moveTo>
                  <a:lnTo>
                    <a:pt x="345" y="275"/>
                  </a:lnTo>
                  <a:lnTo>
                    <a:pt x="345" y="418"/>
                  </a:lnTo>
                  <a:lnTo>
                    <a:pt x="524" y="418"/>
                  </a:lnTo>
                  <a:lnTo>
                    <a:pt x="524" y="275"/>
                  </a:lnTo>
                  <a:lnTo>
                    <a:pt x="5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46">
              <a:extLst>
                <a:ext uri="{FF2B5EF4-FFF2-40B4-BE49-F238E27FC236}">
                  <a16:creationId xmlns:a16="http://schemas.microsoft.com/office/drawing/2014/main" id="{2F5D3276-F5FD-599C-BBC5-7E417A0CBD24}"/>
                </a:ext>
              </a:extLst>
            </p:cNvPr>
            <p:cNvSpPr/>
            <p:nvPr/>
          </p:nvSpPr>
          <p:spPr>
            <a:xfrm>
              <a:off x="5920058" y="3185445"/>
              <a:ext cx="41058" cy="43367"/>
            </a:xfrm>
            <a:custGeom>
              <a:avLst/>
              <a:gdLst/>
              <a:ahLst/>
              <a:cxnLst/>
              <a:rect l="l" t="t" r="r" b="b"/>
              <a:pathLst>
                <a:path w="1049" h="1108" extrusionOk="0">
                  <a:moveTo>
                    <a:pt x="667" y="429"/>
                  </a:moveTo>
                  <a:lnTo>
                    <a:pt x="608" y="679"/>
                  </a:lnTo>
                  <a:lnTo>
                    <a:pt x="382" y="679"/>
                  </a:lnTo>
                  <a:lnTo>
                    <a:pt x="453" y="429"/>
                  </a:lnTo>
                  <a:close/>
                  <a:moveTo>
                    <a:pt x="429" y="1"/>
                  </a:moveTo>
                  <a:lnTo>
                    <a:pt x="358" y="310"/>
                  </a:lnTo>
                  <a:lnTo>
                    <a:pt x="84" y="310"/>
                  </a:lnTo>
                  <a:lnTo>
                    <a:pt x="84" y="429"/>
                  </a:lnTo>
                  <a:lnTo>
                    <a:pt x="322" y="429"/>
                  </a:lnTo>
                  <a:lnTo>
                    <a:pt x="262" y="679"/>
                  </a:lnTo>
                  <a:lnTo>
                    <a:pt x="1" y="679"/>
                  </a:lnTo>
                  <a:lnTo>
                    <a:pt x="1" y="798"/>
                  </a:lnTo>
                  <a:lnTo>
                    <a:pt x="239" y="798"/>
                  </a:lnTo>
                  <a:lnTo>
                    <a:pt x="155" y="1108"/>
                  </a:lnTo>
                  <a:lnTo>
                    <a:pt x="274" y="1108"/>
                  </a:lnTo>
                  <a:lnTo>
                    <a:pt x="358" y="798"/>
                  </a:lnTo>
                  <a:lnTo>
                    <a:pt x="572" y="798"/>
                  </a:lnTo>
                  <a:lnTo>
                    <a:pt x="501" y="1108"/>
                  </a:lnTo>
                  <a:lnTo>
                    <a:pt x="620" y="1108"/>
                  </a:lnTo>
                  <a:lnTo>
                    <a:pt x="691" y="798"/>
                  </a:lnTo>
                  <a:lnTo>
                    <a:pt x="965" y="798"/>
                  </a:lnTo>
                  <a:lnTo>
                    <a:pt x="965" y="679"/>
                  </a:lnTo>
                  <a:lnTo>
                    <a:pt x="727" y="679"/>
                  </a:lnTo>
                  <a:lnTo>
                    <a:pt x="786" y="429"/>
                  </a:lnTo>
                  <a:lnTo>
                    <a:pt x="1048" y="429"/>
                  </a:lnTo>
                  <a:lnTo>
                    <a:pt x="1048" y="310"/>
                  </a:lnTo>
                  <a:lnTo>
                    <a:pt x="822" y="310"/>
                  </a:lnTo>
                  <a:lnTo>
                    <a:pt x="893" y="1"/>
                  </a:lnTo>
                  <a:lnTo>
                    <a:pt x="774" y="1"/>
                  </a:lnTo>
                  <a:lnTo>
                    <a:pt x="691" y="310"/>
                  </a:lnTo>
                  <a:lnTo>
                    <a:pt x="477" y="310"/>
                  </a:lnTo>
                  <a:lnTo>
                    <a:pt x="5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8" name="Google Shape;1178;p46">
            <a:extLst>
              <a:ext uri="{FF2B5EF4-FFF2-40B4-BE49-F238E27FC236}">
                <a16:creationId xmlns:a16="http://schemas.microsoft.com/office/drawing/2014/main" id="{C2BEFD67-A8FA-8826-A776-05B0F23CD5C6}"/>
              </a:ext>
            </a:extLst>
          </p:cNvPr>
          <p:cNvGrpSpPr/>
          <p:nvPr/>
        </p:nvGrpSpPr>
        <p:grpSpPr>
          <a:xfrm>
            <a:off x="713228" y="3751049"/>
            <a:ext cx="1104243" cy="852948"/>
            <a:chOff x="6614871" y="4003785"/>
            <a:chExt cx="690195" cy="533126"/>
          </a:xfrm>
        </p:grpSpPr>
        <p:sp>
          <p:nvSpPr>
            <p:cNvPr id="1179" name="Google Shape;1179;p46">
              <a:extLst>
                <a:ext uri="{FF2B5EF4-FFF2-40B4-BE49-F238E27FC236}">
                  <a16:creationId xmlns:a16="http://schemas.microsoft.com/office/drawing/2014/main" id="{8FE727CC-F800-225A-E711-A1D38B4A3143}"/>
                </a:ext>
              </a:extLst>
            </p:cNvPr>
            <p:cNvSpPr/>
            <p:nvPr/>
          </p:nvSpPr>
          <p:spPr>
            <a:xfrm>
              <a:off x="6740706" y="4285710"/>
              <a:ext cx="252140" cy="251201"/>
            </a:xfrm>
            <a:custGeom>
              <a:avLst/>
              <a:gdLst/>
              <a:ahLst/>
              <a:cxnLst/>
              <a:rect l="l" t="t" r="r" b="b"/>
              <a:pathLst>
                <a:path w="6442" h="6418" fill="none" extrusionOk="0">
                  <a:moveTo>
                    <a:pt x="5203" y="6418"/>
                  </a:moveTo>
                  <a:lnTo>
                    <a:pt x="1227" y="6418"/>
                  </a:lnTo>
                  <a:cubicBezTo>
                    <a:pt x="548" y="6418"/>
                    <a:pt x="0" y="5870"/>
                    <a:pt x="0" y="5191"/>
                  </a:cubicBezTo>
                  <a:lnTo>
                    <a:pt x="0" y="1227"/>
                  </a:lnTo>
                  <a:cubicBezTo>
                    <a:pt x="0" y="536"/>
                    <a:pt x="560" y="0"/>
                    <a:pt x="1227" y="0"/>
                  </a:cubicBezTo>
                  <a:lnTo>
                    <a:pt x="5203" y="0"/>
                  </a:lnTo>
                  <a:cubicBezTo>
                    <a:pt x="5882" y="0"/>
                    <a:pt x="6418" y="548"/>
                    <a:pt x="6418" y="1227"/>
                  </a:cubicBezTo>
                  <a:lnTo>
                    <a:pt x="6418" y="5191"/>
                  </a:lnTo>
                  <a:cubicBezTo>
                    <a:pt x="6442" y="5870"/>
                    <a:pt x="5882" y="6418"/>
                    <a:pt x="5203"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46">
              <a:extLst>
                <a:ext uri="{FF2B5EF4-FFF2-40B4-BE49-F238E27FC236}">
                  <a16:creationId xmlns:a16="http://schemas.microsoft.com/office/drawing/2014/main" id="{67B745F7-026B-7AEC-1544-89910540D00F}"/>
                </a:ext>
              </a:extLst>
            </p:cNvPr>
            <p:cNvSpPr/>
            <p:nvPr/>
          </p:nvSpPr>
          <p:spPr>
            <a:xfrm>
              <a:off x="6843684" y="4365399"/>
              <a:ext cx="66225" cy="74131"/>
            </a:xfrm>
            <a:custGeom>
              <a:avLst/>
              <a:gdLst/>
              <a:ahLst/>
              <a:cxnLst/>
              <a:rect l="l" t="t" r="r" b="b"/>
              <a:pathLst>
                <a:path w="1692" h="1894" extrusionOk="0">
                  <a:moveTo>
                    <a:pt x="846" y="203"/>
                  </a:moveTo>
                  <a:cubicBezTo>
                    <a:pt x="1025" y="203"/>
                    <a:pt x="1168" y="274"/>
                    <a:pt x="1275" y="405"/>
                  </a:cubicBezTo>
                  <a:cubicBezTo>
                    <a:pt x="1382" y="536"/>
                    <a:pt x="1429" y="715"/>
                    <a:pt x="1429" y="953"/>
                  </a:cubicBezTo>
                  <a:cubicBezTo>
                    <a:pt x="1429" y="1179"/>
                    <a:pt x="1382" y="1358"/>
                    <a:pt x="1275" y="1489"/>
                  </a:cubicBezTo>
                  <a:cubicBezTo>
                    <a:pt x="1168" y="1620"/>
                    <a:pt x="1025" y="1691"/>
                    <a:pt x="846" y="1691"/>
                  </a:cubicBezTo>
                  <a:cubicBezTo>
                    <a:pt x="667" y="1691"/>
                    <a:pt x="525" y="1620"/>
                    <a:pt x="417" y="1489"/>
                  </a:cubicBezTo>
                  <a:cubicBezTo>
                    <a:pt x="322" y="1358"/>
                    <a:pt x="263" y="1179"/>
                    <a:pt x="263" y="953"/>
                  </a:cubicBezTo>
                  <a:cubicBezTo>
                    <a:pt x="263" y="715"/>
                    <a:pt x="322" y="536"/>
                    <a:pt x="417" y="405"/>
                  </a:cubicBezTo>
                  <a:cubicBezTo>
                    <a:pt x="525" y="274"/>
                    <a:pt x="667" y="203"/>
                    <a:pt x="846" y="203"/>
                  </a:cubicBezTo>
                  <a:close/>
                  <a:moveTo>
                    <a:pt x="846" y="0"/>
                  </a:moveTo>
                  <a:cubicBezTo>
                    <a:pt x="596" y="0"/>
                    <a:pt x="394" y="96"/>
                    <a:pt x="239" y="262"/>
                  </a:cubicBezTo>
                  <a:cubicBezTo>
                    <a:pt x="84" y="429"/>
                    <a:pt x="1" y="655"/>
                    <a:pt x="1" y="953"/>
                  </a:cubicBezTo>
                  <a:cubicBezTo>
                    <a:pt x="1" y="1239"/>
                    <a:pt x="84" y="1465"/>
                    <a:pt x="239" y="1631"/>
                  </a:cubicBezTo>
                  <a:cubicBezTo>
                    <a:pt x="394" y="1810"/>
                    <a:pt x="596" y="1893"/>
                    <a:pt x="846" y="1893"/>
                  </a:cubicBezTo>
                  <a:cubicBezTo>
                    <a:pt x="1108" y="1893"/>
                    <a:pt x="1310" y="1810"/>
                    <a:pt x="1453" y="1631"/>
                  </a:cubicBezTo>
                  <a:cubicBezTo>
                    <a:pt x="1608" y="1465"/>
                    <a:pt x="1691" y="1239"/>
                    <a:pt x="1691" y="953"/>
                  </a:cubicBezTo>
                  <a:cubicBezTo>
                    <a:pt x="1691" y="655"/>
                    <a:pt x="1608" y="429"/>
                    <a:pt x="1453" y="262"/>
                  </a:cubicBezTo>
                  <a:cubicBezTo>
                    <a:pt x="1310" y="96"/>
                    <a:pt x="1108" y="0"/>
                    <a:pt x="8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46">
              <a:extLst>
                <a:ext uri="{FF2B5EF4-FFF2-40B4-BE49-F238E27FC236}">
                  <a16:creationId xmlns:a16="http://schemas.microsoft.com/office/drawing/2014/main" id="{7672BD04-3719-0070-7826-8EDFA4B1EEC4}"/>
                </a:ext>
              </a:extLst>
            </p:cNvPr>
            <p:cNvSpPr/>
            <p:nvPr/>
          </p:nvSpPr>
          <p:spPr>
            <a:xfrm>
              <a:off x="7053396" y="4285710"/>
              <a:ext cx="251670" cy="251201"/>
            </a:xfrm>
            <a:custGeom>
              <a:avLst/>
              <a:gdLst/>
              <a:ahLst/>
              <a:cxnLst/>
              <a:rect l="l" t="t" r="r" b="b"/>
              <a:pathLst>
                <a:path w="6430" h="6418" fill="none" extrusionOk="0">
                  <a:moveTo>
                    <a:pt x="5204" y="6418"/>
                  </a:moveTo>
                  <a:lnTo>
                    <a:pt x="1215" y="6418"/>
                  </a:lnTo>
                  <a:cubicBezTo>
                    <a:pt x="536" y="6418"/>
                    <a:pt x="1" y="5870"/>
                    <a:pt x="1" y="5191"/>
                  </a:cubicBezTo>
                  <a:lnTo>
                    <a:pt x="1" y="1227"/>
                  </a:lnTo>
                  <a:cubicBezTo>
                    <a:pt x="1" y="536"/>
                    <a:pt x="548" y="0"/>
                    <a:pt x="1215" y="0"/>
                  </a:cubicBezTo>
                  <a:lnTo>
                    <a:pt x="5192" y="0"/>
                  </a:lnTo>
                  <a:cubicBezTo>
                    <a:pt x="5870" y="0"/>
                    <a:pt x="6406" y="548"/>
                    <a:pt x="6406" y="1227"/>
                  </a:cubicBezTo>
                  <a:lnTo>
                    <a:pt x="6406" y="5191"/>
                  </a:lnTo>
                  <a:cubicBezTo>
                    <a:pt x="6430" y="5870"/>
                    <a:pt x="5870"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46">
              <a:extLst>
                <a:ext uri="{FF2B5EF4-FFF2-40B4-BE49-F238E27FC236}">
                  <a16:creationId xmlns:a16="http://schemas.microsoft.com/office/drawing/2014/main" id="{D06AC7BE-0970-23BB-7983-FC2A99CC9EEC}"/>
                </a:ext>
              </a:extLst>
            </p:cNvPr>
            <p:cNvSpPr/>
            <p:nvPr/>
          </p:nvSpPr>
          <p:spPr>
            <a:xfrm>
              <a:off x="7163379" y="4366808"/>
              <a:ext cx="46185" cy="71313"/>
            </a:xfrm>
            <a:custGeom>
              <a:avLst/>
              <a:gdLst/>
              <a:ahLst/>
              <a:cxnLst/>
              <a:rect l="l" t="t" r="r" b="b"/>
              <a:pathLst>
                <a:path w="1180" h="1822" extrusionOk="0">
                  <a:moveTo>
                    <a:pt x="560" y="202"/>
                  </a:moveTo>
                  <a:cubicBezTo>
                    <a:pt x="667" y="202"/>
                    <a:pt x="762" y="238"/>
                    <a:pt x="822" y="298"/>
                  </a:cubicBezTo>
                  <a:cubicBezTo>
                    <a:pt x="881" y="357"/>
                    <a:pt x="917" y="441"/>
                    <a:pt x="917" y="548"/>
                  </a:cubicBezTo>
                  <a:cubicBezTo>
                    <a:pt x="917" y="655"/>
                    <a:pt x="881" y="738"/>
                    <a:pt x="822" y="798"/>
                  </a:cubicBezTo>
                  <a:cubicBezTo>
                    <a:pt x="762" y="857"/>
                    <a:pt x="667" y="881"/>
                    <a:pt x="560" y="881"/>
                  </a:cubicBezTo>
                  <a:lnTo>
                    <a:pt x="250" y="881"/>
                  </a:lnTo>
                  <a:lnTo>
                    <a:pt x="250" y="202"/>
                  </a:lnTo>
                  <a:close/>
                  <a:moveTo>
                    <a:pt x="0" y="0"/>
                  </a:moveTo>
                  <a:lnTo>
                    <a:pt x="0" y="1822"/>
                  </a:lnTo>
                  <a:lnTo>
                    <a:pt x="250" y="1822"/>
                  </a:lnTo>
                  <a:lnTo>
                    <a:pt x="250" y="1083"/>
                  </a:lnTo>
                  <a:lnTo>
                    <a:pt x="560" y="1083"/>
                  </a:lnTo>
                  <a:cubicBezTo>
                    <a:pt x="762" y="1083"/>
                    <a:pt x="917" y="1048"/>
                    <a:pt x="1012" y="953"/>
                  </a:cubicBezTo>
                  <a:cubicBezTo>
                    <a:pt x="1120" y="857"/>
                    <a:pt x="1179" y="726"/>
                    <a:pt x="1179" y="548"/>
                  </a:cubicBezTo>
                  <a:cubicBezTo>
                    <a:pt x="1179" y="369"/>
                    <a:pt x="1120" y="238"/>
                    <a:pt x="1012" y="143"/>
                  </a:cubicBezTo>
                  <a:cubicBezTo>
                    <a:pt x="917" y="48"/>
                    <a:pt x="762" y="0"/>
                    <a:pt x="5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46">
              <a:extLst>
                <a:ext uri="{FF2B5EF4-FFF2-40B4-BE49-F238E27FC236}">
                  <a16:creationId xmlns:a16="http://schemas.microsoft.com/office/drawing/2014/main" id="{54E298F4-E425-F083-BBF3-ADEA98EDD10A}"/>
                </a:ext>
              </a:extLst>
            </p:cNvPr>
            <p:cNvSpPr/>
            <p:nvPr/>
          </p:nvSpPr>
          <p:spPr>
            <a:xfrm>
              <a:off x="6614871" y="4003785"/>
              <a:ext cx="251240" cy="251201"/>
            </a:xfrm>
            <a:custGeom>
              <a:avLst/>
              <a:gdLst/>
              <a:ahLst/>
              <a:cxnLst/>
              <a:rect l="l" t="t" r="r" b="b"/>
              <a:pathLst>
                <a:path w="6419" h="6418" fill="none" extrusionOk="0">
                  <a:moveTo>
                    <a:pt x="5204" y="6418"/>
                  </a:moveTo>
                  <a:lnTo>
                    <a:pt x="1227" y="6418"/>
                  </a:lnTo>
                  <a:cubicBezTo>
                    <a:pt x="548" y="6418"/>
                    <a:pt x="1" y="5870"/>
                    <a:pt x="1" y="5191"/>
                  </a:cubicBezTo>
                  <a:lnTo>
                    <a:pt x="1" y="1226"/>
                  </a:lnTo>
                  <a:cubicBezTo>
                    <a:pt x="1" y="536"/>
                    <a:pt x="560" y="0"/>
                    <a:pt x="1227" y="0"/>
                  </a:cubicBezTo>
                  <a:lnTo>
                    <a:pt x="5204" y="0"/>
                  </a:lnTo>
                  <a:cubicBezTo>
                    <a:pt x="5882" y="0"/>
                    <a:pt x="6418" y="548"/>
                    <a:pt x="6418" y="1226"/>
                  </a:cubicBezTo>
                  <a:lnTo>
                    <a:pt x="6418" y="5191"/>
                  </a:lnTo>
                  <a:cubicBezTo>
                    <a:pt x="6418" y="5870"/>
                    <a:pt x="5871"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46">
              <a:extLst>
                <a:ext uri="{FF2B5EF4-FFF2-40B4-BE49-F238E27FC236}">
                  <a16:creationId xmlns:a16="http://schemas.microsoft.com/office/drawing/2014/main" id="{8F1757FE-D0EB-69D7-0F6E-764305B3C1C9}"/>
                </a:ext>
              </a:extLst>
            </p:cNvPr>
            <p:cNvSpPr/>
            <p:nvPr/>
          </p:nvSpPr>
          <p:spPr>
            <a:xfrm>
              <a:off x="6927091" y="4003785"/>
              <a:ext cx="252179" cy="251201"/>
            </a:xfrm>
            <a:custGeom>
              <a:avLst/>
              <a:gdLst/>
              <a:ahLst/>
              <a:cxnLst/>
              <a:rect l="l" t="t" r="r" b="b"/>
              <a:pathLst>
                <a:path w="6443" h="6418" fill="none" extrusionOk="0">
                  <a:moveTo>
                    <a:pt x="5204" y="6418"/>
                  </a:moveTo>
                  <a:lnTo>
                    <a:pt x="1227" y="6418"/>
                  </a:lnTo>
                  <a:cubicBezTo>
                    <a:pt x="549" y="6418"/>
                    <a:pt x="1" y="5870"/>
                    <a:pt x="1" y="5191"/>
                  </a:cubicBezTo>
                  <a:lnTo>
                    <a:pt x="1" y="1226"/>
                  </a:lnTo>
                  <a:cubicBezTo>
                    <a:pt x="1" y="536"/>
                    <a:pt x="561" y="0"/>
                    <a:pt x="1227" y="0"/>
                  </a:cubicBezTo>
                  <a:lnTo>
                    <a:pt x="5204" y="0"/>
                  </a:lnTo>
                  <a:cubicBezTo>
                    <a:pt x="5883" y="0"/>
                    <a:pt x="6418" y="548"/>
                    <a:pt x="6418" y="1226"/>
                  </a:cubicBezTo>
                  <a:lnTo>
                    <a:pt x="6418" y="5191"/>
                  </a:lnTo>
                  <a:cubicBezTo>
                    <a:pt x="6442" y="5870"/>
                    <a:pt x="5883" y="6418"/>
                    <a:pt x="5204" y="6418"/>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46">
              <a:extLst>
                <a:ext uri="{FF2B5EF4-FFF2-40B4-BE49-F238E27FC236}">
                  <a16:creationId xmlns:a16="http://schemas.microsoft.com/office/drawing/2014/main" id="{C764731E-6DA9-B7D3-1245-389A34EADCF5}"/>
                </a:ext>
              </a:extLst>
            </p:cNvPr>
            <p:cNvSpPr/>
            <p:nvPr/>
          </p:nvSpPr>
          <p:spPr>
            <a:xfrm>
              <a:off x="6718318" y="4141244"/>
              <a:ext cx="49003" cy="74131"/>
            </a:xfrm>
            <a:custGeom>
              <a:avLst/>
              <a:gdLst/>
              <a:ahLst/>
              <a:cxnLst/>
              <a:rect l="l" t="t" r="r" b="b"/>
              <a:pathLst>
                <a:path w="1252" h="1894" extrusionOk="0">
                  <a:moveTo>
                    <a:pt x="608" y="203"/>
                  </a:moveTo>
                  <a:cubicBezTo>
                    <a:pt x="715" y="203"/>
                    <a:pt x="799" y="239"/>
                    <a:pt x="858" y="310"/>
                  </a:cubicBezTo>
                  <a:cubicBezTo>
                    <a:pt x="930" y="393"/>
                    <a:pt x="965" y="489"/>
                    <a:pt x="965" y="620"/>
                  </a:cubicBezTo>
                  <a:cubicBezTo>
                    <a:pt x="965" y="750"/>
                    <a:pt x="930" y="858"/>
                    <a:pt x="858" y="929"/>
                  </a:cubicBezTo>
                  <a:cubicBezTo>
                    <a:pt x="799" y="1012"/>
                    <a:pt x="715" y="1048"/>
                    <a:pt x="608" y="1048"/>
                  </a:cubicBezTo>
                  <a:cubicBezTo>
                    <a:pt x="489" y="1048"/>
                    <a:pt x="406" y="1012"/>
                    <a:pt x="334" y="929"/>
                  </a:cubicBezTo>
                  <a:cubicBezTo>
                    <a:pt x="275" y="858"/>
                    <a:pt x="239" y="750"/>
                    <a:pt x="239" y="620"/>
                  </a:cubicBezTo>
                  <a:cubicBezTo>
                    <a:pt x="239" y="489"/>
                    <a:pt x="275" y="393"/>
                    <a:pt x="334" y="310"/>
                  </a:cubicBezTo>
                  <a:cubicBezTo>
                    <a:pt x="406" y="239"/>
                    <a:pt x="489" y="203"/>
                    <a:pt x="608" y="203"/>
                  </a:cubicBezTo>
                  <a:close/>
                  <a:moveTo>
                    <a:pt x="608" y="0"/>
                  </a:moveTo>
                  <a:cubicBezTo>
                    <a:pt x="418" y="0"/>
                    <a:pt x="275" y="60"/>
                    <a:pt x="168" y="179"/>
                  </a:cubicBezTo>
                  <a:cubicBezTo>
                    <a:pt x="49" y="286"/>
                    <a:pt x="1" y="441"/>
                    <a:pt x="1" y="620"/>
                  </a:cubicBezTo>
                  <a:cubicBezTo>
                    <a:pt x="1" y="810"/>
                    <a:pt x="49" y="965"/>
                    <a:pt x="156" y="1072"/>
                  </a:cubicBezTo>
                  <a:cubicBezTo>
                    <a:pt x="263" y="1179"/>
                    <a:pt x="406" y="1239"/>
                    <a:pt x="584" y="1239"/>
                  </a:cubicBezTo>
                  <a:cubicBezTo>
                    <a:pt x="680" y="1239"/>
                    <a:pt x="751" y="1215"/>
                    <a:pt x="822" y="1179"/>
                  </a:cubicBezTo>
                  <a:cubicBezTo>
                    <a:pt x="894" y="1143"/>
                    <a:pt x="953" y="1096"/>
                    <a:pt x="1001" y="1024"/>
                  </a:cubicBezTo>
                  <a:lnTo>
                    <a:pt x="1001" y="1024"/>
                  </a:lnTo>
                  <a:cubicBezTo>
                    <a:pt x="989" y="1251"/>
                    <a:pt x="942" y="1405"/>
                    <a:pt x="858" y="1524"/>
                  </a:cubicBezTo>
                  <a:cubicBezTo>
                    <a:pt x="775" y="1632"/>
                    <a:pt x="644" y="1679"/>
                    <a:pt x="489" y="1679"/>
                  </a:cubicBezTo>
                  <a:cubicBezTo>
                    <a:pt x="430" y="1679"/>
                    <a:pt x="358" y="1679"/>
                    <a:pt x="299" y="1655"/>
                  </a:cubicBezTo>
                  <a:cubicBezTo>
                    <a:pt x="239" y="1643"/>
                    <a:pt x="180" y="1620"/>
                    <a:pt x="108" y="1596"/>
                  </a:cubicBezTo>
                  <a:lnTo>
                    <a:pt x="108" y="1822"/>
                  </a:lnTo>
                  <a:cubicBezTo>
                    <a:pt x="180" y="1846"/>
                    <a:pt x="251" y="1858"/>
                    <a:pt x="310" y="1870"/>
                  </a:cubicBezTo>
                  <a:cubicBezTo>
                    <a:pt x="370" y="1882"/>
                    <a:pt x="441" y="1893"/>
                    <a:pt x="501" y="1893"/>
                  </a:cubicBezTo>
                  <a:cubicBezTo>
                    <a:pt x="727" y="1893"/>
                    <a:pt x="906" y="1810"/>
                    <a:pt x="1049" y="1632"/>
                  </a:cubicBezTo>
                  <a:cubicBezTo>
                    <a:pt x="1180" y="1465"/>
                    <a:pt x="1251" y="1239"/>
                    <a:pt x="1251" y="953"/>
                  </a:cubicBezTo>
                  <a:cubicBezTo>
                    <a:pt x="1251" y="643"/>
                    <a:pt x="1192" y="405"/>
                    <a:pt x="1084" y="250"/>
                  </a:cubicBezTo>
                  <a:cubicBezTo>
                    <a:pt x="977" y="84"/>
                    <a:pt x="811" y="0"/>
                    <a:pt x="6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46">
              <a:extLst>
                <a:ext uri="{FF2B5EF4-FFF2-40B4-BE49-F238E27FC236}">
                  <a16:creationId xmlns:a16="http://schemas.microsoft.com/office/drawing/2014/main" id="{9675CBC4-1795-A98A-2CB5-928BD46DC2BA}"/>
                </a:ext>
              </a:extLst>
            </p:cNvPr>
            <p:cNvSpPr/>
            <p:nvPr/>
          </p:nvSpPr>
          <p:spPr>
            <a:xfrm>
              <a:off x="6733231" y="4041985"/>
              <a:ext cx="12173" cy="47085"/>
            </a:xfrm>
            <a:custGeom>
              <a:avLst/>
              <a:gdLst/>
              <a:ahLst/>
              <a:cxnLst/>
              <a:rect l="l" t="t" r="r" b="b"/>
              <a:pathLst>
                <a:path w="311" h="1203" extrusionOk="0">
                  <a:moveTo>
                    <a:pt x="1" y="0"/>
                  </a:moveTo>
                  <a:cubicBezTo>
                    <a:pt x="60" y="108"/>
                    <a:pt x="108" y="203"/>
                    <a:pt x="132" y="298"/>
                  </a:cubicBezTo>
                  <a:cubicBezTo>
                    <a:pt x="168" y="405"/>
                    <a:pt x="180" y="500"/>
                    <a:pt x="180" y="608"/>
                  </a:cubicBezTo>
                  <a:cubicBezTo>
                    <a:pt x="180" y="703"/>
                    <a:pt x="168" y="798"/>
                    <a:pt x="132" y="905"/>
                  </a:cubicBezTo>
                  <a:cubicBezTo>
                    <a:pt x="108" y="1000"/>
                    <a:pt x="60" y="1096"/>
                    <a:pt x="1" y="1203"/>
                  </a:cubicBezTo>
                  <a:lnTo>
                    <a:pt x="108" y="1203"/>
                  </a:lnTo>
                  <a:cubicBezTo>
                    <a:pt x="180" y="1096"/>
                    <a:pt x="227" y="1000"/>
                    <a:pt x="263" y="893"/>
                  </a:cubicBezTo>
                  <a:cubicBezTo>
                    <a:pt x="287" y="798"/>
                    <a:pt x="310" y="703"/>
                    <a:pt x="310" y="608"/>
                  </a:cubicBezTo>
                  <a:cubicBezTo>
                    <a:pt x="310" y="500"/>
                    <a:pt x="287" y="405"/>
                    <a:pt x="263" y="310"/>
                  </a:cubicBezTo>
                  <a:cubicBezTo>
                    <a:pt x="227" y="215"/>
                    <a:pt x="180" y="108"/>
                    <a:pt x="1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46">
              <a:extLst>
                <a:ext uri="{FF2B5EF4-FFF2-40B4-BE49-F238E27FC236}">
                  <a16:creationId xmlns:a16="http://schemas.microsoft.com/office/drawing/2014/main" id="{801208BB-2180-EE4F-6990-91CF0A092F9F}"/>
                </a:ext>
              </a:extLst>
            </p:cNvPr>
            <p:cNvSpPr/>
            <p:nvPr/>
          </p:nvSpPr>
          <p:spPr>
            <a:xfrm>
              <a:off x="7029168" y="4141244"/>
              <a:ext cx="48964" cy="74131"/>
            </a:xfrm>
            <a:custGeom>
              <a:avLst/>
              <a:gdLst/>
              <a:ahLst/>
              <a:cxnLst/>
              <a:rect l="l" t="t" r="r" b="b"/>
              <a:pathLst>
                <a:path w="1251" h="1894" extrusionOk="0">
                  <a:moveTo>
                    <a:pt x="631" y="203"/>
                  </a:moveTo>
                  <a:cubicBezTo>
                    <a:pt x="750" y="203"/>
                    <a:pt x="846" y="262"/>
                    <a:pt x="917" y="381"/>
                  </a:cubicBezTo>
                  <a:cubicBezTo>
                    <a:pt x="977" y="512"/>
                    <a:pt x="1012" y="703"/>
                    <a:pt x="1012" y="953"/>
                  </a:cubicBezTo>
                  <a:cubicBezTo>
                    <a:pt x="1012" y="1203"/>
                    <a:pt x="977" y="1382"/>
                    <a:pt x="917" y="1512"/>
                  </a:cubicBezTo>
                  <a:cubicBezTo>
                    <a:pt x="846" y="1632"/>
                    <a:pt x="750" y="1691"/>
                    <a:pt x="631" y="1691"/>
                  </a:cubicBezTo>
                  <a:cubicBezTo>
                    <a:pt x="500" y="1691"/>
                    <a:pt x="405" y="1632"/>
                    <a:pt x="346" y="1512"/>
                  </a:cubicBezTo>
                  <a:cubicBezTo>
                    <a:pt x="274" y="1382"/>
                    <a:pt x="250" y="1203"/>
                    <a:pt x="250" y="953"/>
                  </a:cubicBezTo>
                  <a:cubicBezTo>
                    <a:pt x="250" y="703"/>
                    <a:pt x="274" y="512"/>
                    <a:pt x="346" y="381"/>
                  </a:cubicBezTo>
                  <a:cubicBezTo>
                    <a:pt x="405" y="262"/>
                    <a:pt x="500" y="203"/>
                    <a:pt x="631" y="203"/>
                  </a:cubicBezTo>
                  <a:close/>
                  <a:moveTo>
                    <a:pt x="631" y="0"/>
                  </a:moveTo>
                  <a:cubicBezTo>
                    <a:pt x="417" y="0"/>
                    <a:pt x="262" y="84"/>
                    <a:pt x="155" y="250"/>
                  </a:cubicBezTo>
                  <a:cubicBezTo>
                    <a:pt x="48" y="405"/>
                    <a:pt x="0" y="643"/>
                    <a:pt x="0" y="953"/>
                  </a:cubicBezTo>
                  <a:cubicBezTo>
                    <a:pt x="0" y="1251"/>
                    <a:pt x="48" y="1489"/>
                    <a:pt x="155" y="1643"/>
                  </a:cubicBezTo>
                  <a:cubicBezTo>
                    <a:pt x="262" y="1810"/>
                    <a:pt x="417" y="1893"/>
                    <a:pt x="631" y="1893"/>
                  </a:cubicBezTo>
                  <a:cubicBezTo>
                    <a:pt x="834" y="1893"/>
                    <a:pt x="989" y="1810"/>
                    <a:pt x="1096" y="1643"/>
                  </a:cubicBezTo>
                  <a:cubicBezTo>
                    <a:pt x="1203" y="1489"/>
                    <a:pt x="1251" y="1251"/>
                    <a:pt x="1251" y="953"/>
                  </a:cubicBezTo>
                  <a:cubicBezTo>
                    <a:pt x="1251" y="643"/>
                    <a:pt x="1203" y="405"/>
                    <a:pt x="1096" y="250"/>
                  </a:cubicBezTo>
                  <a:cubicBezTo>
                    <a:pt x="989" y="84"/>
                    <a:pt x="834" y="0"/>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46">
              <a:extLst>
                <a:ext uri="{FF2B5EF4-FFF2-40B4-BE49-F238E27FC236}">
                  <a16:creationId xmlns:a16="http://schemas.microsoft.com/office/drawing/2014/main" id="{760F61E9-F6B1-E7FB-C24D-7624967A3D7B}"/>
                </a:ext>
              </a:extLst>
            </p:cNvPr>
            <p:cNvSpPr/>
            <p:nvPr/>
          </p:nvSpPr>
          <p:spPr>
            <a:xfrm>
              <a:off x="7041263" y="4050831"/>
              <a:ext cx="42937" cy="19609"/>
            </a:xfrm>
            <a:custGeom>
              <a:avLst/>
              <a:gdLst/>
              <a:ahLst/>
              <a:cxnLst/>
              <a:rect l="l" t="t" r="r" b="b"/>
              <a:pathLst>
                <a:path w="1097" h="501" extrusionOk="0">
                  <a:moveTo>
                    <a:pt x="1" y="1"/>
                  </a:moveTo>
                  <a:lnTo>
                    <a:pt x="1" y="143"/>
                  </a:lnTo>
                  <a:lnTo>
                    <a:pt x="1096" y="143"/>
                  </a:lnTo>
                  <a:lnTo>
                    <a:pt x="1096" y="1"/>
                  </a:lnTo>
                  <a:close/>
                  <a:moveTo>
                    <a:pt x="1" y="358"/>
                  </a:moveTo>
                  <a:lnTo>
                    <a:pt x="1" y="501"/>
                  </a:lnTo>
                  <a:lnTo>
                    <a:pt x="1096" y="501"/>
                  </a:lnTo>
                  <a:lnTo>
                    <a:pt x="1096" y="35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9" name="Google Shape;1189;p46">
            <a:extLst>
              <a:ext uri="{FF2B5EF4-FFF2-40B4-BE49-F238E27FC236}">
                <a16:creationId xmlns:a16="http://schemas.microsoft.com/office/drawing/2014/main" id="{1F881275-6F43-AEE1-BC24-E3BF0BA10995}"/>
              </a:ext>
            </a:extLst>
          </p:cNvPr>
          <p:cNvSpPr/>
          <p:nvPr/>
        </p:nvSpPr>
        <p:spPr>
          <a:xfrm>
            <a:off x="1891371" y="1307104"/>
            <a:ext cx="172921" cy="179457"/>
          </a:xfrm>
          <a:custGeom>
            <a:avLst/>
            <a:gdLst/>
            <a:ahLst/>
            <a:cxnLst/>
            <a:rect l="l" t="t" r="r" b="b"/>
            <a:pathLst>
              <a:path w="4418" h="4585" extrusionOk="0">
                <a:moveTo>
                  <a:pt x="1" y="0"/>
                </a:moveTo>
                <a:lnTo>
                  <a:pt x="1632" y="4584"/>
                </a:lnTo>
                <a:lnTo>
                  <a:pt x="2453" y="2727"/>
                </a:lnTo>
                <a:lnTo>
                  <a:pt x="4418" y="2167"/>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0" name="Google Shape;1190;p46">
            <a:extLst>
              <a:ext uri="{FF2B5EF4-FFF2-40B4-BE49-F238E27FC236}">
                <a16:creationId xmlns:a16="http://schemas.microsoft.com/office/drawing/2014/main" id="{DB016336-B690-32C3-4A28-DA77EA1F2148}"/>
              </a:ext>
            </a:extLst>
          </p:cNvPr>
          <p:cNvGrpSpPr/>
          <p:nvPr/>
        </p:nvGrpSpPr>
        <p:grpSpPr>
          <a:xfrm>
            <a:off x="713219" y="539494"/>
            <a:ext cx="655444" cy="655444"/>
            <a:chOff x="6998874" y="164307"/>
            <a:chExt cx="409678" cy="409678"/>
          </a:xfrm>
        </p:grpSpPr>
        <p:sp>
          <p:nvSpPr>
            <p:cNvPr id="1191" name="Google Shape;1191;p46">
              <a:extLst>
                <a:ext uri="{FF2B5EF4-FFF2-40B4-BE49-F238E27FC236}">
                  <a16:creationId xmlns:a16="http://schemas.microsoft.com/office/drawing/2014/main" id="{C86C1A9D-6AA8-0DA6-CA8C-08721AC8B7B9}"/>
                </a:ext>
              </a:extLst>
            </p:cNvPr>
            <p:cNvSpPr/>
            <p:nvPr/>
          </p:nvSpPr>
          <p:spPr>
            <a:xfrm>
              <a:off x="7048269" y="214171"/>
              <a:ext cx="360284" cy="359814"/>
            </a:xfrm>
            <a:custGeom>
              <a:avLst/>
              <a:gdLst/>
              <a:ahLst/>
              <a:cxnLst/>
              <a:rect l="l" t="t" r="r" b="b"/>
              <a:pathLst>
                <a:path w="9205" h="9193" fill="none" extrusionOk="0">
                  <a:moveTo>
                    <a:pt x="9204" y="4596"/>
                  </a:moveTo>
                  <a:cubicBezTo>
                    <a:pt x="9204" y="2049"/>
                    <a:pt x="7156" y="1"/>
                    <a:pt x="4608" y="1"/>
                  </a:cubicBezTo>
                  <a:cubicBezTo>
                    <a:pt x="2060" y="1"/>
                    <a:pt x="1" y="2049"/>
                    <a:pt x="1" y="4596"/>
                  </a:cubicBezTo>
                  <a:cubicBezTo>
                    <a:pt x="1" y="7144"/>
                    <a:pt x="2060" y="9192"/>
                    <a:pt x="4608" y="9192"/>
                  </a:cubicBezTo>
                  <a:cubicBezTo>
                    <a:pt x="7156" y="9192"/>
                    <a:pt x="9204" y="7144"/>
                    <a:pt x="9204" y="4596"/>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46">
              <a:extLst>
                <a:ext uri="{FF2B5EF4-FFF2-40B4-BE49-F238E27FC236}">
                  <a16:creationId xmlns:a16="http://schemas.microsoft.com/office/drawing/2014/main" id="{4AED734E-77C4-6A15-CD34-8F6BFAE675BE}"/>
                </a:ext>
              </a:extLst>
            </p:cNvPr>
            <p:cNvSpPr/>
            <p:nvPr/>
          </p:nvSpPr>
          <p:spPr>
            <a:xfrm>
              <a:off x="6998874" y="164307"/>
              <a:ext cx="229791" cy="229791"/>
            </a:xfrm>
            <a:custGeom>
              <a:avLst/>
              <a:gdLst/>
              <a:ahLst/>
              <a:cxnLst/>
              <a:rect l="l" t="t" r="r" b="b"/>
              <a:pathLst>
                <a:path w="5871" h="5871" fill="none" extrusionOk="0">
                  <a:moveTo>
                    <a:pt x="5870" y="1"/>
                  </a:moveTo>
                  <a:cubicBezTo>
                    <a:pt x="2644" y="1"/>
                    <a:pt x="0" y="2620"/>
                    <a:pt x="0" y="5870"/>
                  </a:cubicBezTo>
                  <a:lnTo>
                    <a:pt x="5870" y="5870"/>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6">
              <a:extLst>
                <a:ext uri="{FF2B5EF4-FFF2-40B4-BE49-F238E27FC236}">
                  <a16:creationId xmlns:a16="http://schemas.microsoft.com/office/drawing/2014/main" id="{504A1CEB-FBE5-41FC-2BAD-AA2F480F25DC}"/>
                </a:ext>
              </a:extLst>
            </p:cNvPr>
            <p:cNvSpPr/>
            <p:nvPr/>
          </p:nvSpPr>
          <p:spPr>
            <a:xfrm>
              <a:off x="7124239" y="289672"/>
              <a:ext cx="208812" cy="208812"/>
            </a:xfrm>
            <a:custGeom>
              <a:avLst/>
              <a:gdLst/>
              <a:ahLst/>
              <a:cxnLst/>
              <a:rect l="l" t="t" r="r" b="b"/>
              <a:pathLst>
                <a:path w="5335" h="5335" fill="none" extrusionOk="0">
                  <a:moveTo>
                    <a:pt x="5334" y="2667"/>
                  </a:moveTo>
                  <a:cubicBezTo>
                    <a:pt x="5334" y="4144"/>
                    <a:pt x="4144" y="5334"/>
                    <a:pt x="2667" y="5334"/>
                  </a:cubicBezTo>
                  <a:cubicBezTo>
                    <a:pt x="1191" y="5334"/>
                    <a:pt x="0" y="4144"/>
                    <a:pt x="0" y="2667"/>
                  </a:cubicBezTo>
                  <a:cubicBezTo>
                    <a:pt x="0" y="1191"/>
                    <a:pt x="1191" y="0"/>
                    <a:pt x="2667" y="0"/>
                  </a:cubicBezTo>
                  <a:lnTo>
                    <a:pt x="2667" y="2667"/>
                  </a:ln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46">
              <a:extLst>
                <a:ext uri="{FF2B5EF4-FFF2-40B4-BE49-F238E27FC236}">
                  <a16:creationId xmlns:a16="http://schemas.microsoft.com/office/drawing/2014/main" id="{6627CBBC-56EB-140F-A562-020991BBF188}"/>
                </a:ext>
              </a:extLst>
            </p:cNvPr>
            <p:cNvSpPr/>
            <p:nvPr/>
          </p:nvSpPr>
          <p:spPr>
            <a:xfrm>
              <a:off x="7182010" y="347443"/>
              <a:ext cx="93231" cy="93271"/>
            </a:xfrm>
            <a:custGeom>
              <a:avLst/>
              <a:gdLst/>
              <a:ahLst/>
              <a:cxnLst/>
              <a:rect l="l" t="t" r="r" b="b"/>
              <a:pathLst>
                <a:path w="2382" h="2383" fill="none" extrusionOk="0">
                  <a:moveTo>
                    <a:pt x="2382" y="1191"/>
                  </a:moveTo>
                  <a:cubicBezTo>
                    <a:pt x="2382" y="537"/>
                    <a:pt x="1846" y="1"/>
                    <a:pt x="1191" y="1"/>
                  </a:cubicBezTo>
                  <a:cubicBezTo>
                    <a:pt x="536" y="1"/>
                    <a:pt x="1" y="537"/>
                    <a:pt x="1" y="1191"/>
                  </a:cubicBezTo>
                  <a:cubicBezTo>
                    <a:pt x="1" y="1846"/>
                    <a:pt x="536" y="2382"/>
                    <a:pt x="1191" y="2382"/>
                  </a:cubicBezTo>
                  <a:cubicBezTo>
                    <a:pt x="1846" y="2382"/>
                    <a:pt x="2382" y="1846"/>
                    <a:pt x="2382" y="1191"/>
                  </a:cubicBezTo>
                  <a:close/>
                </a:path>
              </a:pathLst>
            </a:custGeom>
            <a:noFill/>
            <a:ln w="3875" cap="flat" cmpd="sng">
              <a:solidFill>
                <a:schemeClr val="dk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999780138"/>
      </p:ext>
    </p:extLst>
  </p:cSld>
  <p:clrMapOvr>
    <a:masterClrMapping/>
  </p:clrMapOvr>
</p:sld>
</file>

<file path=ppt/theme/theme1.xml><?xml version="1.0" encoding="utf-8"?>
<a:theme xmlns:a="http://schemas.openxmlformats.org/drawingml/2006/main" name="Systems Engineering Bachelor's Degree by Slidesgo">
  <a:themeElements>
    <a:clrScheme name="Simple Light">
      <a:dk1>
        <a:srgbClr val="252EB7"/>
      </a:dk1>
      <a:lt1>
        <a:srgbClr val="D4E6EC"/>
      </a:lt1>
      <a:dk2>
        <a:srgbClr val="FC2753"/>
      </a:dk2>
      <a:lt2>
        <a:srgbClr val="FFFFFF"/>
      </a:lt2>
      <a:accent1>
        <a:srgbClr val="FFFFFF"/>
      </a:accent1>
      <a:accent2>
        <a:srgbClr val="FFFFFF"/>
      </a:accent2>
      <a:accent3>
        <a:srgbClr val="FFFFFF"/>
      </a:accent3>
      <a:accent4>
        <a:srgbClr val="FFFFFF"/>
      </a:accent4>
      <a:accent5>
        <a:srgbClr val="FFFFFF"/>
      </a:accent5>
      <a:accent6>
        <a:srgbClr val="FFFFFF"/>
      </a:accent6>
      <a:hlink>
        <a:srgbClr val="252EB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5285</Words>
  <Application>Microsoft Office PowerPoint</Application>
  <PresentationFormat>Bildschirmpräsentation (16:9)</PresentationFormat>
  <Paragraphs>602</Paragraphs>
  <Slides>70</Slides>
  <Notes>70</Notes>
  <HiddenSlides>0</HiddenSlides>
  <MMClips>0</MMClips>
  <ScaleCrop>false</ScaleCrop>
  <HeadingPairs>
    <vt:vector size="6" baseType="variant">
      <vt:variant>
        <vt:lpstr>Verwendete Schriftarten</vt:lpstr>
      </vt:variant>
      <vt:variant>
        <vt:i4>8</vt:i4>
      </vt:variant>
      <vt:variant>
        <vt:lpstr>Design</vt:lpstr>
      </vt:variant>
      <vt:variant>
        <vt:i4>1</vt:i4>
      </vt:variant>
      <vt:variant>
        <vt:lpstr>Folientitel</vt:lpstr>
      </vt:variant>
      <vt:variant>
        <vt:i4>70</vt:i4>
      </vt:variant>
    </vt:vector>
  </HeadingPairs>
  <TitlesOfParts>
    <vt:vector size="79" baseType="lpstr">
      <vt:lpstr>Mulish</vt:lpstr>
      <vt:lpstr>Lexend Deca</vt:lpstr>
      <vt:lpstr>Lexend Deca Light</vt:lpstr>
      <vt:lpstr>Bebas Neue</vt:lpstr>
      <vt:lpstr>DM Sans</vt:lpstr>
      <vt:lpstr>Anaheim</vt:lpstr>
      <vt:lpstr>Nunito Light</vt:lpstr>
      <vt:lpstr>Arial</vt:lpstr>
      <vt:lpstr>Systems Engineering Bachelor's Degree by Slidesgo</vt:lpstr>
      <vt:lpstr>Graph Datenbanken </vt:lpstr>
      <vt:lpstr>Agenda</vt:lpstr>
      <vt:lpstr>Motivation</vt:lpstr>
      <vt:lpstr>Kernfragen des Kapitels</vt:lpstr>
      <vt:lpstr>Warum Graph Datenbanken?</vt:lpstr>
      <vt:lpstr>Warum reichten klassische relationale Datenbanken oft nicht aus?</vt:lpstr>
      <vt:lpstr>Warum wurden Graph Datenbanken entwickelt?</vt:lpstr>
      <vt:lpstr>Typische Anwendungsfälle heute</vt:lpstr>
      <vt:lpstr>Warum Graphdatenbanken?</vt:lpstr>
      <vt:lpstr>Modellkonzept</vt:lpstr>
      <vt:lpstr>Kernfragen des Kapitels</vt:lpstr>
      <vt:lpstr>Die Grundidee</vt:lpstr>
      <vt:lpstr>Property Graph als Hauptmodell</vt:lpstr>
      <vt:lpstr>Was repräsentiert ein Knoten?</vt:lpstr>
      <vt:lpstr>Was repräsentiert eine Kante?</vt:lpstr>
      <vt:lpstr>Labels und Properties</vt:lpstr>
      <vt:lpstr>RDF statt Property Graph</vt:lpstr>
      <vt:lpstr>Property Graph       vs.       RDF</vt:lpstr>
      <vt:lpstr>Wie ist ein Property-Graph aufgebaut?</vt:lpstr>
      <vt:lpstr>Datenstruktur</vt:lpstr>
      <vt:lpstr>Kernfragen des Kapitels</vt:lpstr>
      <vt:lpstr>Logische Sicht vs. physische Sicht</vt:lpstr>
      <vt:lpstr>Zwei Grundformen der Graph Repräsentation</vt:lpstr>
      <vt:lpstr>Warum Adjazenz Listen für Graph Datenbanken so wichtig sind</vt:lpstr>
      <vt:lpstr>Neo4j und direkte Verweise</vt:lpstr>
      <vt:lpstr>Records, Properties und Speicherlayout</vt:lpstr>
      <vt:lpstr>Schema-Flexibilität: locker, aber nicht chaotisch</vt:lpstr>
      <vt:lpstr>Was bedeutet das für die Praxis?</vt:lpstr>
      <vt:lpstr>Was bedeutet das für die Praxis?</vt:lpstr>
      <vt:lpstr>Abfragemodell</vt:lpstr>
      <vt:lpstr>Kernfragen des Kapitels</vt:lpstr>
      <vt:lpstr>Vom Join-Denken zum Muster-Denken</vt:lpstr>
      <vt:lpstr>Cypher</vt:lpstr>
      <vt:lpstr>Pattern Matching</vt:lpstr>
      <vt:lpstr>Grundbausteine in Cypher</vt:lpstr>
      <vt:lpstr>Beziehungen durchlaufen</vt:lpstr>
      <vt:lpstr>Unterschied zu SQL</vt:lpstr>
      <vt:lpstr>Arten von Graphabfragen</vt:lpstr>
      <vt:lpstr>Abfragemodell</vt:lpstr>
      <vt:lpstr>Architekturüberblick</vt:lpstr>
      <vt:lpstr>Kernfragen des Kapitels</vt:lpstr>
      <vt:lpstr>Architektur ist mehr als nur „wo läuft die Datenbank?“</vt:lpstr>
      <vt:lpstr>Single Node vs. Distributed</vt:lpstr>
      <vt:lpstr>Replikation</vt:lpstr>
      <vt:lpstr>Sharding</vt:lpstr>
      <vt:lpstr>Replikation vs. Sharding</vt:lpstr>
      <vt:lpstr>OLTP vs. OLAP</vt:lpstr>
      <vt:lpstr>ACID (Atomicity, Consistency, Isolation, and Durability</vt:lpstr>
      <vt:lpstr>Open Source und Cloud</vt:lpstr>
      <vt:lpstr>Architekturüberblick</vt:lpstr>
      <vt:lpstr>Vergleich zu  relationalen Datenbanken</vt:lpstr>
      <vt:lpstr>Kernfragen des Kapitels</vt:lpstr>
      <vt:lpstr>Beziehungen</vt:lpstr>
      <vt:lpstr>Datenmodell</vt:lpstr>
      <vt:lpstr>Unterschied im Abfragedenken</vt:lpstr>
      <vt:lpstr>Schema-Flexibilität</vt:lpstr>
      <vt:lpstr>Performance: Wo ist welcher Ansatz stark?</vt:lpstr>
      <vt:lpstr>Skalierung und Betriebsrealität</vt:lpstr>
      <vt:lpstr>Typische Einsatzgebiete</vt:lpstr>
      <vt:lpstr>Vergleich zu relationalen Datenbanken</vt:lpstr>
      <vt:lpstr>Demo</vt:lpstr>
      <vt:lpstr>Was ist in diesem Graphen?</vt:lpstr>
      <vt:lpstr>Was ist in diesem Graphen?</vt:lpstr>
      <vt:lpstr>Wer hat in The Matrix mitgespielt?</vt:lpstr>
      <vt:lpstr>Welche anderen Filme hängen über dieselben Schauspieler an The Matrix?</vt:lpstr>
      <vt:lpstr>Welche Verbindung gibt es zwischen zwei Filmen?</vt:lpstr>
      <vt:lpstr>Übungen</vt:lpstr>
      <vt:lpstr>Colab</vt:lpstr>
      <vt:lpstr>Diskussion</vt:lpstr>
      <vt:lpstr>Vielen Dank!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Dominik</dc:creator>
  <cp:lastModifiedBy>Dom inik</cp:lastModifiedBy>
  <cp:revision>5</cp:revision>
  <dcterms:modified xsi:type="dcterms:W3CDTF">2026-04-19T21:22:36Z</dcterms:modified>
</cp:coreProperties>
</file>